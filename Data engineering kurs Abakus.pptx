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notesSlides/notesSlide3.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notesSlides/notesSlide6.xml" ContentType="application/vnd.openxmlformats-officedocument.presentationml.notesSlide+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notesSlides/notesSlide7.xml" ContentType="application/vnd.openxmlformats-officedocument.presentationml.notesSlide+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1"/>
  </p:notesMasterIdLst>
  <p:sldIdLst>
    <p:sldId id="256" r:id="rId2"/>
    <p:sldId id="258" r:id="rId3"/>
    <p:sldId id="274" r:id="rId4"/>
    <p:sldId id="2147472373" r:id="rId5"/>
    <p:sldId id="2147482121" r:id="rId6"/>
    <p:sldId id="2147482115" r:id="rId7"/>
    <p:sldId id="2147482118" r:id="rId8"/>
    <p:sldId id="2147482111" r:id="rId9"/>
    <p:sldId id="2147482122" r:id="rId10"/>
    <p:sldId id="2147472378" r:id="rId11"/>
    <p:sldId id="2147482119" r:id="rId12"/>
    <p:sldId id="279" r:id="rId13"/>
    <p:sldId id="2147482127" r:id="rId14"/>
    <p:sldId id="257" r:id="rId15"/>
    <p:sldId id="2147482126" r:id="rId16"/>
    <p:sldId id="2147482128" r:id="rId17"/>
    <p:sldId id="259" r:id="rId18"/>
    <p:sldId id="260" r:id="rId19"/>
    <p:sldId id="261" r:id="rId20"/>
    <p:sldId id="2147482125" r:id="rId21"/>
    <p:sldId id="2147482124" r:id="rId22"/>
    <p:sldId id="262" r:id="rId23"/>
    <p:sldId id="263" r:id="rId24"/>
    <p:sldId id="264" r:id="rId25"/>
    <p:sldId id="265" r:id="rId26"/>
    <p:sldId id="266" r:id="rId27"/>
    <p:sldId id="267" r:id="rId28"/>
    <p:sldId id="268" r:id="rId29"/>
    <p:sldId id="269" r:id="rId30"/>
  </p:sldIdLst>
  <p:sldSz cx="12192000" cy="6858000"/>
  <p:notesSz cx="6858000" cy="9144000"/>
  <p:defaultTextStyle>
    <a:defPPr>
      <a:buNone/>
    </a:defPPr>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43" dt="2026-09-24T08:24:26.699"/>
    <p1510:client id="{25BC1C6F-ACF5-8165-24BB-DBEF8EFC2471}" v="34" dt="2026-09-24T08:09:18.214"/>
    <p1510:client id="{5E26192C-F0DE-02E6-3EAF-983391AB0302}" v="1" dt="2026-09-23T11:02:41.778"/>
    <p1510:client id="{9DA91DE6-5A56-4ECB-9EED-E39D4087825D}" v="6" dt="2026-09-23T09:17:19.001"/>
    <p1510:client id="{C9C326CC-5AEC-9EE5-7D84-C2243A18C159}" v="84" dt="2026-09-24T06:26:05.249"/>
    <p1510:client id="{DC087179-B04E-3602-5F91-04B676253845}" v="1" dt="2026-09-24T08:42:34.337"/>
    <p1510:client id="{E5A704FC-3CFE-7243-8772-ACBEFEC324A9}" v="12" dt="2026-09-23T18:50:17.041"/>
    <p1510:client id="{F20CDAAF-EAB0-7C1F-DE7F-C02EE13FAB24}" v="54" dt="2026-09-23T09:43:31.509"/>
  </p1510:revLst>
</p1510:revInfo>
</file>

<file path=ppt/tableStyles.xml><?xml version="1.0" encoding="utf-8"?>
<a:tblStyleLst xmlns:a="http://schemas.openxmlformats.org/drawingml/2006/main" def="{5FD0F851-EC5A-4D38-B0AD-8093EC10F338}">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5" Type="http://schemas.openxmlformats.org/officeDocument/2006/relationships/slide" Target="../slides/slide3.xml"/><Relationship Id="rId4"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tags" Target="../tags/tag50.xml"/><Relationship Id="rId2" Type="http://schemas.openxmlformats.org/officeDocument/2006/relationships/tags" Target="../tags/tag49.xml"/><Relationship Id="rId1" Type="http://schemas.openxmlformats.org/officeDocument/2006/relationships/tags" Target="../tags/tag48.xml"/><Relationship Id="rId5" Type="http://schemas.openxmlformats.org/officeDocument/2006/relationships/slide" Target="../slides/slide12.xml"/><Relationship Id="rId4"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Åpning: Deltakerne skal bygge en komplett dataflyt i Databricks. Kurset går fra råfiler til et dashboard og en prognosemodell.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Middagspausens nøyaktige tidspunkt kan tilpasses gjennomføringen. Ikke lov faste deltidspunkter utover start og slutt.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custDataLst>
              <p:tags r:id="rId1"/>
            </p:custDataLst>
          </p:nvPr>
        </p:nvSpPr>
        <p:spPr/>
      </p:sp>
      <p:sp>
        <p:nvSpPr>
          <p:cNvPr id="3" name="Notes Placeholder 2"/>
          <p:cNvSpPr>
            <a:spLocks noGrp="1"/>
          </p:cNvSpPr>
          <p:nvPr>
            <p:ph type="body" idx="1"/>
            <p:custDataLst>
              <p:tags r:id="rId2"/>
            </p:custDataLst>
          </p:nvPr>
        </p:nvSpPr>
        <p:spPr/>
        <p:txBody>
          <a:bodyPr/>
          <a:lstStyle/>
          <a:p>
            <a:endParaRPr lang="en-US"/>
          </a:p>
        </p:txBody>
      </p:sp>
      <p:sp>
        <p:nvSpPr>
          <p:cNvPr id="4" name="Slide Number Placeholder 3"/>
          <p:cNvSpPr>
            <a:spLocks noGrp="1"/>
          </p:cNvSpPr>
          <p:nvPr>
            <p:ph type="sldNum" sz="quarter" idx="5"/>
            <p:custDataLst>
              <p:tags r:id="rId3"/>
            </p:custDataLst>
          </p:nvPr>
        </p:nvSpPr>
        <p:spPr/>
        <p:txBody>
          <a:bodyPr/>
          <a:lstStyle/>
          <a:p>
            <a:fld id="{84D71510-D03F-46AA-AB24-656D577FB373}" type="slidenum">
              <a:rPr lang="en-US" smtClean="0"/>
              <a:t>3</a:t>
            </a:fld>
            <a:endParaRPr lang="en-US"/>
          </a:p>
        </p:txBody>
      </p:sp>
    </p:spTree>
    <p:extLst>
      <p:ext uri="{BB962C8B-B14F-4D97-AF65-F5344CB8AC3E}">
        <p14:creationId xmlns:p14="http://schemas.microsoft.com/office/powerpoint/2010/main" val="27996680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nb-NO"/>
          </a:p>
        </p:txBody>
      </p:sp>
      <p:sp>
        <p:nvSpPr>
          <p:cNvPr id="3" name="Notes Placeholder 2"/>
          <p:cNvSpPr>
            <a:spLocks noGrp="1"/>
          </p:cNvSpPr>
          <p:nvPr>
            <p:ph type="body" idx="1"/>
          </p:nvPr>
        </p:nvSpPr>
        <p:spPr/>
        <p:txBody>
          <a:bodyPr/>
          <a:lstStyle/>
          <a:p>
            <a:r>
              <a:rPr lang="nb-NO"/>
              <a:t>Slide som vises når folk kommer inn i salen</a:t>
            </a:r>
          </a:p>
        </p:txBody>
      </p:sp>
      <p:sp>
        <p:nvSpPr>
          <p:cNvPr id="4" name="Slide Number Placeholder 3"/>
          <p:cNvSpPr>
            <a:spLocks noGrp="1"/>
          </p:cNvSpPr>
          <p:nvPr>
            <p:ph type="sldNum" sz="quarter" idx="5"/>
          </p:nvPr>
        </p:nvSpPr>
        <p:spPr/>
        <p:txBody>
          <a:bodyPr/>
          <a:lstStyle/>
          <a:p>
            <a:fld id="{84D71510-D03F-46AA-AB24-656D577FB373}" type="slidenum">
              <a:rPr lang="en-US" smtClean="0"/>
              <a:t>4</a:t>
            </a:fld>
            <a:endParaRPr lang="en-US"/>
          </a:p>
        </p:txBody>
      </p:sp>
    </p:spTree>
    <p:extLst>
      <p:ext uri="{BB962C8B-B14F-4D97-AF65-F5344CB8AC3E}">
        <p14:creationId xmlns:p14="http://schemas.microsoft.com/office/powerpoint/2010/main" val="32908125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nb-NO"/>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b-NO"/>
              <a:t>Video som spilles av før presentasjon starter</a:t>
            </a:r>
          </a:p>
          <a:p>
            <a:endParaRPr lang="en-US"/>
          </a:p>
        </p:txBody>
      </p:sp>
      <p:sp>
        <p:nvSpPr>
          <p:cNvPr id="4" name="Slide Number Placeholder 3"/>
          <p:cNvSpPr>
            <a:spLocks noGrp="1"/>
          </p:cNvSpPr>
          <p:nvPr>
            <p:ph type="sldNum" sz="quarter" idx="5"/>
          </p:nvPr>
        </p:nvSpPr>
        <p:spPr/>
        <p:txBody>
          <a:bodyPr/>
          <a:lstStyle/>
          <a:p>
            <a:fld id="{84D71510-D03F-46AA-AB24-656D577FB373}" type="slidenum">
              <a:rPr lang="en-US" smtClean="0"/>
              <a:t>5</a:t>
            </a:fld>
            <a:endParaRPr lang="en-US"/>
          </a:p>
        </p:txBody>
      </p:sp>
    </p:spTree>
    <p:extLst>
      <p:ext uri="{BB962C8B-B14F-4D97-AF65-F5344CB8AC3E}">
        <p14:creationId xmlns:p14="http://schemas.microsoft.com/office/powerpoint/2010/main" val="23842012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52D54-BDD1-D696-EB88-A8B176B59F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3DB9A5-97B0-6700-0E6C-5AAA6CB4EF13}"/>
              </a:ext>
            </a:extLst>
          </p:cNvPr>
          <p:cNvSpPr>
            <a:spLocks noGrp="1" noRot="1" noChangeAspect="1"/>
          </p:cNvSpPr>
          <p:nvPr>
            <p:ph type="sldImg"/>
          </p:nvPr>
        </p:nvSpPr>
        <p:spPr/>
        <p:txBody>
          <a:bodyPr/>
          <a:lstStyle/>
          <a:p>
            <a:endParaRPr lang="nb-NO"/>
          </a:p>
        </p:txBody>
      </p:sp>
      <p:sp>
        <p:nvSpPr>
          <p:cNvPr id="3" name="Notes Placeholder 2">
            <a:extLst>
              <a:ext uri="{FF2B5EF4-FFF2-40B4-BE49-F238E27FC236}">
                <a16:creationId xmlns:a16="http://schemas.microsoft.com/office/drawing/2014/main" id="{463C9BB0-880F-5253-55D2-37C1ABE836BC}"/>
              </a:ext>
            </a:extLst>
          </p:cNvPr>
          <p:cNvSpPr>
            <a:spLocks noGrp="1"/>
          </p:cNvSpPr>
          <p:nvPr>
            <p:ph type="body" idx="1"/>
          </p:nvPr>
        </p:nvSpPr>
        <p:spPr/>
        <p:txBody>
          <a:bodyPr/>
          <a:lstStyle/>
          <a:p>
            <a:endParaRPr lang="nb-NO"/>
          </a:p>
        </p:txBody>
      </p:sp>
      <p:sp>
        <p:nvSpPr>
          <p:cNvPr id="4" name="Slide Number Placeholder 3">
            <a:extLst>
              <a:ext uri="{FF2B5EF4-FFF2-40B4-BE49-F238E27FC236}">
                <a16:creationId xmlns:a16="http://schemas.microsoft.com/office/drawing/2014/main" id="{7B307BC7-8F4F-1F43-0DFE-B65C7210706B}"/>
              </a:ext>
            </a:extLst>
          </p:cNvPr>
          <p:cNvSpPr>
            <a:spLocks noGrp="1"/>
          </p:cNvSpPr>
          <p:nvPr>
            <p:ph type="sldNum" sz="quarter" idx="5"/>
          </p:nvPr>
        </p:nvSpPr>
        <p:spPr/>
        <p:txBody>
          <a:bodyPr/>
          <a:lstStyle/>
          <a:p>
            <a:fld id="{84D71510-D03F-46AA-AB24-656D577FB373}" type="slidenum">
              <a:rPr lang="en-US" smtClean="0"/>
              <a:t>7</a:t>
            </a:fld>
            <a:endParaRPr lang="en-US"/>
          </a:p>
        </p:txBody>
      </p:sp>
    </p:spTree>
    <p:extLst>
      <p:ext uri="{BB962C8B-B14F-4D97-AF65-F5344CB8AC3E}">
        <p14:creationId xmlns:p14="http://schemas.microsoft.com/office/powerpoint/2010/main" val="26972938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1B4858-7BBD-8FDB-5958-5C0D9A79C1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2D1A8-EDD4-5EDD-9799-73E0EB0A75C0}"/>
              </a:ext>
            </a:extLst>
          </p:cNvPr>
          <p:cNvSpPr>
            <a:spLocks noGrp="1" noRot="1" noChangeAspect="1"/>
          </p:cNvSpPr>
          <p:nvPr>
            <p:ph type="sldImg"/>
            <p:custDataLst>
              <p:tags r:id="rId1"/>
            </p:custDataLst>
          </p:nvPr>
        </p:nvSpPr>
        <p:spPr/>
      </p:sp>
      <p:sp>
        <p:nvSpPr>
          <p:cNvPr id="3" name="Notes Placeholder 2">
            <a:extLst>
              <a:ext uri="{FF2B5EF4-FFF2-40B4-BE49-F238E27FC236}">
                <a16:creationId xmlns:a16="http://schemas.microsoft.com/office/drawing/2014/main" id="{B83471CE-8EE7-A331-AF62-E2C3A783EB72}"/>
              </a:ext>
            </a:extLst>
          </p:cNvPr>
          <p:cNvSpPr>
            <a:spLocks noGrp="1"/>
          </p:cNvSpPr>
          <p:nvPr>
            <p:ph type="body" idx="1"/>
            <p:custDataLst>
              <p:tags r:id="rId2"/>
            </p:custDataLst>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O"/>
              <a:t>Ofte når man jobber med data så er det kanskje lett å tenke: “vi har masse data” – klarer vi å bruke de til noe nyttig? Men vår take er at da starter du gjerne </a:t>
            </a:r>
            <a:r>
              <a:rPr lang="en-GB"/>
              <a:t>I</a:t>
            </a:r>
            <a:r>
              <a:rPr lang="en-NO"/>
              <a:t> feil ende. En sånn approach funker kanskje en gang </a:t>
            </a:r>
            <a:r>
              <a:rPr lang="en-GB"/>
              <a:t>I</a:t>
            </a:r>
            <a:r>
              <a:rPr lang="en-NO"/>
              <a:t> blant, men det som er enda smartere er heller å starte å se på virksomheten. Hvor skal de? Hva er deres strategisk mål? Hva er dere utfordringer? Klarer man å identifisere noen områder hvor det å bruke data kan hjelpe de </a:t>
            </a:r>
            <a:r>
              <a:rPr lang="en-GB"/>
              <a:t>I</a:t>
            </a:r>
            <a:r>
              <a:rPr lang="en-NO"/>
              <a:t> riktig retning….</a:t>
            </a:r>
          </a:p>
          <a:p>
            <a:endParaRPr lang="en-US"/>
          </a:p>
        </p:txBody>
      </p:sp>
      <p:sp>
        <p:nvSpPr>
          <p:cNvPr id="4" name="Slide Number Placeholder 3">
            <a:extLst>
              <a:ext uri="{FF2B5EF4-FFF2-40B4-BE49-F238E27FC236}">
                <a16:creationId xmlns:a16="http://schemas.microsoft.com/office/drawing/2014/main" id="{C4E3EB58-3B07-E6B9-F5BC-A38F75A58B4E}"/>
              </a:ext>
            </a:extLst>
          </p:cNvPr>
          <p:cNvSpPr>
            <a:spLocks noGrp="1"/>
          </p:cNvSpPr>
          <p:nvPr>
            <p:ph type="sldNum" sz="quarter" idx="5"/>
            <p:custDataLst>
              <p:tags r:id="rId3"/>
            </p:custDataLst>
          </p:nvPr>
        </p:nvSpPr>
        <p:spPr/>
        <p:txBody>
          <a:bodyPr/>
          <a:lstStyle/>
          <a:p>
            <a:fld id="{84D71510-D03F-46AA-AB24-656D577FB373}" type="slidenum">
              <a:rPr lang="en-US" smtClean="0"/>
              <a:t>11</a:t>
            </a:fld>
            <a:endParaRPr lang="en-US"/>
          </a:p>
        </p:txBody>
      </p:sp>
    </p:spTree>
    <p:extLst>
      <p:ext uri="{BB962C8B-B14F-4D97-AF65-F5344CB8AC3E}">
        <p14:creationId xmlns:p14="http://schemas.microsoft.com/office/powerpoint/2010/main" val="22348648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O"/>
              <a:t>Ofte når man jobber med data så er det kanskje lett å tenke: “vi har masse data” – klarer vi å bruke de til noe nyttig? Men vår take er at da starter du gjerne </a:t>
            </a:r>
            <a:r>
              <a:rPr lang="en-GB"/>
              <a:t>I</a:t>
            </a:r>
            <a:r>
              <a:rPr lang="en-NO"/>
              <a:t> feil ende. En sånn approach funker kanskje en gang </a:t>
            </a:r>
            <a:r>
              <a:rPr lang="en-GB"/>
              <a:t>I</a:t>
            </a:r>
            <a:r>
              <a:rPr lang="en-NO"/>
              <a:t> blant, men det som er enda smartere er heller å starte å se på virksomheten. Hvor skal de? Hva er deres strategisk mål? Hva er dere utfordringer? Klarer man å identifisere noen områder hvor det å bruke data kan hjelpe de </a:t>
            </a:r>
            <a:r>
              <a:rPr lang="en-GB"/>
              <a:t>I</a:t>
            </a:r>
            <a:r>
              <a:rPr lang="en-NO"/>
              <a:t> riktig retning….</a:t>
            </a:r>
          </a:p>
          <a:p>
            <a:endParaRPr lang="en-NO"/>
          </a:p>
          <a:p>
            <a:r>
              <a:rPr lang="en-NO"/>
              <a:t>I dag så skal vi hjelpe et fiskemottak. I det siste har de slitt økonomisk og har klart å identifisere rotårsaken til at det går trått </a:t>
            </a:r>
            <a:r>
              <a:rPr lang="en-GB"/>
              <a:t>I</a:t>
            </a:r>
            <a:r>
              <a:rPr lang="en-NO"/>
              <a:t> økonomien:</a:t>
            </a:r>
          </a:p>
          <a:p>
            <a:endParaRPr lang="en-NO"/>
          </a:p>
          <a:p>
            <a:pPr marL="228600" indent="-228600">
              <a:buAutoNum type="arabicParenR"/>
            </a:pPr>
            <a:r>
              <a:rPr lang="en-NO"/>
              <a:t>De sliter med at de ofte bommer på hvor mye de får inn av ulik type hvit fisk. Som et resultat selger de enten mer enn de klarer å levere til ulike distrubitører – og dermed ender opp med bøter. Eller de underselger og sitter igjen med for mye fisk som må fryses, og dermed mister verdien ved at den ikke kan selges videre fersk. </a:t>
            </a:r>
          </a:p>
          <a:p>
            <a:endParaRPr lang="en-NO"/>
          </a:p>
          <a:p>
            <a:r>
              <a:rPr lang="en-NO"/>
              <a:t>For å få bukt med saken, har de leid inn en gjeng med konsulenter som skal hjelpe de med å få svar som kan gjøre at de kan koordinere slag av fisk med sine distrubitører </a:t>
            </a:r>
            <a:r>
              <a:rPr lang="en-GB"/>
              <a:t>I</a:t>
            </a:r>
            <a:r>
              <a:rPr lang="en-NO"/>
              <a:t> de ulike regionen bedre. </a:t>
            </a:r>
          </a:p>
          <a:p>
            <a:endParaRPr lang="en-NO"/>
          </a:p>
          <a:p>
            <a:r>
              <a:rPr lang="en-NO"/>
              <a:t>Sammen med konsuletselskapet har de kartlagt at de viktigste spørsmålene som må besvares for å kunne planlegge videresalg av fisk er…</a:t>
            </a:r>
          </a:p>
          <a:p>
            <a:endParaRPr lang="en-NO"/>
          </a:p>
          <a:p>
            <a:r>
              <a:rPr lang="en-NO"/>
              <a:t>For å klare å finne ut av denne innsikten identifiserte de at de trengte å kunne se på…</a:t>
            </a:r>
          </a:p>
          <a:p>
            <a:endParaRPr lang="en-NO"/>
          </a:p>
          <a:p>
            <a:r>
              <a:rPr lang="en-NO"/>
              <a:t>Fartøydata -&gt; hvilke fiskebåter og egenskaper ved båtene som kan bidra med å si noe om hvor mye fisk de kan klare å få med seg… lokasjonsdata vil kunne hjelpe oss å identifisere hvor det blir fisket…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Bruk </a:t>
            </a:r>
            <a:r>
              <a:rPr err="1"/>
              <a:t>sluttproduktet</a:t>
            </a:r>
            <a:r>
              <a:t> </a:t>
            </a:r>
            <a:r>
              <a:rPr err="1"/>
              <a:t>som</a:t>
            </a:r>
            <a:r>
              <a:t> </a:t>
            </a:r>
            <a:r>
              <a:rPr err="1"/>
              <a:t>motivasjon</a:t>
            </a:r>
            <a:r>
              <a:t>. Alle </a:t>
            </a:r>
            <a:r>
              <a:rPr err="1"/>
              <a:t>oppgavene</a:t>
            </a:r>
            <a:r>
              <a:t> </a:t>
            </a:r>
            <a:r>
              <a:rPr err="1"/>
              <a:t>bygger</a:t>
            </a:r>
            <a:r>
              <a:t> </a:t>
            </a:r>
            <a:r>
              <a:rPr err="1"/>
              <a:t>videre</a:t>
            </a:r>
            <a:r>
              <a:t> </a:t>
            </a:r>
            <a:r>
              <a:rPr err="1"/>
              <a:t>på</a:t>
            </a:r>
            <a:r>
              <a:t> </a:t>
            </a:r>
            <a:r>
              <a:rPr err="1"/>
              <a:t>forrige</a:t>
            </a:r>
            <a:r>
              <a:t> lag, </a:t>
            </a:r>
            <a:r>
              <a:rPr err="1"/>
              <a:t>og</a:t>
            </a:r>
            <a:r>
              <a:t> </a:t>
            </a:r>
            <a:r>
              <a:rPr err="1"/>
              <a:t>deltakerne</a:t>
            </a:r>
            <a:r>
              <a:t> ser </a:t>
            </a:r>
            <a:r>
              <a:rPr err="1"/>
              <a:t>resultatet</a:t>
            </a:r>
            <a:r>
              <a:t> </a:t>
            </a:r>
            <a:r>
              <a:rPr err="1"/>
              <a:t>i</a:t>
            </a:r>
            <a:r>
              <a:t> </a:t>
            </a:r>
            <a:r>
              <a:rPr err="1"/>
              <a:t>dashboardet</a:t>
            </a:r>
            <a:r>
              <a:t> </a:t>
            </a:r>
            <a:r>
              <a:rPr err="1"/>
              <a:t>til</a:t>
            </a:r>
            <a:r>
              <a:t> </a:t>
            </a:r>
            <a:r>
              <a:rPr err="1"/>
              <a:t>slutt</a:t>
            </a:r>
            <a:r>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Databricks er </a:t>
            </a:r>
            <a:r>
              <a:rPr err="1"/>
              <a:t>plattformen</a:t>
            </a:r>
            <a:r>
              <a:t> vi </a:t>
            </a:r>
            <a:r>
              <a:rPr err="1"/>
              <a:t>bruker</a:t>
            </a:r>
            <a:r>
              <a:t> </a:t>
            </a:r>
            <a:r>
              <a:rPr err="1"/>
              <a:t>gjennom</a:t>
            </a:r>
            <a:r>
              <a:t> </a:t>
            </a:r>
            <a:r>
              <a:rPr err="1"/>
              <a:t>kurset</a:t>
            </a:r>
            <a:r>
              <a:t>. </a:t>
            </a:r>
            <a:r>
              <a:rPr err="1"/>
              <a:t>Poenget</a:t>
            </a:r>
            <a:r>
              <a:t> er </a:t>
            </a:r>
            <a:r>
              <a:rPr err="1"/>
              <a:t>ikke</a:t>
            </a:r>
            <a:r>
              <a:t> at Databricks er den </a:t>
            </a:r>
            <a:r>
              <a:rPr err="1"/>
              <a:t>eneste</a:t>
            </a:r>
            <a:r>
              <a:t> </a:t>
            </a:r>
            <a:r>
              <a:rPr err="1"/>
              <a:t>riktige</a:t>
            </a:r>
            <a:r>
              <a:t> </a:t>
            </a:r>
            <a:r>
              <a:rPr err="1"/>
              <a:t>plattformen</a:t>
            </a:r>
            <a:r>
              <a:t>, men at den </a:t>
            </a:r>
            <a:r>
              <a:rPr err="1"/>
              <a:t>viser</a:t>
            </a:r>
            <a:r>
              <a:t> mange av </a:t>
            </a:r>
            <a:r>
              <a:rPr err="1"/>
              <a:t>prinsippene</a:t>
            </a:r>
            <a:r>
              <a:t> vi </a:t>
            </a:r>
            <a:r>
              <a:rPr err="1"/>
              <a:t>bruker</a:t>
            </a:r>
            <a:r>
              <a:t> </a:t>
            </a:r>
            <a:r>
              <a:rPr err="1"/>
              <a:t>i</a:t>
            </a:r>
            <a:r>
              <a:t> </a:t>
            </a:r>
            <a:r>
              <a:rPr err="1"/>
              <a:t>moderne</a:t>
            </a:r>
            <a:r>
              <a:t> data engineering: sky, </a:t>
            </a:r>
            <a:r>
              <a:rPr err="1"/>
              <a:t>skalering</a:t>
            </a:r>
            <a:r>
              <a:t>, </a:t>
            </a:r>
            <a:r>
              <a:rPr err="1"/>
              <a:t>åpne</a:t>
            </a:r>
            <a:r>
              <a:t> </a:t>
            </a:r>
            <a:r>
              <a:rPr err="1"/>
              <a:t>dataformater</a:t>
            </a:r>
            <a:r>
              <a:t>, governance </a:t>
            </a:r>
            <a:r>
              <a:rPr err="1"/>
              <a:t>og</a:t>
            </a:r>
            <a:r>
              <a:t> </a:t>
            </a:r>
            <a:r>
              <a:rPr err="1"/>
              <a:t>én</a:t>
            </a:r>
            <a:r>
              <a:t> </a:t>
            </a:r>
            <a:r>
              <a:rPr err="1"/>
              <a:t>sammenhengende</a:t>
            </a:r>
            <a:r>
              <a:t> </a:t>
            </a:r>
            <a:r>
              <a:rPr err="1"/>
              <a:t>dataflyt</a:t>
            </a:r>
            <a:r>
              <a:t>.</a:t>
            </a:r>
          </a:p>
          <a:p>
            <a:endParaRPr/>
          </a:p>
          <a:p>
            <a:r>
              <a:t>[Sources]</a:t>
            </a:r>
          </a:p>
          <a:p>
            <a:r>
              <a:t>- https://</a:t>
            </a:r>
            <a:r>
              <a:rPr err="1"/>
              <a:t>www.databricks.com</a:t>
            </a:r>
            <a:r>
              <a:t>/product/data-</a:t>
            </a:r>
            <a:r>
              <a:rPr err="1"/>
              <a:t>lakehouse</a:t>
            </a:r>
            <a:endParaRPr/>
          </a:p>
          <a:p>
            <a:r>
              <a:t>- https://</a:t>
            </a:r>
            <a:r>
              <a:rPr err="1"/>
              <a:t>docs.databricks.com</a:t>
            </a:r>
            <a:r>
              <a:t>/</a:t>
            </a:r>
            <a:r>
              <a:rPr err="1"/>
              <a:t>gcp</a:t>
            </a:r>
            <a:r>
              <a:t>/</a:t>
            </a:r>
            <a:r>
              <a:rPr err="1"/>
              <a:t>en</a:t>
            </a:r>
            <a:r>
              <a:t>/</a:t>
            </a:r>
            <a:r>
              <a:rPr err="1"/>
              <a:t>lakehouse</a:t>
            </a:r>
            <a:r>
              <a:t>-architecture/scope</a:t>
            </a:r>
          </a:p>
          <a:p>
            <a:r>
              <a:t>[/Sources]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err="1"/>
              <a:t>Forklar</a:t>
            </a:r>
            <a:r>
              <a:t> at DAB er </a:t>
            </a:r>
            <a:r>
              <a:rPr err="1"/>
              <a:t>leveransemekanismen</a:t>
            </a:r>
            <a:r>
              <a:t> </a:t>
            </a:r>
            <a:r>
              <a:rPr err="1"/>
              <a:t>rundt</a:t>
            </a:r>
            <a:r>
              <a:t> hele </a:t>
            </a:r>
            <a:r>
              <a:rPr err="1"/>
              <a:t>løsningen</a:t>
            </a:r>
            <a:r>
              <a:t>. Medallion-</a:t>
            </a:r>
            <a:r>
              <a:rPr err="1"/>
              <a:t>lagene</a:t>
            </a:r>
            <a:r>
              <a:t> </a:t>
            </a:r>
            <a:r>
              <a:rPr err="1"/>
              <a:t>beskriver</a:t>
            </a:r>
            <a:r>
              <a:t> </a:t>
            </a:r>
            <a:r>
              <a:rPr err="1"/>
              <a:t>hvordan</a:t>
            </a:r>
            <a:r>
              <a:t> </a:t>
            </a:r>
            <a:r>
              <a:rPr err="1"/>
              <a:t>dataene</a:t>
            </a:r>
            <a:r>
              <a:t> </a:t>
            </a:r>
            <a:r>
              <a:rPr err="1"/>
              <a:t>modnes</a:t>
            </a:r>
            <a:r>
              <a:t>, </a:t>
            </a:r>
            <a:r>
              <a:rPr err="1"/>
              <a:t>mens</a:t>
            </a:r>
            <a:r>
              <a:t> DAB </a:t>
            </a:r>
            <a:r>
              <a:rPr err="1"/>
              <a:t>gjør</a:t>
            </a:r>
            <a:r>
              <a:t> </a:t>
            </a:r>
            <a:r>
              <a:rPr err="1"/>
              <a:t>oppsettet</a:t>
            </a:r>
            <a:r>
              <a:t> </a:t>
            </a:r>
            <a:r>
              <a:rPr err="1"/>
              <a:t>repeterbart</a:t>
            </a:r>
            <a:r>
              <a:t>.</a:t>
            </a:r>
            <a:endParaRPr lang="nb-NO"/>
          </a:p>
          <a:p>
            <a:endParaRPr lang="en-NO"/>
          </a:p>
          <a:p>
            <a:r>
              <a:rPr lang="en-NO"/>
              <a:t>Starte med å få hentet inn kildedataen vår. Ofte kommer denne dataen fra APIer, databaser, meldingskøer eller lignende. I dag har vi gjort det litt lettere for dere og lagret de </a:t>
            </a:r>
            <a:r>
              <a:rPr lang="en-GB"/>
              <a:t>I</a:t>
            </a:r>
            <a:r>
              <a:rPr lang="en-NO"/>
              <a:t> filer – men vi skal mocket det opp og….</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Dette er en veiledningsslide, ikke en full kopi av README-en. Hjelp deltakere som stopper i innloggingen før resten går videre.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Forklar at databricks.yml beskriver bundle-en, mens bootstrap-jobben materialiserer kursmiljøet. Ved treg Free Edition: vent før retry, og unngå mange parallelle kjøringer.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Vis at payload inneholder originale feltnavn. Bronze skal være kildenær og append-vennlig, ikke ferdig analyseklar.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Knytt eksemplene til konkrete endringer: Fartøy ID blir fartoy_id, dato blir DATE og rundvekt blir DOUBLE.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Grain i prognosemarten er uke × art × fangstområde. Gjør dette eksplisitt før dere går videre til maskinlæring.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Vær tydelig på at Random Forest er et pedagogisk og praktisk valg, ikke en universell vinner. WMAPE gjør feilene sammenlignbare på tvers av grupper med ulikt volum.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Dashboardet bruker gold.mart_fangst_uke og gold.prediksjoner. Deltakerne skal forbedre ett element, ikke bygge alt fra bunnen.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Oppsummer med verbene: bevare, standardisere, modellere, predikere og formidle. Det gjør ansvaret til hvert lag lett å huske.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Inviter deltakerne til å åpne dashboardet en siste gang og koble et element tilbake til tabellen og notebooken som produserte det.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Avslutt og åpne for spørsmål. BearingPoint-introen kan legges inn tidligere i presentasjonen av kursholder.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2.jpeg"/><Relationship Id="rId5" Type="http://schemas.openxmlformats.org/officeDocument/2006/relationships/slideMaster" Target="../slideMasters/slideMaster1.xml"/><Relationship Id="rId4" Type="http://schemas.openxmlformats.org/officeDocument/2006/relationships/tags" Target="../tags/tag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 Bearing red">
    <p:bg>
      <p:bgPr>
        <a:solidFill>
          <a:srgbClr val="FF3D4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20DAD-1B61-93C3-530B-9B622B667CD8}"/>
              </a:ext>
            </a:extLst>
          </p:cNvPr>
          <p:cNvSpPr>
            <a:spLocks noGrp="1"/>
          </p:cNvSpPr>
          <p:nvPr>
            <p:ph type="title"/>
          </p:nvPr>
        </p:nvSpPr>
        <p:spPr>
          <a:xfrm>
            <a:off x="384175" y="1944000"/>
            <a:ext cx="8520113" cy="1918800"/>
          </a:xfrm>
        </p:spPr>
        <p:txBody>
          <a:bodyPr>
            <a:noAutofit/>
          </a:bodyPr>
          <a:lstStyle>
            <a:lvl1pPr>
              <a:lnSpc>
                <a:spcPct val="80000"/>
              </a:lnSpc>
              <a:buNone/>
              <a:defRPr sz="7000"/>
            </a:lvl1pPr>
          </a:lstStyle>
          <a:p>
            <a:r>
              <a:t>Klikk for å redigere tittelstil</a:t>
            </a:r>
          </a:p>
        </p:txBody>
      </p:sp>
      <p:sp>
        <p:nvSpPr>
          <p:cNvPr id="7" name="Text Placeholder 6">
            <a:extLst>
              <a:ext uri="{FF2B5EF4-FFF2-40B4-BE49-F238E27FC236}">
                <a16:creationId xmlns:a16="http://schemas.microsoft.com/office/drawing/2014/main" id="{CEC21A32-3B29-FB79-375A-AFF484FAE380}"/>
              </a:ext>
            </a:extLst>
          </p:cNvPr>
          <p:cNvSpPr>
            <a:spLocks noGrp="1"/>
          </p:cNvSpPr>
          <p:nvPr>
            <p:ph type="body" idx="10"/>
          </p:nvPr>
        </p:nvSpPr>
        <p:spPr>
          <a:xfrm>
            <a:off x="384175" y="4579200"/>
            <a:ext cx="3683000" cy="1396999"/>
          </a:xfrm>
        </p:spPr>
        <p:txBody>
          <a:bodyPr/>
          <a:lstStyle>
            <a:lvl1pPr marL="0" indent="0">
              <a:spcAft>
                <a:spcPts val="1800"/>
              </a:spcAft>
              <a:buNone/>
              <a:defRPr/>
            </a:lvl1pPr>
            <a:lvl2pPr marL="180975" indent="0">
              <a:buNone/>
              <a:defRPr/>
            </a:lvl2pPr>
            <a:lvl3pPr marL="361950" indent="0">
              <a:buNone/>
              <a:defRPr/>
            </a:lvl3pPr>
            <a:lvl4pPr marL="542925" indent="0">
              <a:buNone/>
              <a:defRPr/>
            </a:lvl4pPr>
            <a:lvl5pPr marL="714375" indent="0">
              <a:buNone/>
              <a:defRPr/>
            </a:lvl5pPr>
          </a:lstStyle>
          <a:p>
            <a:pPr lvl="0">
              <a:buNone/>
            </a:pPr>
            <a:r>
              <a:t>Klikk for å redigere tekststiler i malen</a:t>
            </a:r>
          </a:p>
        </p:txBody>
      </p:sp>
      <p:sp>
        <p:nvSpPr>
          <p:cNvPr id="10" name="BearingPoint Logo">
            <a:extLst>
              <a:ext uri="{FF2B5EF4-FFF2-40B4-BE49-F238E27FC236}">
                <a16:creationId xmlns:a16="http://schemas.microsoft.com/office/drawing/2014/main" id="{85653425-B89B-9F14-16FF-4838CACB3D49}"/>
              </a:ext>
            </a:extLst>
          </p:cNvPr>
          <p:cNvSpPr>
            <a:spLocks noGrp="1"/>
          </p:cNvSpPr>
          <p:nvPr/>
        </p:nvSpPr>
        <p:spPr>
          <a:xfrm>
            <a:off x="384175" y="358775"/>
            <a:ext cx="1747838" cy="291574"/>
          </a:xfrm>
          <a:custGeom>
            <a:avLst/>
            <a:gdLst>
              <a:gd name="connsiteX0" fmla="*/ 12014265 w 12188936"/>
              <a:gd name="connsiteY0" fmla="*/ 1587720 h 2033355"/>
              <a:gd name="connsiteX1" fmla="*/ 12188936 w 12188936"/>
              <a:gd name="connsiteY1" fmla="*/ 1572044 h 2033355"/>
              <a:gd name="connsiteX2" fmla="*/ 12188936 w 12188936"/>
              <a:gd name="connsiteY2" fmla="*/ 1330191 h 2033355"/>
              <a:gd name="connsiteX3" fmla="*/ 12070250 w 12188936"/>
              <a:gd name="connsiteY3" fmla="*/ 1341388 h 2033355"/>
              <a:gd name="connsiteX4" fmla="*/ 11909014 w 12188936"/>
              <a:gd name="connsiteY4" fmla="*/ 1177913 h 2033355"/>
              <a:gd name="connsiteX5" fmla="*/ 11909014 w 12188936"/>
              <a:gd name="connsiteY5" fmla="*/ 667335 h 2033355"/>
              <a:gd name="connsiteX6" fmla="*/ 12171021 w 12188936"/>
              <a:gd name="connsiteY6" fmla="*/ 667335 h 2033355"/>
              <a:gd name="connsiteX7" fmla="*/ 12171021 w 12188936"/>
              <a:gd name="connsiteY7" fmla="*/ 438918 h 2033355"/>
              <a:gd name="connsiteX8" fmla="*/ 11909014 w 12188936"/>
              <a:gd name="connsiteY8" fmla="*/ 438918 h 2033355"/>
              <a:gd name="connsiteX9" fmla="*/ 11909014 w 12188936"/>
              <a:gd name="connsiteY9" fmla="*/ 125405 h 2033355"/>
              <a:gd name="connsiteX10" fmla="*/ 11631331 w 12188936"/>
              <a:gd name="connsiteY10" fmla="*/ 125405 h 2033355"/>
              <a:gd name="connsiteX11" fmla="*/ 11631331 w 12188936"/>
              <a:gd name="connsiteY11" fmla="*/ 438918 h 2033355"/>
              <a:gd name="connsiteX12" fmla="*/ 11474575 w 12188936"/>
              <a:gd name="connsiteY12" fmla="*/ 438918 h 2033355"/>
              <a:gd name="connsiteX13" fmla="*/ 11474575 w 12188936"/>
              <a:gd name="connsiteY13" fmla="*/ 667335 h 2033355"/>
              <a:gd name="connsiteX14" fmla="*/ 11631331 w 12188936"/>
              <a:gd name="connsiteY14" fmla="*/ 667335 h 2033355"/>
              <a:gd name="connsiteX15" fmla="*/ 11631331 w 12188936"/>
              <a:gd name="connsiteY15" fmla="*/ 1207025 h 2033355"/>
              <a:gd name="connsiteX16" fmla="*/ 12014265 w 12188936"/>
              <a:gd name="connsiteY16" fmla="*/ 1587720 h 2033355"/>
              <a:gd name="connsiteX17" fmla="*/ 9962995 w 12188936"/>
              <a:gd name="connsiteY17" fmla="*/ 344864 h 2033355"/>
              <a:gd name="connsiteX18" fmla="*/ 10137666 w 12188936"/>
              <a:gd name="connsiteY18" fmla="*/ 172432 h 2033355"/>
              <a:gd name="connsiteX19" fmla="*/ 9962995 w 12188936"/>
              <a:gd name="connsiteY19" fmla="*/ 0 h 2033355"/>
              <a:gd name="connsiteX20" fmla="*/ 9788323 w 12188936"/>
              <a:gd name="connsiteY20" fmla="*/ 172432 h 2033355"/>
              <a:gd name="connsiteX21" fmla="*/ 9962995 w 12188936"/>
              <a:gd name="connsiteY21" fmla="*/ 344864 h 2033355"/>
              <a:gd name="connsiteX22" fmla="*/ 10348167 w 12188936"/>
              <a:gd name="connsiteY22" fmla="*/ 1581001 h 2033355"/>
              <a:gd name="connsiteX23" fmla="*/ 10625851 w 12188936"/>
              <a:gd name="connsiteY23" fmla="*/ 1581001 h 2033355"/>
              <a:gd name="connsiteX24" fmla="*/ 10625851 w 12188936"/>
              <a:gd name="connsiteY24" fmla="*/ 958454 h 2033355"/>
              <a:gd name="connsiteX25" fmla="*/ 10892336 w 12188936"/>
              <a:gd name="connsiteY25" fmla="*/ 662856 h 2033355"/>
              <a:gd name="connsiteX26" fmla="*/ 11069247 w 12188936"/>
              <a:gd name="connsiteY26" fmla="*/ 902470 h 2033355"/>
              <a:gd name="connsiteX27" fmla="*/ 11069247 w 12188936"/>
              <a:gd name="connsiteY27" fmla="*/ 1294361 h 2033355"/>
              <a:gd name="connsiteX28" fmla="*/ 11349169 w 12188936"/>
              <a:gd name="connsiteY28" fmla="*/ 1587720 h 2033355"/>
              <a:gd name="connsiteX29" fmla="*/ 11467856 w 12188936"/>
              <a:gd name="connsiteY29" fmla="*/ 1578762 h 2033355"/>
              <a:gd name="connsiteX30" fmla="*/ 11467856 w 12188936"/>
              <a:gd name="connsiteY30" fmla="*/ 1359303 h 2033355"/>
              <a:gd name="connsiteX31" fmla="*/ 11456660 w 12188936"/>
              <a:gd name="connsiteY31" fmla="*/ 1359303 h 2033355"/>
              <a:gd name="connsiteX32" fmla="*/ 11346930 w 12188936"/>
              <a:gd name="connsiteY32" fmla="*/ 1256292 h 2033355"/>
              <a:gd name="connsiteX33" fmla="*/ 11346930 w 12188936"/>
              <a:gd name="connsiteY33" fmla="*/ 830810 h 2033355"/>
              <a:gd name="connsiteX34" fmla="*/ 10972954 w 12188936"/>
              <a:gd name="connsiteY34" fmla="*/ 412046 h 2033355"/>
              <a:gd name="connsiteX35" fmla="*/ 10625851 w 12188936"/>
              <a:gd name="connsiteY35" fmla="*/ 566563 h 2033355"/>
              <a:gd name="connsiteX36" fmla="*/ 10625851 w 12188936"/>
              <a:gd name="connsiteY36" fmla="*/ 438918 h 2033355"/>
              <a:gd name="connsiteX37" fmla="*/ 10348167 w 12188936"/>
              <a:gd name="connsiteY37" fmla="*/ 438918 h 2033355"/>
              <a:gd name="connsiteX38" fmla="*/ 10348167 w 12188936"/>
              <a:gd name="connsiteY38" fmla="*/ 1581001 h 2033355"/>
              <a:gd name="connsiteX39" fmla="*/ 9824152 w 12188936"/>
              <a:gd name="connsiteY39" fmla="*/ 438918 h 2033355"/>
              <a:gd name="connsiteX40" fmla="*/ 9824152 w 12188936"/>
              <a:gd name="connsiteY40" fmla="*/ 1294361 h 2033355"/>
              <a:gd name="connsiteX41" fmla="*/ 10104075 w 12188936"/>
              <a:gd name="connsiteY41" fmla="*/ 1587720 h 2033355"/>
              <a:gd name="connsiteX42" fmla="*/ 10222763 w 12188936"/>
              <a:gd name="connsiteY42" fmla="*/ 1578762 h 2033355"/>
              <a:gd name="connsiteX43" fmla="*/ 10222763 w 12188936"/>
              <a:gd name="connsiteY43" fmla="*/ 1359303 h 2033355"/>
              <a:gd name="connsiteX44" fmla="*/ 10211565 w 12188936"/>
              <a:gd name="connsiteY44" fmla="*/ 1359303 h 2033355"/>
              <a:gd name="connsiteX45" fmla="*/ 10101836 w 12188936"/>
              <a:gd name="connsiteY45" fmla="*/ 1256292 h 2033355"/>
              <a:gd name="connsiteX46" fmla="*/ 10101836 w 12188936"/>
              <a:gd name="connsiteY46" fmla="*/ 438918 h 2033355"/>
              <a:gd name="connsiteX47" fmla="*/ 9824152 w 12188936"/>
              <a:gd name="connsiteY47" fmla="*/ 438918 h 2033355"/>
              <a:gd name="connsiteX48" fmla="*/ 9103073 w 12188936"/>
              <a:gd name="connsiteY48" fmla="*/ 1357064 h 2033355"/>
              <a:gd name="connsiteX49" fmla="*/ 8809715 w 12188936"/>
              <a:gd name="connsiteY49" fmla="*/ 1009960 h 2033355"/>
              <a:gd name="connsiteX50" fmla="*/ 9103073 w 12188936"/>
              <a:gd name="connsiteY50" fmla="*/ 662856 h 2033355"/>
              <a:gd name="connsiteX51" fmla="*/ 9396432 w 12188936"/>
              <a:gd name="connsiteY51" fmla="*/ 1009960 h 2033355"/>
              <a:gd name="connsiteX52" fmla="*/ 9103073 w 12188936"/>
              <a:gd name="connsiteY52" fmla="*/ 1357064 h 2033355"/>
              <a:gd name="connsiteX53" fmla="*/ 9103073 w 12188936"/>
              <a:gd name="connsiteY53" fmla="*/ 1607874 h 2033355"/>
              <a:gd name="connsiteX54" fmla="*/ 9678594 w 12188936"/>
              <a:gd name="connsiteY54" fmla="*/ 1009960 h 2033355"/>
              <a:gd name="connsiteX55" fmla="*/ 9103073 w 12188936"/>
              <a:gd name="connsiteY55" fmla="*/ 412046 h 2033355"/>
              <a:gd name="connsiteX56" fmla="*/ 8527553 w 12188936"/>
              <a:gd name="connsiteY56" fmla="*/ 1009960 h 2033355"/>
              <a:gd name="connsiteX57" fmla="*/ 9103073 w 12188936"/>
              <a:gd name="connsiteY57" fmla="*/ 1607874 h 2033355"/>
              <a:gd name="connsiteX58" fmla="*/ 7705701 w 12188936"/>
              <a:gd name="connsiteY58" fmla="*/ 747953 h 2033355"/>
              <a:gd name="connsiteX59" fmla="*/ 7705701 w 12188936"/>
              <a:gd name="connsiteY59" fmla="*/ 264247 h 2033355"/>
              <a:gd name="connsiteX60" fmla="*/ 7945315 w 12188936"/>
              <a:gd name="connsiteY60" fmla="*/ 264247 h 2033355"/>
              <a:gd name="connsiteX61" fmla="*/ 8218519 w 12188936"/>
              <a:gd name="connsiteY61" fmla="*/ 506100 h 2033355"/>
              <a:gd name="connsiteX62" fmla="*/ 7945315 w 12188936"/>
              <a:gd name="connsiteY62" fmla="*/ 747953 h 2033355"/>
              <a:gd name="connsiteX63" fmla="*/ 7705701 w 12188936"/>
              <a:gd name="connsiteY63" fmla="*/ 747953 h 2033355"/>
              <a:gd name="connsiteX64" fmla="*/ 7423540 w 12188936"/>
              <a:gd name="connsiteY64" fmla="*/ 1581001 h 2033355"/>
              <a:gd name="connsiteX65" fmla="*/ 7705701 w 12188936"/>
              <a:gd name="connsiteY65" fmla="*/ 1581001 h 2033355"/>
              <a:gd name="connsiteX66" fmla="*/ 7705701 w 12188936"/>
              <a:gd name="connsiteY66" fmla="*/ 998763 h 2033355"/>
              <a:gd name="connsiteX67" fmla="*/ 7958751 w 12188936"/>
              <a:gd name="connsiteY67" fmla="*/ 998763 h 2033355"/>
              <a:gd name="connsiteX68" fmla="*/ 8505159 w 12188936"/>
              <a:gd name="connsiteY68" fmla="*/ 506100 h 2033355"/>
              <a:gd name="connsiteX69" fmla="*/ 7958751 w 12188936"/>
              <a:gd name="connsiteY69" fmla="*/ 13436 h 2033355"/>
              <a:gd name="connsiteX70" fmla="*/ 7423540 w 12188936"/>
              <a:gd name="connsiteY70" fmla="*/ 13436 h 2033355"/>
              <a:gd name="connsiteX71" fmla="*/ 7423540 w 12188936"/>
              <a:gd name="connsiteY71" fmla="*/ 1581001 h 2033355"/>
              <a:gd name="connsiteX72" fmla="*/ 6671108 w 12188936"/>
              <a:gd name="connsiteY72" fmla="*/ 1334670 h 2033355"/>
              <a:gd name="connsiteX73" fmla="*/ 6388947 w 12188936"/>
              <a:gd name="connsiteY73" fmla="*/ 998763 h 2033355"/>
              <a:gd name="connsiteX74" fmla="*/ 6671108 w 12188936"/>
              <a:gd name="connsiteY74" fmla="*/ 662856 h 2033355"/>
              <a:gd name="connsiteX75" fmla="*/ 6953270 w 12188936"/>
              <a:gd name="connsiteY75" fmla="*/ 998763 h 2033355"/>
              <a:gd name="connsiteX76" fmla="*/ 6671108 w 12188936"/>
              <a:gd name="connsiteY76" fmla="*/ 1334670 h 2033355"/>
              <a:gd name="connsiteX77" fmla="*/ 4554896 w 12188936"/>
              <a:gd name="connsiteY77" fmla="*/ 344864 h 2033355"/>
              <a:gd name="connsiteX78" fmla="*/ 4729567 w 12188936"/>
              <a:gd name="connsiteY78" fmla="*/ 172432 h 2033355"/>
              <a:gd name="connsiteX79" fmla="*/ 4554896 w 12188936"/>
              <a:gd name="connsiteY79" fmla="*/ 0 h 2033355"/>
              <a:gd name="connsiteX80" fmla="*/ 4380224 w 12188936"/>
              <a:gd name="connsiteY80" fmla="*/ 172432 h 2033355"/>
              <a:gd name="connsiteX81" fmla="*/ 4554896 w 12188936"/>
              <a:gd name="connsiteY81" fmla="*/ 344864 h 2033355"/>
              <a:gd name="connsiteX82" fmla="*/ 5941071 w 12188936"/>
              <a:gd name="connsiteY82" fmla="*/ 1587720 h 2033355"/>
              <a:gd name="connsiteX83" fmla="*/ 6059758 w 12188936"/>
              <a:gd name="connsiteY83" fmla="*/ 1578762 h 2033355"/>
              <a:gd name="connsiteX84" fmla="*/ 6059758 w 12188936"/>
              <a:gd name="connsiteY84" fmla="*/ 1359303 h 2033355"/>
              <a:gd name="connsiteX85" fmla="*/ 6048561 w 12188936"/>
              <a:gd name="connsiteY85" fmla="*/ 1359303 h 2033355"/>
              <a:gd name="connsiteX86" fmla="*/ 5938832 w 12188936"/>
              <a:gd name="connsiteY86" fmla="*/ 1256292 h 2033355"/>
              <a:gd name="connsiteX87" fmla="*/ 5938832 w 12188936"/>
              <a:gd name="connsiteY87" fmla="*/ 830810 h 2033355"/>
              <a:gd name="connsiteX88" fmla="*/ 5564856 w 12188936"/>
              <a:gd name="connsiteY88" fmla="*/ 412046 h 2033355"/>
              <a:gd name="connsiteX89" fmla="*/ 5217752 w 12188936"/>
              <a:gd name="connsiteY89" fmla="*/ 566563 h 2033355"/>
              <a:gd name="connsiteX90" fmla="*/ 5217752 w 12188936"/>
              <a:gd name="connsiteY90" fmla="*/ 438918 h 2033355"/>
              <a:gd name="connsiteX91" fmla="*/ 4940069 w 12188936"/>
              <a:gd name="connsiteY91" fmla="*/ 438918 h 2033355"/>
              <a:gd name="connsiteX92" fmla="*/ 4940069 w 12188936"/>
              <a:gd name="connsiteY92" fmla="*/ 1581001 h 2033355"/>
              <a:gd name="connsiteX93" fmla="*/ 5217752 w 12188936"/>
              <a:gd name="connsiteY93" fmla="*/ 1581001 h 2033355"/>
              <a:gd name="connsiteX94" fmla="*/ 5217752 w 12188936"/>
              <a:gd name="connsiteY94" fmla="*/ 958454 h 2033355"/>
              <a:gd name="connsiteX95" fmla="*/ 5484238 w 12188936"/>
              <a:gd name="connsiteY95" fmla="*/ 662856 h 2033355"/>
              <a:gd name="connsiteX96" fmla="*/ 5661149 w 12188936"/>
              <a:gd name="connsiteY96" fmla="*/ 902470 h 2033355"/>
              <a:gd name="connsiteX97" fmla="*/ 5661149 w 12188936"/>
              <a:gd name="connsiteY97" fmla="*/ 1294361 h 2033355"/>
              <a:gd name="connsiteX98" fmla="*/ 5941071 w 12188936"/>
              <a:gd name="connsiteY98" fmla="*/ 1587720 h 2033355"/>
              <a:gd name="connsiteX99" fmla="*/ 4416054 w 12188936"/>
              <a:gd name="connsiteY99" fmla="*/ 438918 h 2033355"/>
              <a:gd name="connsiteX100" fmla="*/ 4416054 w 12188936"/>
              <a:gd name="connsiteY100" fmla="*/ 1294361 h 2033355"/>
              <a:gd name="connsiteX101" fmla="*/ 4695977 w 12188936"/>
              <a:gd name="connsiteY101" fmla="*/ 1587720 h 2033355"/>
              <a:gd name="connsiteX102" fmla="*/ 4814664 w 12188936"/>
              <a:gd name="connsiteY102" fmla="*/ 1578762 h 2033355"/>
              <a:gd name="connsiteX103" fmla="*/ 4814664 w 12188936"/>
              <a:gd name="connsiteY103" fmla="*/ 1359303 h 2033355"/>
              <a:gd name="connsiteX104" fmla="*/ 4803467 w 12188936"/>
              <a:gd name="connsiteY104" fmla="*/ 1359303 h 2033355"/>
              <a:gd name="connsiteX105" fmla="*/ 4693737 w 12188936"/>
              <a:gd name="connsiteY105" fmla="*/ 1256292 h 2033355"/>
              <a:gd name="connsiteX106" fmla="*/ 4693737 w 12188936"/>
              <a:gd name="connsiteY106" fmla="*/ 438918 h 2033355"/>
              <a:gd name="connsiteX107" fmla="*/ 4416054 w 12188936"/>
              <a:gd name="connsiteY107" fmla="*/ 438918 h 2033355"/>
              <a:gd name="connsiteX108" fmla="*/ 3638990 w 12188936"/>
              <a:gd name="connsiteY108" fmla="*/ 1581001 h 2033355"/>
              <a:gd name="connsiteX109" fmla="*/ 3916673 w 12188936"/>
              <a:gd name="connsiteY109" fmla="*/ 1581001 h 2033355"/>
              <a:gd name="connsiteX110" fmla="*/ 3916673 w 12188936"/>
              <a:gd name="connsiteY110" fmla="*/ 1001002 h 2033355"/>
              <a:gd name="connsiteX111" fmla="*/ 4212271 w 12188936"/>
              <a:gd name="connsiteY111" fmla="*/ 687489 h 2033355"/>
              <a:gd name="connsiteX112" fmla="*/ 4270495 w 12188936"/>
              <a:gd name="connsiteY112" fmla="*/ 691968 h 2033355"/>
              <a:gd name="connsiteX113" fmla="*/ 4270495 w 12188936"/>
              <a:gd name="connsiteY113" fmla="*/ 427721 h 2033355"/>
              <a:gd name="connsiteX114" fmla="*/ 4227947 w 12188936"/>
              <a:gd name="connsiteY114" fmla="*/ 425482 h 2033355"/>
              <a:gd name="connsiteX115" fmla="*/ 3914433 w 12188936"/>
              <a:gd name="connsiteY115" fmla="*/ 566563 h 2033355"/>
              <a:gd name="connsiteX116" fmla="*/ 3914433 w 12188936"/>
              <a:gd name="connsiteY116" fmla="*/ 438918 h 2033355"/>
              <a:gd name="connsiteX117" fmla="*/ 3638990 w 12188936"/>
              <a:gd name="connsiteY117" fmla="*/ 438918 h 2033355"/>
              <a:gd name="connsiteX118" fmla="*/ 3638990 w 12188936"/>
              <a:gd name="connsiteY118" fmla="*/ 1581001 h 2033355"/>
              <a:gd name="connsiteX119" fmla="*/ 2891038 w 12188936"/>
              <a:gd name="connsiteY119" fmla="*/ 1374979 h 2033355"/>
              <a:gd name="connsiteX120" fmla="*/ 2727563 w 12188936"/>
              <a:gd name="connsiteY120" fmla="*/ 1240616 h 2033355"/>
              <a:gd name="connsiteX121" fmla="*/ 3153045 w 12188936"/>
              <a:gd name="connsiteY121" fmla="*/ 1059226 h 2033355"/>
              <a:gd name="connsiteX122" fmla="*/ 2891038 w 12188936"/>
              <a:gd name="connsiteY122" fmla="*/ 1374979 h 2033355"/>
              <a:gd name="connsiteX123" fmla="*/ 2864165 w 12188936"/>
              <a:gd name="connsiteY123" fmla="*/ 1607874 h 2033355"/>
              <a:gd name="connsiteX124" fmla="*/ 3202311 w 12188936"/>
              <a:gd name="connsiteY124" fmla="*/ 1471272 h 2033355"/>
              <a:gd name="connsiteX125" fmla="*/ 3410573 w 12188936"/>
              <a:gd name="connsiteY125" fmla="*/ 1587720 h 2033355"/>
              <a:gd name="connsiteX126" fmla="*/ 3515824 w 12188936"/>
              <a:gd name="connsiteY126" fmla="*/ 1574283 h 2033355"/>
              <a:gd name="connsiteX127" fmla="*/ 3515824 w 12188936"/>
              <a:gd name="connsiteY127" fmla="*/ 1352585 h 2033355"/>
              <a:gd name="connsiteX128" fmla="*/ 3417291 w 12188936"/>
              <a:gd name="connsiteY128" fmla="*/ 1240616 h 2033355"/>
              <a:gd name="connsiteX129" fmla="*/ 3417291 w 12188936"/>
              <a:gd name="connsiteY129" fmla="*/ 904709 h 2033355"/>
              <a:gd name="connsiteX130" fmla="*/ 2906713 w 12188936"/>
              <a:gd name="connsiteY130" fmla="*/ 412046 h 2033355"/>
              <a:gd name="connsiteX131" fmla="*/ 2456598 w 12188936"/>
              <a:gd name="connsiteY131" fmla="*/ 571042 h 2033355"/>
              <a:gd name="connsiteX132" fmla="*/ 2588722 w 12188936"/>
              <a:gd name="connsiteY132" fmla="*/ 786022 h 2033355"/>
              <a:gd name="connsiteX133" fmla="*/ 2906713 w 12188936"/>
              <a:gd name="connsiteY133" fmla="*/ 662856 h 2033355"/>
              <a:gd name="connsiteX134" fmla="*/ 3148566 w 12188936"/>
              <a:gd name="connsiteY134" fmla="*/ 839767 h 2033355"/>
              <a:gd name="connsiteX135" fmla="*/ 2445401 w 12188936"/>
              <a:gd name="connsiteY135" fmla="*/ 1242855 h 2033355"/>
              <a:gd name="connsiteX136" fmla="*/ 2864165 w 12188936"/>
              <a:gd name="connsiteY136" fmla="*/ 1607874 h 2033355"/>
              <a:gd name="connsiteX137" fmla="*/ 1549650 w 12188936"/>
              <a:gd name="connsiteY137" fmla="*/ 857682 h 2033355"/>
              <a:gd name="connsiteX138" fmla="*/ 1818375 w 12188936"/>
              <a:gd name="connsiteY138" fmla="*/ 653899 h 2033355"/>
              <a:gd name="connsiteX139" fmla="*/ 2051271 w 12188936"/>
              <a:gd name="connsiteY139" fmla="*/ 857682 h 2033355"/>
              <a:gd name="connsiteX140" fmla="*/ 1549650 w 12188936"/>
              <a:gd name="connsiteY140" fmla="*/ 857682 h 2033355"/>
              <a:gd name="connsiteX141" fmla="*/ 1845248 w 12188936"/>
              <a:gd name="connsiteY141" fmla="*/ 1607874 h 2033355"/>
              <a:gd name="connsiteX142" fmla="*/ 2346869 w 12188936"/>
              <a:gd name="connsiteY142" fmla="*/ 1370500 h 2033355"/>
              <a:gd name="connsiteX143" fmla="*/ 2149803 w 12188936"/>
              <a:gd name="connsiteY143" fmla="*/ 1198068 h 2033355"/>
              <a:gd name="connsiteX144" fmla="*/ 1845248 w 12188936"/>
              <a:gd name="connsiteY144" fmla="*/ 1357064 h 2033355"/>
              <a:gd name="connsiteX145" fmla="*/ 1540692 w 12188936"/>
              <a:gd name="connsiteY145" fmla="*/ 1081620 h 2033355"/>
              <a:gd name="connsiteX146" fmla="*/ 2324475 w 12188936"/>
              <a:gd name="connsiteY146" fmla="*/ 1081620 h 2033355"/>
              <a:gd name="connsiteX147" fmla="*/ 2333433 w 12188936"/>
              <a:gd name="connsiteY147" fmla="*/ 936060 h 2033355"/>
              <a:gd name="connsiteX148" fmla="*/ 1818375 w 12188936"/>
              <a:gd name="connsiteY148" fmla="*/ 412046 h 2033355"/>
              <a:gd name="connsiteX149" fmla="*/ 1260770 w 12188936"/>
              <a:gd name="connsiteY149" fmla="*/ 1014439 h 2033355"/>
              <a:gd name="connsiteX150" fmla="*/ 1845248 w 12188936"/>
              <a:gd name="connsiteY150" fmla="*/ 1607874 h 2033355"/>
              <a:gd name="connsiteX151" fmla="*/ 282162 w 12188936"/>
              <a:gd name="connsiteY151" fmla="*/ 644941 h 2033355"/>
              <a:gd name="connsiteX152" fmla="*/ 282162 w 12188936"/>
              <a:gd name="connsiteY152" fmla="*/ 264247 h 2033355"/>
              <a:gd name="connsiteX153" fmla="*/ 618068 w 12188936"/>
              <a:gd name="connsiteY153" fmla="*/ 264247 h 2033355"/>
              <a:gd name="connsiteX154" fmla="*/ 828570 w 12188936"/>
              <a:gd name="connsiteY154" fmla="*/ 454594 h 2033355"/>
              <a:gd name="connsiteX155" fmla="*/ 620308 w 12188936"/>
              <a:gd name="connsiteY155" fmla="*/ 644941 h 2033355"/>
              <a:gd name="connsiteX156" fmla="*/ 282162 w 12188936"/>
              <a:gd name="connsiteY156" fmla="*/ 644941 h 2033355"/>
              <a:gd name="connsiteX157" fmla="*/ 282162 w 12188936"/>
              <a:gd name="connsiteY157" fmla="*/ 1330191 h 2033355"/>
              <a:gd name="connsiteX158" fmla="*/ 282162 w 12188936"/>
              <a:gd name="connsiteY158" fmla="*/ 895752 h 2033355"/>
              <a:gd name="connsiteX159" fmla="*/ 633744 w 12188936"/>
              <a:gd name="connsiteY159" fmla="*/ 895752 h 2033355"/>
              <a:gd name="connsiteX160" fmla="*/ 880076 w 12188936"/>
              <a:gd name="connsiteY160" fmla="*/ 1112971 h 2033355"/>
              <a:gd name="connsiteX161" fmla="*/ 633744 w 12188936"/>
              <a:gd name="connsiteY161" fmla="*/ 1330191 h 2033355"/>
              <a:gd name="connsiteX162" fmla="*/ 282162 w 12188936"/>
              <a:gd name="connsiteY162" fmla="*/ 1330191 h 2033355"/>
              <a:gd name="connsiteX163" fmla="*/ 0 w 12188936"/>
              <a:gd name="connsiteY163" fmla="*/ 1581001 h 2033355"/>
              <a:gd name="connsiteX164" fmla="*/ 627026 w 12188936"/>
              <a:gd name="connsiteY164" fmla="*/ 1581001 h 2033355"/>
              <a:gd name="connsiteX165" fmla="*/ 1166716 w 12188936"/>
              <a:gd name="connsiteY165" fmla="*/ 1119689 h 2033355"/>
              <a:gd name="connsiteX166" fmla="*/ 967412 w 12188936"/>
              <a:gd name="connsiteY166" fmla="*/ 747953 h 2033355"/>
              <a:gd name="connsiteX167" fmla="*/ 1110732 w 12188936"/>
              <a:gd name="connsiteY167" fmla="*/ 438918 h 2033355"/>
              <a:gd name="connsiteX168" fmla="*/ 611350 w 12188936"/>
              <a:gd name="connsiteY168" fmla="*/ 13436 h 2033355"/>
              <a:gd name="connsiteX169" fmla="*/ 0 w 12188936"/>
              <a:gd name="connsiteY169" fmla="*/ 13436 h 2033355"/>
              <a:gd name="connsiteX170" fmla="*/ 0 w 12188936"/>
              <a:gd name="connsiteY170" fmla="*/ 1581001 h 2033355"/>
              <a:gd name="connsiteX171" fmla="*/ 6664390 w 12188936"/>
              <a:gd name="connsiteY171" fmla="*/ 2033356 h 2033355"/>
              <a:gd name="connsiteX172" fmla="*/ 7221996 w 12188936"/>
              <a:gd name="connsiteY172" fmla="*/ 1520538 h 2033355"/>
              <a:gd name="connsiteX173" fmla="*/ 7221996 w 12188936"/>
              <a:gd name="connsiteY173" fmla="*/ 438918 h 2033355"/>
              <a:gd name="connsiteX174" fmla="*/ 6944313 w 12188936"/>
              <a:gd name="connsiteY174" fmla="*/ 438918 h 2033355"/>
              <a:gd name="connsiteX175" fmla="*/ 6944313 w 12188936"/>
              <a:gd name="connsiteY175" fmla="*/ 546408 h 2033355"/>
              <a:gd name="connsiteX176" fmla="*/ 6635278 w 12188936"/>
              <a:gd name="connsiteY176" fmla="*/ 412046 h 2033355"/>
              <a:gd name="connsiteX177" fmla="*/ 6106785 w 12188936"/>
              <a:gd name="connsiteY177" fmla="*/ 998763 h 2033355"/>
              <a:gd name="connsiteX178" fmla="*/ 6635278 w 12188936"/>
              <a:gd name="connsiteY178" fmla="*/ 1585480 h 2033355"/>
              <a:gd name="connsiteX179" fmla="*/ 6944313 w 12188936"/>
              <a:gd name="connsiteY179" fmla="*/ 1451118 h 2033355"/>
              <a:gd name="connsiteX180" fmla="*/ 6944313 w 12188936"/>
              <a:gd name="connsiteY180" fmla="*/ 1525017 h 2033355"/>
              <a:gd name="connsiteX181" fmla="*/ 6664390 w 12188936"/>
              <a:gd name="connsiteY181" fmla="*/ 1782546 h 2033355"/>
              <a:gd name="connsiteX182" fmla="*/ 6330723 w 12188936"/>
              <a:gd name="connsiteY182" fmla="*/ 1630268 h 2033355"/>
              <a:gd name="connsiteX183" fmla="*/ 6124700 w 12188936"/>
              <a:gd name="connsiteY183" fmla="*/ 1802700 h 2033355"/>
              <a:gd name="connsiteX184" fmla="*/ 6664390 w 12188936"/>
              <a:gd name="connsiteY184" fmla="*/ 2033356 h 2033355"/>
            </a:gdLst>
            <a:ahLst/>
            <a:cxnLst/>
            <a:rect l="l" t="t" r="r" b="b"/>
            <a:pathLst>
              <a:path w="12188936" h="2033355">
                <a:moveTo>
                  <a:pt x="12014265" y="1587720"/>
                </a:moveTo>
                <a:cubicBezTo>
                  <a:pt x="12061292" y="1587720"/>
                  <a:pt x="12139670" y="1581001"/>
                  <a:pt x="12188936" y="1572044"/>
                </a:cubicBezTo>
                <a:lnTo>
                  <a:pt x="12188936" y="1330191"/>
                </a:lnTo>
                <a:cubicBezTo>
                  <a:pt x="12150867" y="1334670"/>
                  <a:pt x="12110559" y="1341388"/>
                  <a:pt x="12070250" y="1341388"/>
                </a:cubicBezTo>
                <a:cubicBezTo>
                  <a:pt x="11969478" y="1341388"/>
                  <a:pt x="11909014" y="1294361"/>
                  <a:pt x="11909014" y="1177913"/>
                </a:cubicBezTo>
                <a:lnTo>
                  <a:pt x="11909014" y="667335"/>
                </a:lnTo>
                <a:lnTo>
                  <a:pt x="12171021" y="667335"/>
                </a:lnTo>
                <a:lnTo>
                  <a:pt x="12171021" y="438918"/>
                </a:lnTo>
                <a:lnTo>
                  <a:pt x="11909014" y="438918"/>
                </a:lnTo>
                <a:lnTo>
                  <a:pt x="11909014" y="125405"/>
                </a:lnTo>
                <a:lnTo>
                  <a:pt x="11631331" y="125405"/>
                </a:lnTo>
                <a:lnTo>
                  <a:pt x="11631331" y="438918"/>
                </a:lnTo>
                <a:lnTo>
                  <a:pt x="11474575" y="438918"/>
                </a:lnTo>
                <a:lnTo>
                  <a:pt x="11474575" y="667335"/>
                </a:lnTo>
                <a:lnTo>
                  <a:pt x="11631331" y="667335"/>
                </a:lnTo>
                <a:lnTo>
                  <a:pt x="11631331" y="1207025"/>
                </a:lnTo>
                <a:cubicBezTo>
                  <a:pt x="11631331" y="1464554"/>
                  <a:pt x="11776891" y="1587720"/>
                  <a:pt x="12014265" y="1587720"/>
                </a:cubicBezTo>
                <a:close/>
                <a:moveTo>
                  <a:pt x="9962995" y="344864"/>
                </a:moveTo>
                <a:cubicBezTo>
                  <a:pt x="10059288" y="344864"/>
                  <a:pt x="10137666" y="275444"/>
                  <a:pt x="10137666" y="172432"/>
                </a:cubicBezTo>
                <a:cubicBezTo>
                  <a:pt x="10137666" y="69421"/>
                  <a:pt x="10059288" y="0"/>
                  <a:pt x="9962995" y="0"/>
                </a:cubicBezTo>
                <a:cubicBezTo>
                  <a:pt x="9866701" y="0"/>
                  <a:pt x="9788323" y="69421"/>
                  <a:pt x="9788323" y="172432"/>
                </a:cubicBezTo>
                <a:cubicBezTo>
                  <a:pt x="9788323" y="275444"/>
                  <a:pt x="9866701" y="344864"/>
                  <a:pt x="9962995" y="344864"/>
                </a:cubicBezTo>
                <a:close/>
                <a:moveTo>
                  <a:pt x="10348167" y="1581001"/>
                </a:moveTo>
                <a:lnTo>
                  <a:pt x="10625851" y="1581001"/>
                </a:lnTo>
                <a:lnTo>
                  <a:pt x="10625851" y="958454"/>
                </a:lnTo>
                <a:cubicBezTo>
                  <a:pt x="10625851" y="770346"/>
                  <a:pt x="10737819" y="662856"/>
                  <a:pt x="10892336" y="662856"/>
                </a:cubicBezTo>
                <a:cubicBezTo>
                  <a:pt x="11019981" y="662856"/>
                  <a:pt x="11069247" y="750192"/>
                  <a:pt x="11069247" y="902470"/>
                </a:cubicBezTo>
                <a:lnTo>
                  <a:pt x="11069247" y="1294361"/>
                </a:lnTo>
                <a:cubicBezTo>
                  <a:pt x="11069247" y="1482469"/>
                  <a:pt x="11163301" y="1587720"/>
                  <a:pt x="11349169" y="1587720"/>
                </a:cubicBezTo>
                <a:cubicBezTo>
                  <a:pt x="11387239" y="1587720"/>
                  <a:pt x="11429788" y="1587720"/>
                  <a:pt x="11467856" y="1578762"/>
                </a:cubicBezTo>
                <a:lnTo>
                  <a:pt x="11467856" y="1359303"/>
                </a:lnTo>
                <a:lnTo>
                  <a:pt x="11456660" y="1359303"/>
                </a:lnTo>
                <a:cubicBezTo>
                  <a:pt x="11400675" y="1359303"/>
                  <a:pt x="11346930" y="1348106"/>
                  <a:pt x="11346930" y="1256292"/>
                </a:cubicBezTo>
                <a:lnTo>
                  <a:pt x="11346930" y="830810"/>
                </a:lnTo>
                <a:cubicBezTo>
                  <a:pt x="11346930" y="546408"/>
                  <a:pt x="11201371" y="412046"/>
                  <a:pt x="10972954" y="412046"/>
                </a:cubicBezTo>
                <a:cubicBezTo>
                  <a:pt x="10807240" y="412046"/>
                  <a:pt x="10677357" y="490424"/>
                  <a:pt x="10625851" y="566563"/>
                </a:cubicBezTo>
                <a:lnTo>
                  <a:pt x="10625851" y="438918"/>
                </a:lnTo>
                <a:lnTo>
                  <a:pt x="10348167" y="438918"/>
                </a:lnTo>
                <a:lnTo>
                  <a:pt x="10348167" y="1581001"/>
                </a:lnTo>
                <a:close/>
                <a:moveTo>
                  <a:pt x="9824152" y="438918"/>
                </a:moveTo>
                <a:lnTo>
                  <a:pt x="9824152" y="1294361"/>
                </a:lnTo>
                <a:cubicBezTo>
                  <a:pt x="9824152" y="1482469"/>
                  <a:pt x="9918207" y="1587720"/>
                  <a:pt x="10104075" y="1587720"/>
                </a:cubicBezTo>
                <a:cubicBezTo>
                  <a:pt x="10142144" y="1587720"/>
                  <a:pt x="10184693" y="1587720"/>
                  <a:pt x="10222763" y="1578762"/>
                </a:cubicBezTo>
                <a:lnTo>
                  <a:pt x="10222763" y="1359303"/>
                </a:lnTo>
                <a:lnTo>
                  <a:pt x="10211565" y="1359303"/>
                </a:lnTo>
                <a:cubicBezTo>
                  <a:pt x="10155580" y="1359303"/>
                  <a:pt x="10101836" y="1348106"/>
                  <a:pt x="10101836" y="1256292"/>
                </a:cubicBezTo>
                <a:lnTo>
                  <a:pt x="10101836" y="438918"/>
                </a:lnTo>
                <a:lnTo>
                  <a:pt x="9824152" y="438918"/>
                </a:lnTo>
                <a:close/>
                <a:moveTo>
                  <a:pt x="9103073" y="1357064"/>
                </a:moveTo>
                <a:cubicBezTo>
                  <a:pt x="8932881" y="1357064"/>
                  <a:pt x="8809715" y="1222701"/>
                  <a:pt x="8809715" y="1009960"/>
                </a:cubicBezTo>
                <a:cubicBezTo>
                  <a:pt x="8809715" y="797219"/>
                  <a:pt x="8932881" y="662856"/>
                  <a:pt x="9103073" y="662856"/>
                </a:cubicBezTo>
                <a:cubicBezTo>
                  <a:pt x="9273266" y="662856"/>
                  <a:pt x="9396432" y="797219"/>
                  <a:pt x="9396432" y="1009960"/>
                </a:cubicBezTo>
                <a:cubicBezTo>
                  <a:pt x="9396432" y="1222701"/>
                  <a:pt x="9273266" y="1357064"/>
                  <a:pt x="9103073" y="1357064"/>
                </a:cubicBezTo>
                <a:close/>
                <a:moveTo>
                  <a:pt x="9103073" y="1607874"/>
                </a:moveTo>
                <a:cubicBezTo>
                  <a:pt x="9438980" y="1607874"/>
                  <a:pt x="9678594" y="1363782"/>
                  <a:pt x="9678594" y="1009960"/>
                </a:cubicBezTo>
                <a:cubicBezTo>
                  <a:pt x="9678594" y="656138"/>
                  <a:pt x="9438980" y="412046"/>
                  <a:pt x="9103073" y="412046"/>
                </a:cubicBezTo>
                <a:cubicBezTo>
                  <a:pt x="8767166" y="412046"/>
                  <a:pt x="8527553" y="656138"/>
                  <a:pt x="8527553" y="1009960"/>
                </a:cubicBezTo>
                <a:cubicBezTo>
                  <a:pt x="8527553" y="1363782"/>
                  <a:pt x="8767166" y="1607874"/>
                  <a:pt x="9103073" y="1607874"/>
                </a:cubicBezTo>
                <a:close/>
                <a:moveTo>
                  <a:pt x="7705701" y="747953"/>
                </a:moveTo>
                <a:lnTo>
                  <a:pt x="7705701" y="264247"/>
                </a:lnTo>
                <a:lnTo>
                  <a:pt x="7945315" y="264247"/>
                </a:lnTo>
                <a:cubicBezTo>
                  <a:pt x="8131183" y="264247"/>
                  <a:pt x="8218519" y="356061"/>
                  <a:pt x="8218519" y="506100"/>
                </a:cubicBezTo>
                <a:cubicBezTo>
                  <a:pt x="8218519" y="640462"/>
                  <a:pt x="8144619" y="747953"/>
                  <a:pt x="7945315" y="747953"/>
                </a:cubicBezTo>
                <a:lnTo>
                  <a:pt x="7705701" y="747953"/>
                </a:lnTo>
                <a:close/>
                <a:moveTo>
                  <a:pt x="7423540" y="1581001"/>
                </a:moveTo>
                <a:lnTo>
                  <a:pt x="7705701" y="1581001"/>
                </a:lnTo>
                <a:lnTo>
                  <a:pt x="7705701" y="998763"/>
                </a:lnTo>
                <a:lnTo>
                  <a:pt x="7958751" y="998763"/>
                </a:lnTo>
                <a:cubicBezTo>
                  <a:pt x="8308094" y="998763"/>
                  <a:pt x="8505159" y="797219"/>
                  <a:pt x="8505159" y="506100"/>
                </a:cubicBezTo>
                <a:cubicBezTo>
                  <a:pt x="8505159" y="214980"/>
                  <a:pt x="8308094" y="13436"/>
                  <a:pt x="7958751" y="13436"/>
                </a:cubicBezTo>
                <a:lnTo>
                  <a:pt x="7423540" y="13436"/>
                </a:lnTo>
                <a:lnTo>
                  <a:pt x="7423540" y="1581001"/>
                </a:lnTo>
                <a:close/>
                <a:moveTo>
                  <a:pt x="6671108" y="1334670"/>
                </a:moveTo>
                <a:cubicBezTo>
                  <a:pt x="6518830" y="1334670"/>
                  <a:pt x="6388947" y="1215983"/>
                  <a:pt x="6388947" y="998763"/>
                </a:cubicBezTo>
                <a:cubicBezTo>
                  <a:pt x="6388947" y="781543"/>
                  <a:pt x="6518830" y="662856"/>
                  <a:pt x="6671108" y="662856"/>
                </a:cubicBezTo>
                <a:cubicBezTo>
                  <a:pt x="6823386" y="662856"/>
                  <a:pt x="6953270" y="781543"/>
                  <a:pt x="6953270" y="998763"/>
                </a:cubicBezTo>
                <a:cubicBezTo>
                  <a:pt x="6953270" y="1215983"/>
                  <a:pt x="6823386" y="1334670"/>
                  <a:pt x="6671108" y="1334670"/>
                </a:cubicBezTo>
                <a:close/>
                <a:moveTo>
                  <a:pt x="4554896" y="344864"/>
                </a:moveTo>
                <a:cubicBezTo>
                  <a:pt x="4648950" y="344864"/>
                  <a:pt x="4729567" y="270965"/>
                  <a:pt x="4729567" y="172432"/>
                </a:cubicBezTo>
                <a:cubicBezTo>
                  <a:pt x="4729567" y="73900"/>
                  <a:pt x="4648950" y="0"/>
                  <a:pt x="4554896" y="0"/>
                </a:cubicBezTo>
                <a:cubicBezTo>
                  <a:pt x="4460842" y="0"/>
                  <a:pt x="4380224" y="73900"/>
                  <a:pt x="4380224" y="172432"/>
                </a:cubicBezTo>
                <a:cubicBezTo>
                  <a:pt x="4380224" y="270965"/>
                  <a:pt x="4460842" y="344864"/>
                  <a:pt x="4554896" y="344864"/>
                </a:cubicBezTo>
                <a:close/>
                <a:moveTo>
                  <a:pt x="5941071" y="1587720"/>
                </a:moveTo>
                <a:cubicBezTo>
                  <a:pt x="5979140" y="1587720"/>
                  <a:pt x="6021689" y="1587720"/>
                  <a:pt x="6059758" y="1578762"/>
                </a:cubicBezTo>
                <a:lnTo>
                  <a:pt x="6059758" y="1359303"/>
                </a:lnTo>
                <a:lnTo>
                  <a:pt x="6048561" y="1359303"/>
                </a:lnTo>
                <a:cubicBezTo>
                  <a:pt x="5992577" y="1359303"/>
                  <a:pt x="5938832" y="1348106"/>
                  <a:pt x="5938832" y="1256292"/>
                </a:cubicBezTo>
                <a:lnTo>
                  <a:pt x="5938832" y="830810"/>
                </a:lnTo>
                <a:cubicBezTo>
                  <a:pt x="5938832" y="546408"/>
                  <a:pt x="5793272" y="412046"/>
                  <a:pt x="5564856" y="412046"/>
                </a:cubicBezTo>
                <a:cubicBezTo>
                  <a:pt x="5399142" y="412046"/>
                  <a:pt x="5269258" y="490424"/>
                  <a:pt x="5217752" y="566563"/>
                </a:cubicBezTo>
                <a:lnTo>
                  <a:pt x="5217752" y="438918"/>
                </a:lnTo>
                <a:lnTo>
                  <a:pt x="4940069" y="438918"/>
                </a:lnTo>
                <a:lnTo>
                  <a:pt x="4940069" y="1581001"/>
                </a:lnTo>
                <a:lnTo>
                  <a:pt x="5217752" y="1581001"/>
                </a:lnTo>
                <a:lnTo>
                  <a:pt x="5217752" y="958454"/>
                </a:lnTo>
                <a:cubicBezTo>
                  <a:pt x="5217752" y="770346"/>
                  <a:pt x="5329721" y="662856"/>
                  <a:pt x="5484238" y="662856"/>
                </a:cubicBezTo>
                <a:cubicBezTo>
                  <a:pt x="5611882" y="662856"/>
                  <a:pt x="5661149" y="750192"/>
                  <a:pt x="5661149" y="902470"/>
                </a:cubicBezTo>
                <a:lnTo>
                  <a:pt x="5661149" y="1294361"/>
                </a:lnTo>
                <a:cubicBezTo>
                  <a:pt x="5661149" y="1482469"/>
                  <a:pt x="5755203" y="1587720"/>
                  <a:pt x="5941071" y="1587720"/>
                </a:cubicBezTo>
                <a:close/>
                <a:moveTo>
                  <a:pt x="4416054" y="438918"/>
                </a:moveTo>
                <a:lnTo>
                  <a:pt x="4416054" y="1294361"/>
                </a:lnTo>
                <a:cubicBezTo>
                  <a:pt x="4416054" y="1482469"/>
                  <a:pt x="4510109" y="1587720"/>
                  <a:pt x="4695977" y="1587720"/>
                </a:cubicBezTo>
                <a:cubicBezTo>
                  <a:pt x="4734046" y="1587720"/>
                  <a:pt x="4776594" y="1587720"/>
                  <a:pt x="4814664" y="1578762"/>
                </a:cubicBezTo>
                <a:lnTo>
                  <a:pt x="4814664" y="1359303"/>
                </a:lnTo>
                <a:lnTo>
                  <a:pt x="4803467" y="1359303"/>
                </a:lnTo>
                <a:cubicBezTo>
                  <a:pt x="4747482" y="1359303"/>
                  <a:pt x="4693737" y="1348106"/>
                  <a:pt x="4693737" y="1256292"/>
                </a:cubicBezTo>
                <a:lnTo>
                  <a:pt x="4693737" y="438918"/>
                </a:lnTo>
                <a:lnTo>
                  <a:pt x="4416054" y="438918"/>
                </a:lnTo>
                <a:close/>
                <a:moveTo>
                  <a:pt x="3638990" y="1581001"/>
                </a:moveTo>
                <a:lnTo>
                  <a:pt x="3916673" y="1581001"/>
                </a:lnTo>
                <a:lnTo>
                  <a:pt x="3916673" y="1001002"/>
                </a:lnTo>
                <a:cubicBezTo>
                  <a:pt x="3916673" y="761389"/>
                  <a:pt x="4026403" y="687489"/>
                  <a:pt x="4212271" y="687489"/>
                </a:cubicBezTo>
                <a:cubicBezTo>
                  <a:pt x="4234665" y="687489"/>
                  <a:pt x="4259298" y="689729"/>
                  <a:pt x="4270495" y="691968"/>
                </a:cubicBezTo>
                <a:lnTo>
                  <a:pt x="4270495" y="427721"/>
                </a:lnTo>
                <a:cubicBezTo>
                  <a:pt x="4254819" y="425482"/>
                  <a:pt x="4241383" y="425482"/>
                  <a:pt x="4227947" y="425482"/>
                </a:cubicBezTo>
                <a:cubicBezTo>
                  <a:pt x="4057754" y="425482"/>
                  <a:pt x="3968179" y="492663"/>
                  <a:pt x="3914433" y="566563"/>
                </a:cubicBezTo>
                <a:lnTo>
                  <a:pt x="3914433" y="438918"/>
                </a:lnTo>
                <a:lnTo>
                  <a:pt x="3638990" y="438918"/>
                </a:lnTo>
                <a:lnTo>
                  <a:pt x="3638990" y="1581001"/>
                </a:lnTo>
                <a:close/>
                <a:moveTo>
                  <a:pt x="2891038" y="1374979"/>
                </a:moveTo>
                <a:cubicBezTo>
                  <a:pt x="2810420" y="1374979"/>
                  <a:pt x="2727563" y="1334670"/>
                  <a:pt x="2727563" y="1240616"/>
                </a:cubicBezTo>
                <a:cubicBezTo>
                  <a:pt x="2727563" y="1110732"/>
                  <a:pt x="2852968" y="1059226"/>
                  <a:pt x="3153045" y="1059226"/>
                </a:cubicBezTo>
                <a:cubicBezTo>
                  <a:pt x="3153045" y="1269728"/>
                  <a:pt x="3058991" y="1374979"/>
                  <a:pt x="2891038" y="1374979"/>
                </a:cubicBezTo>
                <a:close/>
                <a:moveTo>
                  <a:pt x="2864165" y="1607874"/>
                </a:moveTo>
                <a:cubicBezTo>
                  <a:pt x="3043315" y="1607874"/>
                  <a:pt x="3146327" y="1538453"/>
                  <a:pt x="3202311" y="1471272"/>
                </a:cubicBezTo>
                <a:cubicBezTo>
                  <a:pt x="3222466" y="1525017"/>
                  <a:pt x="3282929" y="1587720"/>
                  <a:pt x="3410573" y="1587720"/>
                </a:cubicBezTo>
                <a:cubicBezTo>
                  <a:pt x="3437446" y="1587720"/>
                  <a:pt x="3477755" y="1585480"/>
                  <a:pt x="3515824" y="1574283"/>
                </a:cubicBezTo>
                <a:lnTo>
                  <a:pt x="3515824" y="1352585"/>
                </a:lnTo>
                <a:cubicBezTo>
                  <a:pt x="3482233" y="1352585"/>
                  <a:pt x="3417291" y="1359303"/>
                  <a:pt x="3417291" y="1240616"/>
                </a:cubicBezTo>
                <a:lnTo>
                  <a:pt x="3417291" y="904709"/>
                </a:lnTo>
                <a:cubicBezTo>
                  <a:pt x="3417291" y="535212"/>
                  <a:pt x="3204551" y="412046"/>
                  <a:pt x="2906713" y="412046"/>
                </a:cubicBezTo>
                <a:cubicBezTo>
                  <a:pt x="2669339" y="412046"/>
                  <a:pt x="2510343" y="528493"/>
                  <a:pt x="2456598" y="571042"/>
                </a:cubicBezTo>
                <a:lnTo>
                  <a:pt x="2588722" y="786022"/>
                </a:lnTo>
                <a:cubicBezTo>
                  <a:pt x="2642467" y="743474"/>
                  <a:pt x="2756675" y="662856"/>
                  <a:pt x="2906713" y="662856"/>
                </a:cubicBezTo>
                <a:cubicBezTo>
                  <a:pt x="3052273" y="662856"/>
                  <a:pt x="3137369" y="718841"/>
                  <a:pt x="3148566" y="839767"/>
                </a:cubicBezTo>
                <a:cubicBezTo>
                  <a:pt x="2976134" y="839767"/>
                  <a:pt x="2445401" y="833049"/>
                  <a:pt x="2445401" y="1242855"/>
                </a:cubicBezTo>
                <a:cubicBezTo>
                  <a:pt x="2445401" y="1480229"/>
                  <a:pt x="2637988" y="1607874"/>
                  <a:pt x="2864165" y="1607874"/>
                </a:cubicBezTo>
                <a:close/>
                <a:moveTo>
                  <a:pt x="1549650" y="857682"/>
                </a:moveTo>
                <a:cubicBezTo>
                  <a:pt x="1585480" y="721080"/>
                  <a:pt x="1692970" y="653899"/>
                  <a:pt x="1818375" y="653899"/>
                </a:cubicBezTo>
                <a:cubicBezTo>
                  <a:pt x="1925865" y="653899"/>
                  <a:pt x="2040074" y="705404"/>
                  <a:pt x="2051271" y="857682"/>
                </a:cubicBezTo>
                <a:lnTo>
                  <a:pt x="1549650" y="857682"/>
                </a:lnTo>
                <a:close/>
                <a:moveTo>
                  <a:pt x="1845248" y="1607874"/>
                </a:moveTo>
                <a:cubicBezTo>
                  <a:pt x="2087101" y="1607874"/>
                  <a:pt x="2266251" y="1477990"/>
                  <a:pt x="2346869" y="1370500"/>
                </a:cubicBezTo>
                <a:lnTo>
                  <a:pt x="2149803" y="1198068"/>
                </a:lnTo>
                <a:cubicBezTo>
                  <a:pt x="2098298" y="1263010"/>
                  <a:pt x="2004244" y="1357064"/>
                  <a:pt x="1845248" y="1357064"/>
                </a:cubicBezTo>
                <a:cubicBezTo>
                  <a:pt x="1670576" y="1357064"/>
                  <a:pt x="1549650" y="1236137"/>
                  <a:pt x="1540692" y="1081620"/>
                </a:cubicBezTo>
                <a:lnTo>
                  <a:pt x="2324475" y="1081620"/>
                </a:lnTo>
                <a:cubicBezTo>
                  <a:pt x="2331193" y="1034593"/>
                  <a:pt x="2333433" y="1001002"/>
                  <a:pt x="2333433" y="936060"/>
                </a:cubicBezTo>
                <a:cubicBezTo>
                  <a:pt x="2333433" y="660617"/>
                  <a:pt x="2174437" y="412046"/>
                  <a:pt x="1818375" y="412046"/>
                </a:cubicBezTo>
                <a:cubicBezTo>
                  <a:pt x="1493665" y="412046"/>
                  <a:pt x="1260770" y="665096"/>
                  <a:pt x="1260770" y="1014439"/>
                </a:cubicBezTo>
                <a:cubicBezTo>
                  <a:pt x="1260770" y="1357064"/>
                  <a:pt x="1500384" y="1607874"/>
                  <a:pt x="1845248" y="1607874"/>
                </a:cubicBezTo>
                <a:close/>
                <a:moveTo>
                  <a:pt x="282162" y="644941"/>
                </a:moveTo>
                <a:lnTo>
                  <a:pt x="282162" y="264247"/>
                </a:lnTo>
                <a:lnTo>
                  <a:pt x="618068" y="264247"/>
                </a:lnTo>
                <a:cubicBezTo>
                  <a:pt x="759149" y="264247"/>
                  <a:pt x="828570" y="338146"/>
                  <a:pt x="828570" y="454594"/>
                </a:cubicBezTo>
                <a:cubicBezTo>
                  <a:pt x="828570" y="571042"/>
                  <a:pt x="756910" y="644941"/>
                  <a:pt x="620308" y="644941"/>
                </a:cubicBezTo>
                <a:lnTo>
                  <a:pt x="282162" y="644941"/>
                </a:lnTo>
                <a:close/>
                <a:moveTo>
                  <a:pt x="282162" y="1330191"/>
                </a:moveTo>
                <a:lnTo>
                  <a:pt x="282162" y="895752"/>
                </a:lnTo>
                <a:lnTo>
                  <a:pt x="633744" y="895752"/>
                </a:lnTo>
                <a:cubicBezTo>
                  <a:pt x="792740" y="895752"/>
                  <a:pt x="880076" y="976369"/>
                  <a:pt x="880076" y="1112971"/>
                </a:cubicBezTo>
                <a:cubicBezTo>
                  <a:pt x="880076" y="1249573"/>
                  <a:pt x="797219" y="1330191"/>
                  <a:pt x="633744" y="1330191"/>
                </a:cubicBezTo>
                <a:lnTo>
                  <a:pt x="282162" y="1330191"/>
                </a:lnTo>
                <a:close/>
                <a:moveTo>
                  <a:pt x="0" y="1581001"/>
                </a:moveTo>
                <a:lnTo>
                  <a:pt x="627026" y="1581001"/>
                </a:lnTo>
                <a:cubicBezTo>
                  <a:pt x="985327" y="1581001"/>
                  <a:pt x="1166716" y="1395133"/>
                  <a:pt x="1166716" y="1119689"/>
                </a:cubicBezTo>
                <a:cubicBezTo>
                  <a:pt x="1166716" y="962933"/>
                  <a:pt x="1099535" y="821852"/>
                  <a:pt x="967412" y="747953"/>
                </a:cubicBezTo>
                <a:cubicBezTo>
                  <a:pt x="1065944" y="674053"/>
                  <a:pt x="1110732" y="562084"/>
                  <a:pt x="1110732" y="438918"/>
                </a:cubicBezTo>
                <a:cubicBezTo>
                  <a:pt x="1110732" y="192587"/>
                  <a:pt x="945018" y="13436"/>
                  <a:pt x="611350" y="13436"/>
                </a:cubicBezTo>
                <a:lnTo>
                  <a:pt x="0" y="13436"/>
                </a:lnTo>
                <a:lnTo>
                  <a:pt x="0" y="1581001"/>
                </a:lnTo>
                <a:close/>
                <a:moveTo>
                  <a:pt x="6664390" y="2033356"/>
                </a:moveTo>
                <a:cubicBezTo>
                  <a:pt x="6879371" y="2033356"/>
                  <a:pt x="7221996" y="1919148"/>
                  <a:pt x="7221996" y="1520538"/>
                </a:cubicBezTo>
                <a:lnTo>
                  <a:pt x="7221996" y="438918"/>
                </a:lnTo>
                <a:lnTo>
                  <a:pt x="6944313" y="438918"/>
                </a:lnTo>
                <a:lnTo>
                  <a:pt x="6944313" y="546408"/>
                </a:lnTo>
                <a:cubicBezTo>
                  <a:pt x="6886089" y="472509"/>
                  <a:pt x="6798753" y="412046"/>
                  <a:pt x="6635278" y="412046"/>
                </a:cubicBezTo>
                <a:cubicBezTo>
                  <a:pt x="6350877" y="412046"/>
                  <a:pt x="6106785" y="640462"/>
                  <a:pt x="6106785" y="998763"/>
                </a:cubicBezTo>
                <a:cubicBezTo>
                  <a:pt x="6106785" y="1357064"/>
                  <a:pt x="6350877" y="1585480"/>
                  <a:pt x="6635278" y="1585480"/>
                </a:cubicBezTo>
                <a:cubicBezTo>
                  <a:pt x="6798753" y="1585480"/>
                  <a:pt x="6886089" y="1527256"/>
                  <a:pt x="6944313" y="1451118"/>
                </a:cubicBezTo>
                <a:lnTo>
                  <a:pt x="6944313" y="1525017"/>
                </a:lnTo>
                <a:cubicBezTo>
                  <a:pt x="6944313" y="1692970"/>
                  <a:pt x="6823386" y="1782546"/>
                  <a:pt x="6664390" y="1782546"/>
                </a:cubicBezTo>
                <a:cubicBezTo>
                  <a:pt x="6489719" y="1782546"/>
                  <a:pt x="6377750" y="1684013"/>
                  <a:pt x="6330723" y="1630268"/>
                </a:cubicBezTo>
                <a:lnTo>
                  <a:pt x="6124700" y="1802700"/>
                </a:lnTo>
                <a:cubicBezTo>
                  <a:pt x="6171727" y="1856445"/>
                  <a:pt x="6330723" y="2033356"/>
                  <a:pt x="6664390" y="2033356"/>
                </a:cubicBezTo>
                <a:close/>
              </a:path>
            </a:pathLst>
          </a:custGeom>
          <a:solidFill>
            <a:srgbClr val="000000"/>
          </a:solidFill>
          <a:ln w="8133">
            <a:noFill/>
            <a:prstDash val="solid"/>
          </a:ln>
        </p:spPr>
        <p:txBody>
          <a:bodyPr anchor="ctr"/>
          <a:lstStyle/>
          <a:p>
            <a:endParaRPr/>
          </a:p>
        </p:txBody>
      </p:sp>
      <p:sp>
        <p:nvSpPr>
          <p:cNvPr id="3" name="BearingPoint Logo">
            <a:extLst>
              <a:ext uri="{FF2B5EF4-FFF2-40B4-BE49-F238E27FC236}">
                <a16:creationId xmlns:a16="http://schemas.microsoft.com/office/drawing/2014/main" id="{8F4CA689-9756-4F65-835B-193C02D18443}"/>
              </a:ext>
            </a:extLst>
          </p:cNvPr>
          <p:cNvSpPr>
            <a:spLocks noGrp="1"/>
          </p:cNvSpPr>
          <p:nvPr/>
        </p:nvSpPr>
        <p:spPr>
          <a:xfrm>
            <a:off x="384175" y="358775"/>
            <a:ext cx="1747838" cy="291574"/>
          </a:xfrm>
          <a:custGeom>
            <a:avLst/>
            <a:gdLst>
              <a:gd name="connsiteX0" fmla="*/ 12014265 w 12188936"/>
              <a:gd name="connsiteY0" fmla="*/ 1587720 h 2033355"/>
              <a:gd name="connsiteX1" fmla="*/ 12188936 w 12188936"/>
              <a:gd name="connsiteY1" fmla="*/ 1572044 h 2033355"/>
              <a:gd name="connsiteX2" fmla="*/ 12188936 w 12188936"/>
              <a:gd name="connsiteY2" fmla="*/ 1330191 h 2033355"/>
              <a:gd name="connsiteX3" fmla="*/ 12070250 w 12188936"/>
              <a:gd name="connsiteY3" fmla="*/ 1341388 h 2033355"/>
              <a:gd name="connsiteX4" fmla="*/ 11909014 w 12188936"/>
              <a:gd name="connsiteY4" fmla="*/ 1177913 h 2033355"/>
              <a:gd name="connsiteX5" fmla="*/ 11909014 w 12188936"/>
              <a:gd name="connsiteY5" fmla="*/ 667335 h 2033355"/>
              <a:gd name="connsiteX6" fmla="*/ 12171021 w 12188936"/>
              <a:gd name="connsiteY6" fmla="*/ 667335 h 2033355"/>
              <a:gd name="connsiteX7" fmla="*/ 12171021 w 12188936"/>
              <a:gd name="connsiteY7" fmla="*/ 438918 h 2033355"/>
              <a:gd name="connsiteX8" fmla="*/ 11909014 w 12188936"/>
              <a:gd name="connsiteY8" fmla="*/ 438918 h 2033355"/>
              <a:gd name="connsiteX9" fmla="*/ 11909014 w 12188936"/>
              <a:gd name="connsiteY9" fmla="*/ 125405 h 2033355"/>
              <a:gd name="connsiteX10" fmla="*/ 11631331 w 12188936"/>
              <a:gd name="connsiteY10" fmla="*/ 125405 h 2033355"/>
              <a:gd name="connsiteX11" fmla="*/ 11631331 w 12188936"/>
              <a:gd name="connsiteY11" fmla="*/ 438918 h 2033355"/>
              <a:gd name="connsiteX12" fmla="*/ 11474575 w 12188936"/>
              <a:gd name="connsiteY12" fmla="*/ 438918 h 2033355"/>
              <a:gd name="connsiteX13" fmla="*/ 11474575 w 12188936"/>
              <a:gd name="connsiteY13" fmla="*/ 667335 h 2033355"/>
              <a:gd name="connsiteX14" fmla="*/ 11631331 w 12188936"/>
              <a:gd name="connsiteY14" fmla="*/ 667335 h 2033355"/>
              <a:gd name="connsiteX15" fmla="*/ 11631331 w 12188936"/>
              <a:gd name="connsiteY15" fmla="*/ 1207025 h 2033355"/>
              <a:gd name="connsiteX16" fmla="*/ 12014265 w 12188936"/>
              <a:gd name="connsiteY16" fmla="*/ 1587720 h 2033355"/>
              <a:gd name="connsiteX17" fmla="*/ 9962995 w 12188936"/>
              <a:gd name="connsiteY17" fmla="*/ 344864 h 2033355"/>
              <a:gd name="connsiteX18" fmla="*/ 10137666 w 12188936"/>
              <a:gd name="connsiteY18" fmla="*/ 172432 h 2033355"/>
              <a:gd name="connsiteX19" fmla="*/ 9962995 w 12188936"/>
              <a:gd name="connsiteY19" fmla="*/ 0 h 2033355"/>
              <a:gd name="connsiteX20" fmla="*/ 9788323 w 12188936"/>
              <a:gd name="connsiteY20" fmla="*/ 172432 h 2033355"/>
              <a:gd name="connsiteX21" fmla="*/ 9962995 w 12188936"/>
              <a:gd name="connsiteY21" fmla="*/ 344864 h 2033355"/>
              <a:gd name="connsiteX22" fmla="*/ 10348167 w 12188936"/>
              <a:gd name="connsiteY22" fmla="*/ 1581001 h 2033355"/>
              <a:gd name="connsiteX23" fmla="*/ 10625851 w 12188936"/>
              <a:gd name="connsiteY23" fmla="*/ 1581001 h 2033355"/>
              <a:gd name="connsiteX24" fmla="*/ 10625851 w 12188936"/>
              <a:gd name="connsiteY24" fmla="*/ 958454 h 2033355"/>
              <a:gd name="connsiteX25" fmla="*/ 10892336 w 12188936"/>
              <a:gd name="connsiteY25" fmla="*/ 662856 h 2033355"/>
              <a:gd name="connsiteX26" fmla="*/ 11069247 w 12188936"/>
              <a:gd name="connsiteY26" fmla="*/ 902470 h 2033355"/>
              <a:gd name="connsiteX27" fmla="*/ 11069247 w 12188936"/>
              <a:gd name="connsiteY27" fmla="*/ 1294361 h 2033355"/>
              <a:gd name="connsiteX28" fmla="*/ 11349169 w 12188936"/>
              <a:gd name="connsiteY28" fmla="*/ 1587720 h 2033355"/>
              <a:gd name="connsiteX29" fmla="*/ 11467856 w 12188936"/>
              <a:gd name="connsiteY29" fmla="*/ 1578762 h 2033355"/>
              <a:gd name="connsiteX30" fmla="*/ 11467856 w 12188936"/>
              <a:gd name="connsiteY30" fmla="*/ 1359303 h 2033355"/>
              <a:gd name="connsiteX31" fmla="*/ 11456660 w 12188936"/>
              <a:gd name="connsiteY31" fmla="*/ 1359303 h 2033355"/>
              <a:gd name="connsiteX32" fmla="*/ 11346930 w 12188936"/>
              <a:gd name="connsiteY32" fmla="*/ 1256292 h 2033355"/>
              <a:gd name="connsiteX33" fmla="*/ 11346930 w 12188936"/>
              <a:gd name="connsiteY33" fmla="*/ 830810 h 2033355"/>
              <a:gd name="connsiteX34" fmla="*/ 10972954 w 12188936"/>
              <a:gd name="connsiteY34" fmla="*/ 412046 h 2033355"/>
              <a:gd name="connsiteX35" fmla="*/ 10625851 w 12188936"/>
              <a:gd name="connsiteY35" fmla="*/ 566563 h 2033355"/>
              <a:gd name="connsiteX36" fmla="*/ 10625851 w 12188936"/>
              <a:gd name="connsiteY36" fmla="*/ 438918 h 2033355"/>
              <a:gd name="connsiteX37" fmla="*/ 10348167 w 12188936"/>
              <a:gd name="connsiteY37" fmla="*/ 438918 h 2033355"/>
              <a:gd name="connsiteX38" fmla="*/ 10348167 w 12188936"/>
              <a:gd name="connsiteY38" fmla="*/ 1581001 h 2033355"/>
              <a:gd name="connsiteX39" fmla="*/ 9824152 w 12188936"/>
              <a:gd name="connsiteY39" fmla="*/ 438918 h 2033355"/>
              <a:gd name="connsiteX40" fmla="*/ 9824152 w 12188936"/>
              <a:gd name="connsiteY40" fmla="*/ 1294361 h 2033355"/>
              <a:gd name="connsiteX41" fmla="*/ 10104075 w 12188936"/>
              <a:gd name="connsiteY41" fmla="*/ 1587720 h 2033355"/>
              <a:gd name="connsiteX42" fmla="*/ 10222763 w 12188936"/>
              <a:gd name="connsiteY42" fmla="*/ 1578762 h 2033355"/>
              <a:gd name="connsiteX43" fmla="*/ 10222763 w 12188936"/>
              <a:gd name="connsiteY43" fmla="*/ 1359303 h 2033355"/>
              <a:gd name="connsiteX44" fmla="*/ 10211565 w 12188936"/>
              <a:gd name="connsiteY44" fmla="*/ 1359303 h 2033355"/>
              <a:gd name="connsiteX45" fmla="*/ 10101836 w 12188936"/>
              <a:gd name="connsiteY45" fmla="*/ 1256292 h 2033355"/>
              <a:gd name="connsiteX46" fmla="*/ 10101836 w 12188936"/>
              <a:gd name="connsiteY46" fmla="*/ 438918 h 2033355"/>
              <a:gd name="connsiteX47" fmla="*/ 9824152 w 12188936"/>
              <a:gd name="connsiteY47" fmla="*/ 438918 h 2033355"/>
              <a:gd name="connsiteX48" fmla="*/ 9103073 w 12188936"/>
              <a:gd name="connsiteY48" fmla="*/ 1357064 h 2033355"/>
              <a:gd name="connsiteX49" fmla="*/ 8809715 w 12188936"/>
              <a:gd name="connsiteY49" fmla="*/ 1009960 h 2033355"/>
              <a:gd name="connsiteX50" fmla="*/ 9103073 w 12188936"/>
              <a:gd name="connsiteY50" fmla="*/ 662856 h 2033355"/>
              <a:gd name="connsiteX51" fmla="*/ 9396432 w 12188936"/>
              <a:gd name="connsiteY51" fmla="*/ 1009960 h 2033355"/>
              <a:gd name="connsiteX52" fmla="*/ 9103073 w 12188936"/>
              <a:gd name="connsiteY52" fmla="*/ 1357064 h 2033355"/>
              <a:gd name="connsiteX53" fmla="*/ 9103073 w 12188936"/>
              <a:gd name="connsiteY53" fmla="*/ 1607874 h 2033355"/>
              <a:gd name="connsiteX54" fmla="*/ 9678594 w 12188936"/>
              <a:gd name="connsiteY54" fmla="*/ 1009960 h 2033355"/>
              <a:gd name="connsiteX55" fmla="*/ 9103073 w 12188936"/>
              <a:gd name="connsiteY55" fmla="*/ 412046 h 2033355"/>
              <a:gd name="connsiteX56" fmla="*/ 8527553 w 12188936"/>
              <a:gd name="connsiteY56" fmla="*/ 1009960 h 2033355"/>
              <a:gd name="connsiteX57" fmla="*/ 9103073 w 12188936"/>
              <a:gd name="connsiteY57" fmla="*/ 1607874 h 2033355"/>
              <a:gd name="connsiteX58" fmla="*/ 7705701 w 12188936"/>
              <a:gd name="connsiteY58" fmla="*/ 747953 h 2033355"/>
              <a:gd name="connsiteX59" fmla="*/ 7705701 w 12188936"/>
              <a:gd name="connsiteY59" fmla="*/ 264247 h 2033355"/>
              <a:gd name="connsiteX60" fmla="*/ 7945315 w 12188936"/>
              <a:gd name="connsiteY60" fmla="*/ 264247 h 2033355"/>
              <a:gd name="connsiteX61" fmla="*/ 8218519 w 12188936"/>
              <a:gd name="connsiteY61" fmla="*/ 506100 h 2033355"/>
              <a:gd name="connsiteX62" fmla="*/ 7945315 w 12188936"/>
              <a:gd name="connsiteY62" fmla="*/ 747953 h 2033355"/>
              <a:gd name="connsiteX63" fmla="*/ 7705701 w 12188936"/>
              <a:gd name="connsiteY63" fmla="*/ 747953 h 2033355"/>
              <a:gd name="connsiteX64" fmla="*/ 7423540 w 12188936"/>
              <a:gd name="connsiteY64" fmla="*/ 1581001 h 2033355"/>
              <a:gd name="connsiteX65" fmla="*/ 7705701 w 12188936"/>
              <a:gd name="connsiteY65" fmla="*/ 1581001 h 2033355"/>
              <a:gd name="connsiteX66" fmla="*/ 7705701 w 12188936"/>
              <a:gd name="connsiteY66" fmla="*/ 998763 h 2033355"/>
              <a:gd name="connsiteX67" fmla="*/ 7958751 w 12188936"/>
              <a:gd name="connsiteY67" fmla="*/ 998763 h 2033355"/>
              <a:gd name="connsiteX68" fmla="*/ 8505159 w 12188936"/>
              <a:gd name="connsiteY68" fmla="*/ 506100 h 2033355"/>
              <a:gd name="connsiteX69" fmla="*/ 7958751 w 12188936"/>
              <a:gd name="connsiteY69" fmla="*/ 13436 h 2033355"/>
              <a:gd name="connsiteX70" fmla="*/ 7423540 w 12188936"/>
              <a:gd name="connsiteY70" fmla="*/ 13436 h 2033355"/>
              <a:gd name="connsiteX71" fmla="*/ 7423540 w 12188936"/>
              <a:gd name="connsiteY71" fmla="*/ 1581001 h 2033355"/>
              <a:gd name="connsiteX72" fmla="*/ 6671108 w 12188936"/>
              <a:gd name="connsiteY72" fmla="*/ 1334670 h 2033355"/>
              <a:gd name="connsiteX73" fmla="*/ 6388947 w 12188936"/>
              <a:gd name="connsiteY73" fmla="*/ 998763 h 2033355"/>
              <a:gd name="connsiteX74" fmla="*/ 6671108 w 12188936"/>
              <a:gd name="connsiteY74" fmla="*/ 662856 h 2033355"/>
              <a:gd name="connsiteX75" fmla="*/ 6953270 w 12188936"/>
              <a:gd name="connsiteY75" fmla="*/ 998763 h 2033355"/>
              <a:gd name="connsiteX76" fmla="*/ 6671108 w 12188936"/>
              <a:gd name="connsiteY76" fmla="*/ 1334670 h 2033355"/>
              <a:gd name="connsiteX77" fmla="*/ 4554896 w 12188936"/>
              <a:gd name="connsiteY77" fmla="*/ 344864 h 2033355"/>
              <a:gd name="connsiteX78" fmla="*/ 4729567 w 12188936"/>
              <a:gd name="connsiteY78" fmla="*/ 172432 h 2033355"/>
              <a:gd name="connsiteX79" fmla="*/ 4554896 w 12188936"/>
              <a:gd name="connsiteY79" fmla="*/ 0 h 2033355"/>
              <a:gd name="connsiteX80" fmla="*/ 4380224 w 12188936"/>
              <a:gd name="connsiteY80" fmla="*/ 172432 h 2033355"/>
              <a:gd name="connsiteX81" fmla="*/ 4554896 w 12188936"/>
              <a:gd name="connsiteY81" fmla="*/ 344864 h 2033355"/>
              <a:gd name="connsiteX82" fmla="*/ 5941071 w 12188936"/>
              <a:gd name="connsiteY82" fmla="*/ 1587720 h 2033355"/>
              <a:gd name="connsiteX83" fmla="*/ 6059758 w 12188936"/>
              <a:gd name="connsiteY83" fmla="*/ 1578762 h 2033355"/>
              <a:gd name="connsiteX84" fmla="*/ 6059758 w 12188936"/>
              <a:gd name="connsiteY84" fmla="*/ 1359303 h 2033355"/>
              <a:gd name="connsiteX85" fmla="*/ 6048561 w 12188936"/>
              <a:gd name="connsiteY85" fmla="*/ 1359303 h 2033355"/>
              <a:gd name="connsiteX86" fmla="*/ 5938832 w 12188936"/>
              <a:gd name="connsiteY86" fmla="*/ 1256292 h 2033355"/>
              <a:gd name="connsiteX87" fmla="*/ 5938832 w 12188936"/>
              <a:gd name="connsiteY87" fmla="*/ 830810 h 2033355"/>
              <a:gd name="connsiteX88" fmla="*/ 5564856 w 12188936"/>
              <a:gd name="connsiteY88" fmla="*/ 412046 h 2033355"/>
              <a:gd name="connsiteX89" fmla="*/ 5217752 w 12188936"/>
              <a:gd name="connsiteY89" fmla="*/ 566563 h 2033355"/>
              <a:gd name="connsiteX90" fmla="*/ 5217752 w 12188936"/>
              <a:gd name="connsiteY90" fmla="*/ 438918 h 2033355"/>
              <a:gd name="connsiteX91" fmla="*/ 4940069 w 12188936"/>
              <a:gd name="connsiteY91" fmla="*/ 438918 h 2033355"/>
              <a:gd name="connsiteX92" fmla="*/ 4940069 w 12188936"/>
              <a:gd name="connsiteY92" fmla="*/ 1581001 h 2033355"/>
              <a:gd name="connsiteX93" fmla="*/ 5217752 w 12188936"/>
              <a:gd name="connsiteY93" fmla="*/ 1581001 h 2033355"/>
              <a:gd name="connsiteX94" fmla="*/ 5217752 w 12188936"/>
              <a:gd name="connsiteY94" fmla="*/ 958454 h 2033355"/>
              <a:gd name="connsiteX95" fmla="*/ 5484238 w 12188936"/>
              <a:gd name="connsiteY95" fmla="*/ 662856 h 2033355"/>
              <a:gd name="connsiteX96" fmla="*/ 5661149 w 12188936"/>
              <a:gd name="connsiteY96" fmla="*/ 902470 h 2033355"/>
              <a:gd name="connsiteX97" fmla="*/ 5661149 w 12188936"/>
              <a:gd name="connsiteY97" fmla="*/ 1294361 h 2033355"/>
              <a:gd name="connsiteX98" fmla="*/ 5941071 w 12188936"/>
              <a:gd name="connsiteY98" fmla="*/ 1587720 h 2033355"/>
              <a:gd name="connsiteX99" fmla="*/ 4416054 w 12188936"/>
              <a:gd name="connsiteY99" fmla="*/ 438918 h 2033355"/>
              <a:gd name="connsiteX100" fmla="*/ 4416054 w 12188936"/>
              <a:gd name="connsiteY100" fmla="*/ 1294361 h 2033355"/>
              <a:gd name="connsiteX101" fmla="*/ 4695977 w 12188936"/>
              <a:gd name="connsiteY101" fmla="*/ 1587720 h 2033355"/>
              <a:gd name="connsiteX102" fmla="*/ 4814664 w 12188936"/>
              <a:gd name="connsiteY102" fmla="*/ 1578762 h 2033355"/>
              <a:gd name="connsiteX103" fmla="*/ 4814664 w 12188936"/>
              <a:gd name="connsiteY103" fmla="*/ 1359303 h 2033355"/>
              <a:gd name="connsiteX104" fmla="*/ 4803467 w 12188936"/>
              <a:gd name="connsiteY104" fmla="*/ 1359303 h 2033355"/>
              <a:gd name="connsiteX105" fmla="*/ 4693737 w 12188936"/>
              <a:gd name="connsiteY105" fmla="*/ 1256292 h 2033355"/>
              <a:gd name="connsiteX106" fmla="*/ 4693737 w 12188936"/>
              <a:gd name="connsiteY106" fmla="*/ 438918 h 2033355"/>
              <a:gd name="connsiteX107" fmla="*/ 4416054 w 12188936"/>
              <a:gd name="connsiteY107" fmla="*/ 438918 h 2033355"/>
              <a:gd name="connsiteX108" fmla="*/ 3638990 w 12188936"/>
              <a:gd name="connsiteY108" fmla="*/ 1581001 h 2033355"/>
              <a:gd name="connsiteX109" fmla="*/ 3916673 w 12188936"/>
              <a:gd name="connsiteY109" fmla="*/ 1581001 h 2033355"/>
              <a:gd name="connsiteX110" fmla="*/ 3916673 w 12188936"/>
              <a:gd name="connsiteY110" fmla="*/ 1001002 h 2033355"/>
              <a:gd name="connsiteX111" fmla="*/ 4212271 w 12188936"/>
              <a:gd name="connsiteY111" fmla="*/ 687489 h 2033355"/>
              <a:gd name="connsiteX112" fmla="*/ 4270495 w 12188936"/>
              <a:gd name="connsiteY112" fmla="*/ 691968 h 2033355"/>
              <a:gd name="connsiteX113" fmla="*/ 4270495 w 12188936"/>
              <a:gd name="connsiteY113" fmla="*/ 427721 h 2033355"/>
              <a:gd name="connsiteX114" fmla="*/ 4227947 w 12188936"/>
              <a:gd name="connsiteY114" fmla="*/ 425482 h 2033355"/>
              <a:gd name="connsiteX115" fmla="*/ 3914433 w 12188936"/>
              <a:gd name="connsiteY115" fmla="*/ 566563 h 2033355"/>
              <a:gd name="connsiteX116" fmla="*/ 3914433 w 12188936"/>
              <a:gd name="connsiteY116" fmla="*/ 438918 h 2033355"/>
              <a:gd name="connsiteX117" fmla="*/ 3638990 w 12188936"/>
              <a:gd name="connsiteY117" fmla="*/ 438918 h 2033355"/>
              <a:gd name="connsiteX118" fmla="*/ 3638990 w 12188936"/>
              <a:gd name="connsiteY118" fmla="*/ 1581001 h 2033355"/>
              <a:gd name="connsiteX119" fmla="*/ 2891038 w 12188936"/>
              <a:gd name="connsiteY119" fmla="*/ 1374979 h 2033355"/>
              <a:gd name="connsiteX120" fmla="*/ 2727563 w 12188936"/>
              <a:gd name="connsiteY120" fmla="*/ 1240616 h 2033355"/>
              <a:gd name="connsiteX121" fmla="*/ 3153045 w 12188936"/>
              <a:gd name="connsiteY121" fmla="*/ 1059226 h 2033355"/>
              <a:gd name="connsiteX122" fmla="*/ 2891038 w 12188936"/>
              <a:gd name="connsiteY122" fmla="*/ 1374979 h 2033355"/>
              <a:gd name="connsiteX123" fmla="*/ 2864165 w 12188936"/>
              <a:gd name="connsiteY123" fmla="*/ 1607874 h 2033355"/>
              <a:gd name="connsiteX124" fmla="*/ 3202311 w 12188936"/>
              <a:gd name="connsiteY124" fmla="*/ 1471272 h 2033355"/>
              <a:gd name="connsiteX125" fmla="*/ 3410573 w 12188936"/>
              <a:gd name="connsiteY125" fmla="*/ 1587720 h 2033355"/>
              <a:gd name="connsiteX126" fmla="*/ 3515824 w 12188936"/>
              <a:gd name="connsiteY126" fmla="*/ 1574283 h 2033355"/>
              <a:gd name="connsiteX127" fmla="*/ 3515824 w 12188936"/>
              <a:gd name="connsiteY127" fmla="*/ 1352585 h 2033355"/>
              <a:gd name="connsiteX128" fmla="*/ 3417291 w 12188936"/>
              <a:gd name="connsiteY128" fmla="*/ 1240616 h 2033355"/>
              <a:gd name="connsiteX129" fmla="*/ 3417291 w 12188936"/>
              <a:gd name="connsiteY129" fmla="*/ 904709 h 2033355"/>
              <a:gd name="connsiteX130" fmla="*/ 2906713 w 12188936"/>
              <a:gd name="connsiteY130" fmla="*/ 412046 h 2033355"/>
              <a:gd name="connsiteX131" fmla="*/ 2456598 w 12188936"/>
              <a:gd name="connsiteY131" fmla="*/ 571042 h 2033355"/>
              <a:gd name="connsiteX132" fmla="*/ 2588722 w 12188936"/>
              <a:gd name="connsiteY132" fmla="*/ 786022 h 2033355"/>
              <a:gd name="connsiteX133" fmla="*/ 2906713 w 12188936"/>
              <a:gd name="connsiteY133" fmla="*/ 662856 h 2033355"/>
              <a:gd name="connsiteX134" fmla="*/ 3148566 w 12188936"/>
              <a:gd name="connsiteY134" fmla="*/ 839767 h 2033355"/>
              <a:gd name="connsiteX135" fmla="*/ 2445401 w 12188936"/>
              <a:gd name="connsiteY135" fmla="*/ 1242855 h 2033355"/>
              <a:gd name="connsiteX136" fmla="*/ 2864165 w 12188936"/>
              <a:gd name="connsiteY136" fmla="*/ 1607874 h 2033355"/>
              <a:gd name="connsiteX137" fmla="*/ 1549650 w 12188936"/>
              <a:gd name="connsiteY137" fmla="*/ 857682 h 2033355"/>
              <a:gd name="connsiteX138" fmla="*/ 1818375 w 12188936"/>
              <a:gd name="connsiteY138" fmla="*/ 653899 h 2033355"/>
              <a:gd name="connsiteX139" fmla="*/ 2051271 w 12188936"/>
              <a:gd name="connsiteY139" fmla="*/ 857682 h 2033355"/>
              <a:gd name="connsiteX140" fmla="*/ 1549650 w 12188936"/>
              <a:gd name="connsiteY140" fmla="*/ 857682 h 2033355"/>
              <a:gd name="connsiteX141" fmla="*/ 1845248 w 12188936"/>
              <a:gd name="connsiteY141" fmla="*/ 1607874 h 2033355"/>
              <a:gd name="connsiteX142" fmla="*/ 2346869 w 12188936"/>
              <a:gd name="connsiteY142" fmla="*/ 1370500 h 2033355"/>
              <a:gd name="connsiteX143" fmla="*/ 2149803 w 12188936"/>
              <a:gd name="connsiteY143" fmla="*/ 1198068 h 2033355"/>
              <a:gd name="connsiteX144" fmla="*/ 1845248 w 12188936"/>
              <a:gd name="connsiteY144" fmla="*/ 1357064 h 2033355"/>
              <a:gd name="connsiteX145" fmla="*/ 1540692 w 12188936"/>
              <a:gd name="connsiteY145" fmla="*/ 1081620 h 2033355"/>
              <a:gd name="connsiteX146" fmla="*/ 2324475 w 12188936"/>
              <a:gd name="connsiteY146" fmla="*/ 1081620 h 2033355"/>
              <a:gd name="connsiteX147" fmla="*/ 2333433 w 12188936"/>
              <a:gd name="connsiteY147" fmla="*/ 936060 h 2033355"/>
              <a:gd name="connsiteX148" fmla="*/ 1818375 w 12188936"/>
              <a:gd name="connsiteY148" fmla="*/ 412046 h 2033355"/>
              <a:gd name="connsiteX149" fmla="*/ 1260770 w 12188936"/>
              <a:gd name="connsiteY149" fmla="*/ 1014439 h 2033355"/>
              <a:gd name="connsiteX150" fmla="*/ 1845248 w 12188936"/>
              <a:gd name="connsiteY150" fmla="*/ 1607874 h 2033355"/>
              <a:gd name="connsiteX151" fmla="*/ 282162 w 12188936"/>
              <a:gd name="connsiteY151" fmla="*/ 644941 h 2033355"/>
              <a:gd name="connsiteX152" fmla="*/ 282162 w 12188936"/>
              <a:gd name="connsiteY152" fmla="*/ 264247 h 2033355"/>
              <a:gd name="connsiteX153" fmla="*/ 618068 w 12188936"/>
              <a:gd name="connsiteY153" fmla="*/ 264247 h 2033355"/>
              <a:gd name="connsiteX154" fmla="*/ 828570 w 12188936"/>
              <a:gd name="connsiteY154" fmla="*/ 454594 h 2033355"/>
              <a:gd name="connsiteX155" fmla="*/ 620308 w 12188936"/>
              <a:gd name="connsiteY155" fmla="*/ 644941 h 2033355"/>
              <a:gd name="connsiteX156" fmla="*/ 282162 w 12188936"/>
              <a:gd name="connsiteY156" fmla="*/ 644941 h 2033355"/>
              <a:gd name="connsiteX157" fmla="*/ 282162 w 12188936"/>
              <a:gd name="connsiteY157" fmla="*/ 1330191 h 2033355"/>
              <a:gd name="connsiteX158" fmla="*/ 282162 w 12188936"/>
              <a:gd name="connsiteY158" fmla="*/ 895752 h 2033355"/>
              <a:gd name="connsiteX159" fmla="*/ 633744 w 12188936"/>
              <a:gd name="connsiteY159" fmla="*/ 895752 h 2033355"/>
              <a:gd name="connsiteX160" fmla="*/ 880076 w 12188936"/>
              <a:gd name="connsiteY160" fmla="*/ 1112971 h 2033355"/>
              <a:gd name="connsiteX161" fmla="*/ 633744 w 12188936"/>
              <a:gd name="connsiteY161" fmla="*/ 1330191 h 2033355"/>
              <a:gd name="connsiteX162" fmla="*/ 282162 w 12188936"/>
              <a:gd name="connsiteY162" fmla="*/ 1330191 h 2033355"/>
              <a:gd name="connsiteX163" fmla="*/ 0 w 12188936"/>
              <a:gd name="connsiteY163" fmla="*/ 1581001 h 2033355"/>
              <a:gd name="connsiteX164" fmla="*/ 627026 w 12188936"/>
              <a:gd name="connsiteY164" fmla="*/ 1581001 h 2033355"/>
              <a:gd name="connsiteX165" fmla="*/ 1166716 w 12188936"/>
              <a:gd name="connsiteY165" fmla="*/ 1119689 h 2033355"/>
              <a:gd name="connsiteX166" fmla="*/ 967412 w 12188936"/>
              <a:gd name="connsiteY166" fmla="*/ 747953 h 2033355"/>
              <a:gd name="connsiteX167" fmla="*/ 1110732 w 12188936"/>
              <a:gd name="connsiteY167" fmla="*/ 438918 h 2033355"/>
              <a:gd name="connsiteX168" fmla="*/ 611350 w 12188936"/>
              <a:gd name="connsiteY168" fmla="*/ 13436 h 2033355"/>
              <a:gd name="connsiteX169" fmla="*/ 0 w 12188936"/>
              <a:gd name="connsiteY169" fmla="*/ 13436 h 2033355"/>
              <a:gd name="connsiteX170" fmla="*/ 0 w 12188936"/>
              <a:gd name="connsiteY170" fmla="*/ 1581001 h 2033355"/>
              <a:gd name="connsiteX171" fmla="*/ 6664390 w 12188936"/>
              <a:gd name="connsiteY171" fmla="*/ 2033356 h 2033355"/>
              <a:gd name="connsiteX172" fmla="*/ 7221996 w 12188936"/>
              <a:gd name="connsiteY172" fmla="*/ 1520538 h 2033355"/>
              <a:gd name="connsiteX173" fmla="*/ 7221996 w 12188936"/>
              <a:gd name="connsiteY173" fmla="*/ 438918 h 2033355"/>
              <a:gd name="connsiteX174" fmla="*/ 6944313 w 12188936"/>
              <a:gd name="connsiteY174" fmla="*/ 438918 h 2033355"/>
              <a:gd name="connsiteX175" fmla="*/ 6944313 w 12188936"/>
              <a:gd name="connsiteY175" fmla="*/ 546408 h 2033355"/>
              <a:gd name="connsiteX176" fmla="*/ 6635278 w 12188936"/>
              <a:gd name="connsiteY176" fmla="*/ 412046 h 2033355"/>
              <a:gd name="connsiteX177" fmla="*/ 6106785 w 12188936"/>
              <a:gd name="connsiteY177" fmla="*/ 998763 h 2033355"/>
              <a:gd name="connsiteX178" fmla="*/ 6635278 w 12188936"/>
              <a:gd name="connsiteY178" fmla="*/ 1585480 h 2033355"/>
              <a:gd name="connsiteX179" fmla="*/ 6944313 w 12188936"/>
              <a:gd name="connsiteY179" fmla="*/ 1451118 h 2033355"/>
              <a:gd name="connsiteX180" fmla="*/ 6944313 w 12188936"/>
              <a:gd name="connsiteY180" fmla="*/ 1525017 h 2033355"/>
              <a:gd name="connsiteX181" fmla="*/ 6664390 w 12188936"/>
              <a:gd name="connsiteY181" fmla="*/ 1782546 h 2033355"/>
              <a:gd name="connsiteX182" fmla="*/ 6330723 w 12188936"/>
              <a:gd name="connsiteY182" fmla="*/ 1630268 h 2033355"/>
              <a:gd name="connsiteX183" fmla="*/ 6124700 w 12188936"/>
              <a:gd name="connsiteY183" fmla="*/ 1802700 h 2033355"/>
              <a:gd name="connsiteX184" fmla="*/ 6664390 w 12188936"/>
              <a:gd name="connsiteY184" fmla="*/ 2033356 h 2033355"/>
            </a:gdLst>
            <a:ahLst/>
            <a:cxnLst/>
            <a:rect l="l" t="t" r="r" b="b"/>
            <a:pathLst>
              <a:path w="12188936" h="2033355">
                <a:moveTo>
                  <a:pt x="12014265" y="1587720"/>
                </a:moveTo>
                <a:cubicBezTo>
                  <a:pt x="12061292" y="1587720"/>
                  <a:pt x="12139670" y="1581001"/>
                  <a:pt x="12188936" y="1572044"/>
                </a:cubicBezTo>
                <a:lnTo>
                  <a:pt x="12188936" y="1330191"/>
                </a:lnTo>
                <a:cubicBezTo>
                  <a:pt x="12150867" y="1334670"/>
                  <a:pt x="12110559" y="1341388"/>
                  <a:pt x="12070250" y="1341388"/>
                </a:cubicBezTo>
                <a:cubicBezTo>
                  <a:pt x="11969478" y="1341388"/>
                  <a:pt x="11909014" y="1294361"/>
                  <a:pt x="11909014" y="1177913"/>
                </a:cubicBezTo>
                <a:lnTo>
                  <a:pt x="11909014" y="667335"/>
                </a:lnTo>
                <a:lnTo>
                  <a:pt x="12171021" y="667335"/>
                </a:lnTo>
                <a:lnTo>
                  <a:pt x="12171021" y="438918"/>
                </a:lnTo>
                <a:lnTo>
                  <a:pt x="11909014" y="438918"/>
                </a:lnTo>
                <a:lnTo>
                  <a:pt x="11909014" y="125405"/>
                </a:lnTo>
                <a:lnTo>
                  <a:pt x="11631331" y="125405"/>
                </a:lnTo>
                <a:lnTo>
                  <a:pt x="11631331" y="438918"/>
                </a:lnTo>
                <a:lnTo>
                  <a:pt x="11474575" y="438918"/>
                </a:lnTo>
                <a:lnTo>
                  <a:pt x="11474575" y="667335"/>
                </a:lnTo>
                <a:lnTo>
                  <a:pt x="11631331" y="667335"/>
                </a:lnTo>
                <a:lnTo>
                  <a:pt x="11631331" y="1207025"/>
                </a:lnTo>
                <a:cubicBezTo>
                  <a:pt x="11631331" y="1464554"/>
                  <a:pt x="11776891" y="1587720"/>
                  <a:pt x="12014265" y="1587720"/>
                </a:cubicBezTo>
                <a:close/>
                <a:moveTo>
                  <a:pt x="9962995" y="344864"/>
                </a:moveTo>
                <a:cubicBezTo>
                  <a:pt x="10059288" y="344864"/>
                  <a:pt x="10137666" y="275444"/>
                  <a:pt x="10137666" y="172432"/>
                </a:cubicBezTo>
                <a:cubicBezTo>
                  <a:pt x="10137666" y="69421"/>
                  <a:pt x="10059288" y="0"/>
                  <a:pt x="9962995" y="0"/>
                </a:cubicBezTo>
                <a:cubicBezTo>
                  <a:pt x="9866701" y="0"/>
                  <a:pt x="9788323" y="69421"/>
                  <a:pt x="9788323" y="172432"/>
                </a:cubicBezTo>
                <a:cubicBezTo>
                  <a:pt x="9788323" y="275444"/>
                  <a:pt x="9866701" y="344864"/>
                  <a:pt x="9962995" y="344864"/>
                </a:cubicBezTo>
                <a:close/>
                <a:moveTo>
                  <a:pt x="10348167" y="1581001"/>
                </a:moveTo>
                <a:lnTo>
                  <a:pt x="10625851" y="1581001"/>
                </a:lnTo>
                <a:lnTo>
                  <a:pt x="10625851" y="958454"/>
                </a:lnTo>
                <a:cubicBezTo>
                  <a:pt x="10625851" y="770346"/>
                  <a:pt x="10737819" y="662856"/>
                  <a:pt x="10892336" y="662856"/>
                </a:cubicBezTo>
                <a:cubicBezTo>
                  <a:pt x="11019981" y="662856"/>
                  <a:pt x="11069247" y="750192"/>
                  <a:pt x="11069247" y="902470"/>
                </a:cubicBezTo>
                <a:lnTo>
                  <a:pt x="11069247" y="1294361"/>
                </a:lnTo>
                <a:cubicBezTo>
                  <a:pt x="11069247" y="1482469"/>
                  <a:pt x="11163301" y="1587720"/>
                  <a:pt x="11349169" y="1587720"/>
                </a:cubicBezTo>
                <a:cubicBezTo>
                  <a:pt x="11387239" y="1587720"/>
                  <a:pt x="11429788" y="1587720"/>
                  <a:pt x="11467856" y="1578762"/>
                </a:cubicBezTo>
                <a:lnTo>
                  <a:pt x="11467856" y="1359303"/>
                </a:lnTo>
                <a:lnTo>
                  <a:pt x="11456660" y="1359303"/>
                </a:lnTo>
                <a:cubicBezTo>
                  <a:pt x="11400675" y="1359303"/>
                  <a:pt x="11346930" y="1348106"/>
                  <a:pt x="11346930" y="1256292"/>
                </a:cubicBezTo>
                <a:lnTo>
                  <a:pt x="11346930" y="830810"/>
                </a:lnTo>
                <a:cubicBezTo>
                  <a:pt x="11346930" y="546408"/>
                  <a:pt x="11201371" y="412046"/>
                  <a:pt x="10972954" y="412046"/>
                </a:cubicBezTo>
                <a:cubicBezTo>
                  <a:pt x="10807240" y="412046"/>
                  <a:pt x="10677357" y="490424"/>
                  <a:pt x="10625851" y="566563"/>
                </a:cubicBezTo>
                <a:lnTo>
                  <a:pt x="10625851" y="438918"/>
                </a:lnTo>
                <a:lnTo>
                  <a:pt x="10348167" y="438918"/>
                </a:lnTo>
                <a:lnTo>
                  <a:pt x="10348167" y="1581001"/>
                </a:lnTo>
                <a:close/>
                <a:moveTo>
                  <a:pt x="9824152" y="438918"/>
                </a:moveTo>
                <a:lnTo>
                  <a:pt x="9824152" y="1294361"/>
                </a:lnTo>
                <a:cubicBezTo>
                  <a:pt x="9824152" y="1482469"/>
                  <a:pt x="9918207" y="1587720"/>
                  <a:pt x="10104075" y="1587720"/>
                </a:cubicBezTo>
                <a:cubicBezTo>
                  <a:pt x="10142144" y="1587720"/>
                  <a:pt x="10184693" y="1587720"/>
                  <a:pt x="10222763" y="1578762"/>
                </a:cubicBezTo>
                <a:lnTo>
                  <a:pt x="10222763" y="1359303"/>
                </a:lnTo>
                <a:lnTo>
                  <a:pt x="10211565" y="1359303"/>
                </a:lnTo>
                <a:cubicBezTo>
                  <a:pt x="10155580" y="1359303"/>
                  <a:pt x="10101836" y="1348106"/>
                  <a:pt x="10101836" y="1256292"/>
                </a:cubicBezTo>
                <a:lnTo>
                  <a:pt x="10101836" y="438918"/>
                </a:lnTo>
                <a:lnTo>
                  <a:pt x="9824152" y="438918"/>
                </a:lnTo>
                <a:close/>
                <a:moveTo>
                  <a:pt x="9103073" y="1357064"/>
                </a:moveTo>
                <a:cubicBezTo>
                  <a:pt x="8932881" y="1357064"/>
                  <a:pt x="8809715" y="1222701"/>
                  <a:pt x="8809715" y="1009960"/>
                </a:cubicBezTo>
                <a:cubicBezTo>
                  <a:pt x="8809715" y="797219"/>
                  <a:pt x="8932881" y="662856"/>
                  <a:pt x="9103073" y="662856"/>
                </a:cubicBezTo>
                <a:cubicBezTo>
                  <a:pt x="9273266" y="662856"/>
                  <a:pt x="9396432" y="797219"/>
                  <a:pt x="9396432" y="1009960"/>
                </a:cubicBezTo>
                <a:cubicBezTo>
                  <a:pt x="9396432" y="1222701"/>
                  <a:pt x="9273266" y="1357064"/>
                  <a:pt x="9103073" y="1357064"/>
                </a:cubicBezTo>
                <a:close/>
                <a:moveTo>
                  <a:pt x="9103073" y="1607874"/>
                </a:moveTo>
                <a:cubicBezTo>
                  <a:pt x="9438980" y="1607874"/>
                  <a:pt x="9678594" y="1363782"/>
                  <a:pt x="9678594" y="1009960"/>
                </a:cubicBezTo>
                <a:cubicBezTo>
                  <a:pt x="9678594" y="656138"/>
                  <a:pt x="9438980" y="412046"/>
                  <a:pt x="9103073" y="412046"/>
                </a:cubicBezTo>
                <a:cubicBezTo>
                  <a:pt x="8767166" y="412046"/>
                  <a:pt x="8527553" y="656138"/>
                  <a:pt x="8527553" y="1009960"/>
                </a:cubicBezTo>
                <a:cubicBezTo>
                  <a:pt x="8527553" y="1363782"/>
                  <a:pt x="8767166" y="1607874"/>
                  <a:pt x="9103073" y="1607874"/>
                </a:cubicBezTo>
                <a:close/>
                <a:moveTo>
                  <a:pt x="7705701" y="747953"/>
                </a:moveTo>
                <a:lnTo>
                  <a:pt x="7705701" y="264247"/>
                </a:lnTo>
                <a:lnTo>
                  <a:pt x="7945315" y="264247"/>
                </a:lnTo>
                <a:cubicBezTo>
                  <a:pt x="8131183" y="264247"/>
                  <a:pt x="8218519" y="356061"/>
                  <a:pt x="8218519" y="506100"/>
                </a:cubicBezTo>
                <a:cubicBezTo>
                  <a:pt x="8218519" y="640462"/>
                  <a:pt x="8144619" y="747953"/>
                  <a:pt x="7945315" y="747953"/>
                </a:cubicBezTo>
                <a:lnTo>
                  <a:pt x="7705701" y="747953"/>
                </a:lnTo>
                <a:close/>
                <a:moveTo>
                  <a:pt x="7423540" y="1581001"/>
                </a:moveTo>
                <a:lnTo>
                  <a:pt x="7705701" y="1581001"/>
                </a:lnTo>
                <a:lnTo>
                  <a:pt x="7705701" y="998763"/>
                </a:lnTo>
                <a:lnTo>
                  <a:pt x="7958751" y="998763"/>
                </a:lnTo>
                <a:cubicBezTo>
                  <a:pt x="8308094" y="998763"/>
                  <a:pt x="8505159" y="797219"/>
                  <a:pt x="8505159" y="506100"/>
                </a:cubicBezTo>
                <a:cubicBezTo>
                  <a:pt x="8505159" y="214980"/>
                  <a:pt x="8308094" y="13436"/>
                  <a:pt x="7958751" y="13436"/>
                </a:cubicBezTo>
                <a:lnTo>
                  <a:pt x="7423540" y="13436"/>
                </a:lnTo>
                <a:lnTo>
                  <a:pt x="7423540" y="1581001"/>
                </a:lnTo>
                <a:close/>
                <a:moveTo>
                  <a:pt x="6671108" y="1334670"/>
                </a:moveTo>
                <a:cubicBezTo>
                  <a:pt x="6518830" y="1334670"/>
                  <a:pt x="6388947" y="1215983"/>
                  <a:pt x="6388947" y="998763"/>
                </a:cubicBezTo>
                <a:cubicBezTo>
                  <a:pt x="6388947" y="781543"/>
                  <a:pt x="6518830" y="662856"/>
                  <a:pt x="6671108" y="662856"/>
                </a:cubicBezTo>
                <a:cubicBezTo>
                  <a:pt x="6823386" y="662856"/>
                  <a:pt x="6953270" y="781543"/>
                  <a:pt x="6953270" y="998763"/>
                </a:cubicBezTo>
                <a:cubicBezTo>
                  <a:pt x="6953270" y="1215983"/>
                  <a:pt x="6823386" y="1334670"/>
                  <a:pt x="6671108" y="1334670"/>
                </a:cubicBezTo>
                <a:close/>
                <a:moveTo>
                  <a:pt x="4554896" y="344864"/>
                </a:moveTo>
                <a:cubicBezTo>
                  <a:pt x="4648950" y="344864"/>
                  <a:pt x="4729567" y="270965"/>
                  <a:pt x="4729567" y="172432"/>
                </a:cubicBezTo>
                <a:cubicBezTo>
                  <a:pt x="4729567" y="73900"/>
                  <a:pt x="4648950" y="0"/>
                  <a:pt x="4554896" y="0"/>
                </a:cubicBezTo>
                <a:cubicBezTo>
                  <a:pt x="4460842" y="0"/>
                  <a:pt x="4380224" y="73900"/>
                  <a:pt x="4380224" y="172432"/>
                </a:cubicBezTo>
                <a:cubicBezTo>
                  <a:pt x="4380224" y="270965"/>
                  <a:pt x="4460842" y="344864"/>
                  <a:pt x="4554896" y="344864"/>
                </a:cubicBezTo>
                <a:close/>
                <a:moveTo>
                  <a:pt x="5941071" y="1587720"/>
                </a:moveTo>
                <a:cubicBezTo>
                  <a:pt x="5979140" y="1587720"/>
                  <a:pt x="6021689" y="1587720"/>
                  <a:pt x="6059758" y="1578762"/>
                </a:cubicBezTo>
                <a:lnTo>
                  <a:pt x="6059758" y="1359303"/>
                </a:lnTo>
                <a:lnTo>
                  <a:pt x="6048561" y="1359303"/>
                </a:lnTo>
                <a:cubicBezTo>
                  <a:pt x="5992577" y="1359303"/>
                  <a:pt x="5938832" y="1348106"/>
                  <a:pt x="5938832" y="1256292"/>
                </a:cubicBezTo>
                <a:lnTo>
                  <a:pt x="5938832" y="830810"/>
                </a:lnTo>
                <a:cubicBezTo>
                  <a:pt x="5938832" y="546408"/>
                  <a:pt x="5793272" y="412046"/>
                  <a:pt x="5564856" y="412046"/>
                </a:cubicBezTo>
                <a:cubicBezTo>
                  <a:pt x="5399142" y="412046"/>
                  <a:pt x="5269258" y="490424"/>
                  <a:pt x="5217752" y="566563"/>
                </a:cubicBezTo>
                <a:lnTo>
                  <a:pt x="5217752" y="438918"/>
                </a:lnTo>
                <a:lnTo>
                  <a:pt x="4940069" y="438918"/>
                </a:lnTo>
                <a:lnTo>
                  <a:pt x="4940069" y="1581001"/>
                </a:lnTo>
                <a:lnTo>
                  <a:pt x="5217752" y="1581001"/>
                </a:lnTo>
                <a:lnTo>
                  <a:pt x="5217752" y="958454"/>
                </a:lnTo>
                <a:cubicBezTo>
                  <a:pt x="5217752" y="770346"/>
                  <a:pt x="5329721" y="662856"/>
                  <a:pt x="5484238" y="662856"/>
                </a:cubicBezTo>
                <a:cubicBezTo>
                  <a:pt x="5611882" y="662856"/>
                  <a:pt x="5661149" y="750192"/>
                  <a:pt x="5661149" y="902470"/>
                </a:cubicBezTo>
                <a:lnTo>
                  <a:pt x="5661149" y="1294361"/>
                </a:lnTo>
                <a:cubicBezTo>
                  <a:pt x="5661149" y="1482469"/>
                  <a:pt x="5755203" y="1587720"/>
                  <a:pt x="5941071" y="1587720"/>
                </a:cubicBezTo>
                <a:close/>
                <a:moveTo>
                  <a:pt x="4416054" y="438918"/>
                </a:moveTo>
                <a:lnTo>
                  <a:pt x="4416054" y="1294361"/>
                </a:lnTo>
                <a:cubicBezTo>
                  <a:pt x="4416054" y="1482469"/>
                  <a:pt x="4510109" y="1587720"/>
                  <a:pt x="4695977" y="1587720"/>
                </a:cubicBezTo>
                <a:cubicBezTo>
                  <a:pt x="4734046" y="1587720"/>
                  <a:pt x="4776594" y="1587720"/>
                  <a:pt x="4814664" y="1578762"/>
                </a:cubicBezTo>
                <a:lnTo>
                  <a:pt x="4814664" y="1359303"/>
                </a:lnTo>
                <a:lnTo>
                  <a:pt x="4803467" y="1359303"/>
                </a:lnTo>
                <a:cubicBezTo>
                  <a:pt x="4747482" y="1359303"/>
                  <a:pt x="4693737" y="1348106"/>
                  <a:pt x="4693737" y="1256292"/>
                </a:cubicBezTo>
                <a:lnTo>
                  <a:pt x="4693737" y="438918"/>
                </a:lnTo>
                <a:lnTo>
                  <a:pt x="4416054" y="438918"/>
                </a:lnTo>
                <a:close/>
                <a:moveTo>
                  <a:pt x="3638990" y="1581001"/>
                </a:moveTo>
                <a:lnTo>
                  <a:pt x="3916673" y="1581001"/>
                </a:lnTo>
                <a:lnTo>
                  <a:pt x="3916673" y="1001002"/>
                </a:lnTo>
                <a:cubicBezTo>
                  <a:pt x="3916673" y="761389"/>
                  <a:pt x="4026403" y="687489"/>
                  <a:pt x="4212271" y="687489"/>
                </a:cubicBezTo>
                <a:cubicBezTo>
                  <a:pt x="4234665" y="687489"/>
                  <a:pt x="4259298" y="689729"/>
                  <a:pt x="4270495" y="691968"/>
                </a:cubicBezTo>
                <a:lnTo>
                  <a:pt x="4270495" y="427721"/>
                </a:lnTo>
                <a:cubicBezTo>
                  <a:pt x="4254819" y="425482"/>
                  <a:pt x="4241383" y="425482"/>
                  <a:pt x="4227947" y="425482"/>
                </a:cubicBezTo>
                <a:cubicBezTo>
                  <a:pt x="4057754" y="425482"/>
                  <a:pt x="3968179" y="492663"/>
                  <a:pt x="3914433" y="566563"/>
                </a:cubicBezTo>
                <a:lnTo>
                  <a:pt x="3914433" y="438918"/>
                </a:lnTo>
                <a:lnTo>
                  <a:pt x="3638990" y="438918"/>
                </a:lnTo>
                <a:lnTo>
                  <a:pt x="3638990" y="1581001"/>
                </a:lnTo>
                <a:close/>
                <a:moveTo>
                  <a:pt x="2891038" y="1374979"/>
                </a:moveTo>
                <a:cubicBezTo>
                  <a:pt x="2810420" y="1374979"/>
                  <a:pt x="2727563" y="1334670"/>
                  <a:pt x="2727563" y="1240616"/>
                </a:cubicBezTo>
                <a:cubicBezTo>
                  <a:pt x="2727563" y="1110732"/>
                  <a:pt x="2852968" y="1059226"/>
                  <a:pt x="3153045" y="1059226"/>
                </a:cubicBezTo>
                <a:cubicBezTo>
                  <a:pt x="3153045" y="1269728"/>
                  <a:pt x="3058991" y="1374979"/>
                  <a:pt x="2891038" y="1374979"/>
                </a:cubicBezTo>
                <a:close/>
                <a:moveTo>
                  <a:pt x="2864165" y="1607874"/>
                </a:moveTo>
                <a:cubicBezTo>
                  <a:pt x="3043315" y="1607874"/>
                  <a:pt x="3146327" y="1538453"/>
                  <a:pt x="3202311" y="1471272"/>
                </a:cubicBezTo>
                <a:cubicBezTo>
                  <a:pt x="3222466" y="1525017"/>
                  <a:pt x="3282929" y="1587720"/>
                  <a:pt x="3410573" y="1587720"/>
                </a:cubicBezTo>
                <a:cubicBezTo>
                  <a:pt x="3437446" y="1587720"/>
                  <a:pt x="3477755" y="1585480"/>
                  <a:pt x="3515824" y="1574283"/>
                </a:cubicBezTo>
                <a:lnTo>
                  <a:pt x="3515824" y="1352585"/>
                </a:lnTo>
                <a:cubicBezTo>
                  <a:pt x="3482233" y="1352585"/>
                  <a:pt x="3417291" y="1359303"/>
                  <a:pt x="3417291" y="1240616"/>
                </a:cubicBezTo>
                <a:lnTo>
                  <a:pt x="3417291" y="904709"/>
                </a:lnTo>
                <a:cubicBezTo>
                  <a:pt x="3417291" y="535212"/>
                  <a:pt x="3204551" y="412046"/>
                  <a:pt x="2906713" y="412046"/>
                </a:cubicBezTo>
                <a:cubicBezTo>
                  <a:pt x="2669339" y="412046"/>
                  <a:pt x="2510343" y="528493"/>
                  <a:pt x="2456598" y="571042"/>
                </a:cubicBezTo>
                <a:lnTo>
                  <a:pt x="2588722" y="786022"/>
                </a:lnTo>
                <a:cubicBezTo>
                  <a:pt x="2642467" y="743474"/>
                  <a:pt x="2756675" y="662856"/>
                  <a:pt x="2906713" y="662856"/>
                </a:cubicBezTo>
                <a:cubicBezTo>
                  <a:pt x="3052273" y="662856"/>
                  <a:pt x="3137369" y="718841"/>
                  <a:pt x="3148566" y="839767"/>
                </a:cubicBezTo>
                <a:cubicBezTo>
                  <a:pt x="2976134" y="839767"/>
                  <a:pt x="2445401" y="833049"/>
                  <a:pt x="2445401" y="1242855"/>
                </a:cubicBezTo>
                <a:cubicBezTo>
                  <a:pt x="2445401" y="1480229"/>
                  <a:pt x="2637988" y="1607874"/>
                  <a:pt x="2864165" y="1607874"/>
                </a:cubicBezTo>
                <a:close/>
                <a:moveTo>
                  <a:pt x="1549650" y="857682"/>
                </a:moveTo>
                <a:cubicBezTo>
                  <a:pt x="1585480" y="721080"/>
                  <a:pt x="1692970" y="653899"/>
                  <a:pt x="1818375" y="653899"/>
                </a:cubicBezTo>
                <a:cubicBezTo>
                  <a:pt x="1925865" y="653899"/>
                  <a:pt x="2040074" y="705404"/>
                  <a:pt x="2051271" y="857682"/>
                </a:cubicBezTo>
                <a:lnTo>
                  <a:pt x="1549650" y="857682"/>
                </a:lnTo>
                <a:close/>
                <a:moveTo>
                  <a:pt x="1845248" y="1607874"/>
                </a:moveTo>
                <a:cubicBezTo>
                  <a:pt x="2087101" y="1607874"/>
                  <a:pt x="2266251" y="1477990"/>
                  <a:pt x="2346869" y="1370500"/>
                </a:cubicBezTo>
                <a:lnTo>
                  <a:pt x="2149803" y="1198068"/>
                </a:lnTo>
                <a:cubicBezTo>
                  <a:pt x="2098298" y="1263010"/>
                  <a:pt x="2004244" y="1357064"/>
                  <a:pt x="1845248" y="1357064"/>
                </a:cubicBezTo>
                <a:cubicBezTo>
                  <a:pt x="1670576" y="1357064"/>
                  <a:pt x="1549650" y="1236137"/>
                  <a:pt x="1540692" y="1081620"/>
                </a:cubicBezTo>
                <a:lnTo>
                  <a:pt x="2324475" y="1081620"/>
                </a:lnTo>
                <a:cubicBezTo>
                  <a:pt x="2331193" y="1034593"/>
                  <a:pt x="2333433" y="1001002"/>
                  <a:pt x="2333433" y="936060"/>
                </a:cubicBezTo>
                <a:cubicBezTo>
                  <a:pt x="2333433" y="660617"/>
                  <a:pt x="2174437" y="412046"/>
                  <a:pt x="1818375" y="412046"/>
                </a:cubicBezTo>
                <a:cubicBezTo>
                  <a:pt x="1493665" y="412046"/>
                  <a:pt x="1260770" y="665096"/>
                  <a:pt x="1260770" y="1014439"/>
                </a:cubicBezTo>
                <a:cubicBezTo>
                  <a:pt x="1260770" y="1357064"/>
                  <a:pt x="1500384" y="1607874"/>
                  <a:pt x="1845248" y="1607874"/>
                </a:cubicBezTo>
                <a:close/>
                <a:moveTo>
                  <a:pt x="282162" y="644941"/>
                </a:moveTo>
                <a:lnTo>
                  <a:pt x="282162" y="264247"/>
                </a:lnTo>
                <a:lnTo>
                  <a:pt x="618068" y="264247"/>
                </a:lnTo>
                <a:cubicBezTo>
                  <a:pt x="759149" y="264247"/>
                  <a:pt x="828570" y="338146"/>
                  <a:pt x="828570" y="454594"/>
                </a:cubicBezTo>
                <a:cubicBezTo>
                  <a:pt x="828570" y="571042"/>
                  <a:pt x="756910" y="644941"/>
                  <a:pt x="620308" y="644941"/>
                </a:cubicBezTo>
                <a:lnTo>
                  <a:pt x="282162" y="644941"/>
                </a:lnTo>
                <a:close/>
                <a:moveTo>
                  <a:pt x="282162" y="1330191"/>
                </a:moveTo>
                <a:lnTo>
                  <a:pt x="282162" y="895752"/>
                </a:lnTo>
                <a:lnTo>
                  <a:pt x="633744" y="895752"/>
                </a:lnTo>
                <a:cubicBezTo>
                  <a:pt x="792740" y="895752"/>
                  <a:pt x="880076" y="976369"/>
                  <a:pt x="880076" y="1112971"/>
                </a:cubicBezTo>
                <a:cubicBezTo>
                  <a:pt x="880076" y="1249573"/>
                  <a:pt x="797219" y="1330191"/>
                  <a:pt x="633744" y="1330191"/>
                </a:cubicBezTo>
                <a:lnTo>
                  <a:pt x="282162" y="1330191"/>
                </a:lnTo>
                <a:close/>
                <a:moveTo>
                  <a:pt x="0" y="1581001"/>
                </a:moveTo>
                <a:lnTo>
                  <a:pt x="627026" y="1581001"/>
                </a:lnTo>
                <a:cubicBezTo>
                  <a:pt x="985327" y="1581001"/>
                  <a:pt x="1166716" y="1395133"/>
                  <a:pt x="1166716" y="1119689"/>
                </a:cubicBezTo>
                <a:cubicBezTo>
                  <a:pt x="1166716" y="962933"/>
                  <a:pt x="1099535" y="821852"/>
                  <a:pt x="967412" y="747953"/>
                </a:cubicBezTo>
                <a:cubicBezTo>
                  <a:pt x="1065944" y="674053"/>
                  <a:pt x="1110732" y="562084"/>
                  <a:pt x="1110732" y="438918"/>
                </a:cubicBezTo>
                <a:cubicBezTo>
                  <a:pt x="1110732" y="192587"/>
                  <a:pt x="945018" y="13436"/>
                  <a:pt x="611350" y="13436"/>
                </a:cubicBezTo>
                <a:lnTo>
                  <a:pt x="0" y="13436"/>
                </a:lnTo>
                <a:lnTo>
                  <a:pt x="0" y="1581001"/>
                </a:lnTo>
                <a:close/>
                <a:moveTo>
                  <a:pt x="6664390" y="2033356"/>
                </a:moveTo>
                <a:cubicBezTo>
                  <a:pt x="6879371" y="2033356"/>
                  <a:pt x="7221996" y="1919148"/>
                  <a:pt x="7221996" y="1520538"/>
                </a:cubicBezTo>
                <a:lnTo>
                  <a:pt x="7221996" y="438918"/>
                </a:lnTo>
                <a:lnTo>
                  <a:pt x="6944313" y="438918"/>
                </a:lnTo>
                <a:lnTo>
                  <a:pt x="6944313" y="546408"/>
                </a:lnTo>
                <a:cubicBezTo>
                  <a:pt x="6886089" y="472509"/>
                  <a:pt x="6798753" y="412046"/>
                  <a:pt x="6635278" y="412046"/>
                </a:cubicBezTo>
                <a:cubicBezTo>
                  <a:pt x="6350877" y="412046"/>
                  <a:pt x="6106785" y="640462"/>
                  <a:pt x="6106785" y="998763"/>
                </a:cubicBezTo>
                <a:cubicBezTo>
                  <a:pt x="6106785" y="1357064"/>
                  <a:pt x="6350877" y="1585480"/>
                  <a:pt x="6635278" y="1585480"/>
                </a:cubicBezTo>
                <a:cubicBezTo>
                  <a:pt x="6798753" y="1585480"/>
                  <a:pt x="6886089" y="1527256"/>
                  <a:pt x="6944313" y="1451118"/>
                </a:cubicBezTo>
                <a:lnTo>
                  <a:pt x="6944313" y="1525017"/>
                </a:lnTo>
                <a:cubicBezTo>
                  <a:pt x="6944313" y="1692970"/>
                  <a:pt x="6823386" y="1782546"/>
                  <a:pt x="6664390" y="1782546"/>
                </a:cubicBezTo>
                <a:cubicBezTo>
                  <a:pt x="6489719" y="1782546"/>
                  <a:pt x="6377750" y="1684013"/>
                  <a:pt x="6330723" y="1630268"/>
                </a:cubicBezTo>
                <a:lnTo>
                  <a:pt x="6124700" y="1802700"/>
                </a:lnTo>
                <a:cubicBezTo>
                  <a:pt x="6171727" y="1856445"/>
                  <a:pt x="6330723" y="2033356"/>
                  <a:pt x="6664390" y="2033356"/>
                </a:cubicBezTo>
                <a:close/>
              </a:path>
            </a:pathLst>
          </a:custGeom>
          <a:solidFill>
            <a:srgbClr val="000000"/>
          </a:solidFill>
          <a:ln w="8133">
            <a:noFill/>
            <a:prstDash val="solid"/>
          </a:ln>
        </p:spPr>
        <p:txBody>
          <a:bodyPr anchor="ct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 - Deep red">
    <p:bg>
      <p:bgPr>
        <a:solidFill>
          <a:srgbClr val="33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20DAD-1B61-93C3-530B-9B622B667CD8}"/>
              </a:ext>
            </a:extLst>
          </p:cNvPr>
          <p:cNvSpPr>
            <a:spLocks noGrp="1"/>
          </p:cNvSpPr>
          <p:nvPr>
            <p:ph type="title"/>
          </p:nvPr>
        </p:nvSpPr>
        <p:spPr>
          <a:xfrm>
            <a:off x="384175" y="1944000"/>
            <a:ext cx="8520113" cy="1918800"/>
          </a:xfrm>
        </p:spPr>
        <p:txBody>
          <a:bodyPr>
            <a:noAutofit/>
          </a:bodyPr>
          <a:lstStyle>
            <a:lvl1pPr>
              <a:lnSpc>
                <a:spcPct val="80000"/>
              </a:lnSpc>
              <a:buNone/>
              <a:defRPr sz="7000"/>
            </a:lvl1pPr>
          </a:lstStyle>
          <a:p>
            <a:r>
              <a:t>Klikk for å redigere tittelstil</a:t>
            </a:r>
          </a:p>
        </p:txBody>
      </p:sp>
      <p:sp>
        <p:nvSpPr>
          <p:cNvPr id="7" name="Text Placeholder 6">
            <a:extLst>
              <a:ext uri="{FF2B5EF4-FFF2-40B4-BE49-F238E27FC236}">
                <a16:creationId xmlns:a16="http://schemas.microsoft.com/office/drawing/2014/main" id="{CEC21A32-3B29-FB79-375A-AFF484FAE380}"/>
              </a:ext>
            </a:extLst>
          </p:cNvPr>
          <p:cNvSpPr>
            <a:spLocks noGrp="1"/>
          </p:cNvSpPr>
          <p:nvPr>
            <p:ph type="body" idx="10"/>
          </p:nvPr>
        </p:nvSpPr>
        <p:spPr>
          <a:xfrm>
            <a:off x="384175" y="4579200"/>
            <a:ext cx="3683000" cy="1396999"/>
          </a:xfrm>
        </p:spPr>
        <p:txBody>
          <a:bodyPr/>
          <a:lstStyle>
            <a:lvl1pPr marL="0" indent="0">
              <a:spcAft>
                <a:spcPts val="1800"/>
              </a:spcAft>
              <a:buNone/>
              <a:defRPr/>
            </a:lvl1pPr>
            <a:lvl2pPr marL="180975" indent="0">
              <a:buNone/>
              <a:defRPr/>
            </a:lvl2pPr>
            <a:lvl3pPr marL="361950" indent="0">
              <a:buNone/>
              <a:defRPr/>
            </a:lvl3pPr>
            <a:lvl4pPr marL="542925" indent="0">
              <a:buNone/>
              <a:defRPr/>
            </a:lvl4pPr>
            <a:lvl5pPr marL="714375" indent="0">
              <a:buNone/>
              <a:defRPr/>
            </a:lvl5pPr>
          </a:lstStyle>
          <a:p>
            <a:pPr lvl="0">
              <a:buNone/>
            </a:pPr>
            <a:r>
              <a:t>Klikk for å redigere tekststiler i malen</a:t>
            </a:r>
          </a:p>
        </p:txBody>
      </p:sp>
      <p:sp>
        <p:nvSpPr>
          <p:cNvPr id="10" name="BearingPoint Logo">
            <a:extLst>
              <a:ext uri="{FF2B5EF4-FFF2-40B4-BE49-F238E27FC236}">
                <a16:creationId xmlns:a16="http://schemas.microsoft.com/office/drawing/2014/main" id="{85653425-B89B-9F14-16FF-4838CACB3D49}"/>
              </a:ext>
            </a:extLst>
          </p:cNvPr>
          <p:cNvSpPr>
            <a:spLocks noGrp="1"/>
          </p:cNvSpPr>
          <p:nvPr/>
        </p:nvSpPr>
        <p:spPr>
          <a:xfrm>
            <a:off x="384175" y="358775"/>
            <a:ext cx="1747838" cy="291574"/>
          </a:xfrm>
          <a:custGeom>
            <a:avLst/>
            <a:gdLst>
              <a:gd name="connsiteX0" fmla="*/ 12014265 w 12188936"/>
              <a:gd name="connsiteY0" fmla="*/ 1587720 h 2033355"/>
              <a:gd name="connsiteX1" fmla="*/ 12188936 w 12188936"/>
              <a:gd name="connsiteY1" fmla="*/ 1572044 h 2033355"/>
              <a:gd name="connsiteX2" fmla="*/ 12188936 w 12188936"/>
              <a:gd name="connsiteY2" fmla="*/ 1330191 h 2033355"/>
              <a:gd name="connsiteX3" fmla="*/ 12070250 w 12188936"/>
              <a:gd name="connsiteY3" fmla="*/ 1341388 h 2033355"/>
              <a:gd name="connsiteX4" fmla="*/ 11909014 w 12188936"/>
              <a:gd name="connsiteY4" fmla="*/ 1177913 h 2033355"/>
              <a:gd name="connsiteX5" fmla="*/ 11909014 w 12188936"/>
              <a:gd name="connsiteY5" fmla="*/ 667335 h 2033355"/>
              <a:gd name="connsiteX6" fmla="*/ 12171021 w 12188936"/>
              <a:gd name="connsiteY6" fmla="*/ 667335 h 2033355"/>
              <a:gd name="connsiteX7" fmla="*/ 12171021 w 12188936"/>
              <a:gd name="connsiteY7" fmla="*/ 438918 h 2033355"/>
              <a:gd name="connsiteX8" fmla="*/ 11909014 w 12188936"/>
              <a:gd name="connsiteY8" fmla="*/ 438918 h 2033355"/>
              <a:gd name="connsiteX9" fmla="*/ 11909014 w 12188936"/>
              <a:gd name="connsiteY9" fmla="*/ 125405 h 2033355"/>
              <a:gd name="connsiteX10" fmla="*/ 11631331 w 12188936"/>
              <a:gd name="connsiteY10" fmla="*/ 125405 h 2033355"/>
              <a:gd name="connsiteX11" fmla="*/ 11631331 w 12188936"/>
              <a:gd name="connsiteY11" fmla="*/ 438918 h 2033355"/>
              <a:gd name="connsiteX12" fmla="*/ 11474575 w 12188936"/>
              <a:gd name="connsiteY12" fmla="*/ 438918 h 2033355"/>
              <a:gd name="connsiteX13" fmla="*/ 11474575 w 12188936"/>
              <a:gd name="connsiteY13" fmla="*/ 667335 h 2033355"/>
              <a:gd name="connsiteX14" fmla="*/ 11631331 w 12188936"/>
              <a:gd name="connsiteY14" fmla="*/ 667335 h 2033355"/>
              <a:gd name="connsiteX15" fmla="*/ 11631331 w 12188936"/>
              <a:gd name="connsiteY15" fmla="*/ 1207025 h 2033355"/>
              <a:gd name="connsiteX16" fmla="*/ 12014265 w 12188936"/>
              <a:gd name="connsiteY16" fmla="*/ 1587720 h 2033355"/>
              <a:gd name="connsiteX17" fmla="*/ 9962995 w 12188936"/>
              <a:gd name="connsiteY17" fmla="*/ 344864 h 2033355"/>
              <a:gd name="connsiteX18" fmla="*/ 10137666 w 12188936"/>
              <a:gd name="connsiteY18" fmla="*/ 172432 h 2033355"/>
              <a:gd name="connsiteX19" fmla="*/ 9962995 w 12188936"/>
              <a:gd name="connsiteY19" fmla="*/ 0 h 2033355"/>
              <a:gd name="connsiteX20" fmla="*/ 9788323 w 12188936"/>
              <a:gd name="connsiteY20" fmla="*/ 172432 h 2033355"/>
              <a:gd name="connsiteX21" fmla="*/ 9962995 w 12188936"/>
              <a:gd name="connsiteY21" fmla="*/ 344864 h 2033355"/>
              <a:gd name="connsiteX22" fmla="*/ 10348167 w 12188936"/>
              <a:gd name="connsiteY22" fmla="*/ 1581001 h 2033355"/>
              <a:gd name="connsiteX23" fmla="*/ 10625851 w 12188936"/>
              <a:gd name="connsiteY23" fmla="*/ 1581001 h 2033355"/>
              <a:gd name="connsiteX24" fmla="*/ 10625851 w 12188936"/>
              <a:gd name="connsiteY24" fmla="*/ 958454 h 2033355"/>
              <a:gd name="connsiteX25" fmla="*/ 10892336 w 12188936"/>
              <a:gd name="connsiteY25" fmla="*/ 662856 h 2033355"/>
              <a:gd name="connsiteX26" fmla="*/ 11069247 w 12188936"/>
              <a:gd name="connsiteY26" fmla="*/ 902470 h 2033355"/>
              <a:gd name="connsiteX27" fmla="*/ 11069247 w 12188936"/>
              <a:gd name="connsiteY27" fmla="*/ 1294361 h 2033355"/>
              <a:gd name="connsiteX28" fmla="*/ 11349169 w 12188936"/>
              <a:gd name="connsiteY28" fmla="*/ 1587720 h 2033355"/>
              <a:gd name="connsiteX29" fmla="*/ 11467856 w 12188936"/>
              <a:gd name="connsiteY29" fmla="*/ 1578762 h 2033355"/>
              <a:gd name="connsiteX30" fmla="*/ 11467856 w 12188936"/>
              <a:gd name="connsiteY30" fmla="*/ 1359303 h 2033355"/>
              <a:gd name="connsiteX31" fmla="*/ 11456660 w 12188936"/>
              <a:gd name="connsiteY31" fmla="*/ 1359303 h 2033355"/>
              <a:gd name="connsiteX32" fmla="*/ 11346930 w 12188936"/>
              <a:gd name="connsiteY32" fmla="*/ 1256292 h 2033355"/>
              <a:gd name="connsiteX33" fmla="*/ 11346930 w 12188936"/>
              <a:gd name="connsiteY33" fmla="*/ 830810 h 2033355"/>
              <a:gd name="connsiteX34" fmla="*/ 10972954 w 12188936"/>
              <a:gd name="connsiteY34" fmla="*/ 412046 h 2033355"/>
              <a:gd name="connsiteX35" fmla="*/ 10625851 w 12188936"/>
              <a:gd name="connsiteY35" fmla="*/ 566563 h 2033355"/>
              <a:gd name="connsiteX36" fmla="*/ 10625851 w 12188936"/>
              <a:gd name="connsiteY36" fmla="*/ 438918 h 2033355"/>
              <a:gd name="connsiteX37" fmla="*/ 10348167 w 12188936"/>
              <a:gd name="connsiteY37" fmla="*/ 438918 h 2033355"/>
              <a:gd name="connsiteX38" fmla="*/ 10348167 w 12188936"/>
              <a:gd name="connsiteY38" fmla="*/ 1581001 h 2033355"/>
              <a:gd name="connsiteX39" fmla="*/ 9824152 w 12188936"/>
              <a:gd name="connsiteY39" fmla="*/ 438918 h 2033355"/>
              <a:gd name="connsiteX40" fmla="*/ 9824152 w 12188936"/>
              <a:gd name="connsiteY40" fmla="*/ 1294361 h 2033355"/>
              <a:gd name="connsiteX41" fmla="*/ 10104075 w 12188936"/>
              <a:gd name="connsiteY41" fmla="*/ 1587720 h 2033355"/>
              <a:gd name="connsiteX42" fmla="*/ 10222763 w 12188936"/>
              <a:gd name="connsiteY42" fmla="*/ 1578762 h 2033355"/>
              <a:gd name="connsiteX43" fmla="*/ 10222763 w 12188936"/>
              <a:gd name="connsiteY43" fmla="*/ 1359303 h 2033355"/>
              <a:gd name="connsiteX44" fmla="*/ 10211565 w 12188936"/>
              <a:gd name="connsiteY44" fmla="*/ 1359303 h 2033355"/>
              <a:gd name="connsiteX45" fmla="*/ 10101836 w 12188936"/>
              <a:gd name="connsiteY45" fmla="*/ 1256292 h 2033355"/>
              <a:gd name="connsiteX46" fmla="*/ 10101836 w 12188936"/>
              <a:gd name="connsiteY46" fmla="*/ 438918 h 2033355"/>
              <a:gd name="connsiteX47" fmla="*/ 9824152 w 12188936"/>
              <a:gd name="connsiteY47" fmla="*/ 438918 h 2033355"/>
              <a:gd name="connsiteX48" fmla="*/ 9103073 w 12188936"/>
              <a:gd name="connsiteY48" fmla="*/ 1357064 h 2033355"/>
              <a:gd name="connsiteX49" fmla="*/ 8809715 w 12188936"/>
              <a:gd name="connsiteY49" fmla="*/ 1009960 h 2033355"/>
              <a:gd name="connsiteX50" fmla="*/ 9103073 w 12188936"/>
              <a:gd name="connsiteY50" fmla="*/ 662856 h 2033355"/>
              <a:gd name="connsiteX51" fmla="*/ 9396432 w 12188936"/>
              <a:gd name="connsiteY51" fmla="*/ 1009960 h 2033355"/>
              <a:gd name="connsiteX52" fmla="*/ 9103073 w 12188936"/>
              <a:gd name="connsiteY52" fmla="*/ 1357064 h 2033355"/>
              <a:gd name="connsiteX53" fmla="*/ 9103073 w 12188936"/>
              <a:gd name="connsiteY53" fmla="*/ 1607874 h 2033355"/>
              <a:gd name="connsiteX54" fmla="*/ 9678594 w 12188936"/>
              <a:gd name="connsiteY54" fmla="*/ 1009960 h 2033355"/>
              <a:gd name="connsiteX55" fmla="*/ 9103073 w 12188936"/>
              <a:gd name="connsiteY55" fmla="*/ 412046 h 2033355"/>
              <a:gd name="connsiteX56" fmla="*/ 8527553 w 12188936"/>
              <a:gd name="connsiteY56" fmla="*/ 1009960 h 2033355"/>
              <a:gd name="connsiteX57" fmla="*/ 9103073 w 12188936"/>
              <a:gd name="connsiteY57" fmla="*/ 1607874 h 2033355"/>
              <a:gd name="connsiteX58" fmla="*/ 7705701 w 12188936"/>
              <a:gd name="connsiteY58" fmla="*/ 747953 h 2033355"/>
              <a:gd name="connsiteX59" fmla="*/ 7705701 w 12188936"/>
              <a:gd name="connsiteY59" fmla="*/ 264247 h 2033355"/>
              <a:gd name="connsiteX60" fmla="*/ 7945315 w 12188936"/>
              <a:gd name="connsiteY60" fmla="*/ 264247 h 2033355"/>
              <a:gd name="connsiteX61" fmla="*/ 8218519 w 12188936"/>
              <a:gd name="connsiteY61" fmla="*/ 506100 h 2033355"/>
              <a:gd name="connsiteX62" fmla="*/ 7945315 w 12188936"/>
              <a:gd name="connsiteY62" fmla="*/ 747953 h 2033355"/>
              <a:gd name="connsiteX63" fmla="*/ 7705701 w 12188936"/>
              <a:gd name="connsiteY63" fmla="*/ 747953 h 2033355"/>
              <a:gd name="connsiteX64" fmla="*/ 7423540 w 12188936"/>
              <a:gd name="connsiteY64" fmla="*/ 1581001 h 2033355"/>
              <a:gd name="connsiteX65" fmla="*/ 7705701 w 12188936"/>
              <a:gd name="connsiteY65" fmla="*/ 1581001 h 2033355"/>
              <a:gd name="connsiteX66" fmla="*/ 7705701 w 12188936"/>
              <a:gd name="connsiteY66" fmla="*/ 998763 h 2033355"/>
              <a:gd name="connsiteX67" fmla="*/ 7958751 w 12188936"/>
              <a:gd name="connsiteY67" fmla="*/ 998763 h 2033355"/>
              <a:gd name="connsiteX68" fmla="*/ 8505159 w 12188936"/>
              <a:gd name="connsiteY68" fmla="*/ 506100 h 2033355"/>
              <a:gd name="connsiteX69" fmla="*/ 7958751 w 12188936"/>
              <a:gd name="connsiteY69" fmla="*/ 13436 h 2033355"/>
              <a:gd name="connsiteX70" fmla="*/ 7423540 w 12188936"/>
              <a:gd name="connsiteY70" fmla="*/ 13436 h 2033355"/>
              <a:gd name="connsiteX71" fmla="*/ 7423540 w 12188936"/>
              <a:gd name="connsiteY71" fmla="*/ 1581001 h 2033355"/>
              <a:gd name="connsiteX72" fmla="*/ 6671108 w 12188936"/>
              <a:gd name="connsiteY72" fmla="*/ 1334670 h 2033355"/>
              <a:gd name="connsiteX73" fmla="*/ 6388947 w 12188936"/>
              <a:gd name="connsiteY73" fmla="*/ 998763 h 2033355"/>
              <a:gd name="connsiteX74" fmla="*/ 6671108 w 12188936"/>
              <a:gd name="connsiteY74" fmla="*/ 662856 h 2033355"/>
              <a:gd name="connsiteX75" fmla="*/ 6953270 w 12188936"/>
              <a:gd name="connsiteY75" fmla="*/ 998763 h 2033355"/>
              <a:gd name="connsiteX76" fmla="*/ 6671108 w 12188936"/>
              <a:gd name="connsiteY76" fmla="*/ 1334670 h 2033355"/>
              <a:gd name="connsiteX77" fmla="*/ 4554896 w 12188936"/>
              <a:gd name="connsiteY77" fmla="*/ 344864 h 2033355"/>
              <a:gd name="connsiteX78" fmla="*/ 4729567 w 12188936"/>
              <a:gd name="connsiteY78" fmla="*/ 172432 h 2033355"/>
              <a:gd name="connsiteX79" fmla="*/ 4554896 w 12188936"/>
              <a:gd name="connsiteY79" fmla="*/ 0 h 2033355"/>
              <a:gd name="connsiteX80" fmla="*/ 4380224 w 12188936"/>
              <a:gd name="connsiteY80" fmla="*/ 172432 h 2033355"/>
              <a:gd name="connsiteX81" fmla="*/ 4554896 w 12188936"/>
              <a:gd name="connsiteY81" fmla="*/ 344864 h 2033355"/>
              <a:gd name="connsiteX82" fmla="*/ 5941071 w 12188936"/>
              <a:gd name="connsiteY82" fmla="*/ 1587720 h 2033355"/>
              <a:gd name="connsiteX83" fmla="*/ 6059758 w 12188936"/>
              <a:gd name="connsiteY83" fmla="*/ 1578762 h 2033355"/>
              <a:gd name="connsiteX84" fmla="*/ 6059758 w 12188936"/>
              <a:gd name="connsiteY84" fmla="*/ 1359303 h 2033355"/>
              <a:gd name="connsiteX85" fmla="*/ 6048561 w 12188936"/>
              <a:gd name="connsiteY85" fmla="*/ 1359303 h 2033355"/>
              <a:gd name="connsiteX86" fmla="*/ 5938832 w 12188936"/>
              <a:gd name="connsiteY86" fmla="*/ 1256292 h 2033355"/>
              <a:gd name="connsiteX87" fmla="*/ 5938832 w 12188936"/>
              <a:gd name="connsiteY87" fmla="*/ 830810 h 2033355"/>
              <a:gd name="connsiteX88" fmla="*/ 5564856 w 12188936"/>
              <a:gd name="connsiteY88" fmla="*/ 412046 h 2033355"/>
              <a:gd name="connsiteX89" fmla="*/ 5217752 w 12188936"/>
              <a:gd name="connsiteY89" fmla="*/ 566563 h 2033355"/>
              <a:gd name="connsiteX90" fmla="*/ 5217752 w 12188936"/>
              <a:gd name="connsiteY90" fmla="*/ 438918 h 2033355"/>
              <a:gd name="connsiteX91" fmla="*/ 4940069 w 12188936"/>
              <a:gd name="connsiteY91" fmla="*/ 438918 h 2033355"/>
              <a:gd name="connsiteX92" fmla="*/ 4940069 w 12188936"/>
              <a:gd name="connsiteY92" fmla="*/ 1581001 h 2033355"/>
              <a:gd name="connsiteX93" fmla="*/ 5217752 w 12188936"/>
              <a:gd name="connsiteY93" fmla="*/ 1581001 h 2033355"/>
              <a:gd name="connsiteX94" fmla="*/ 5217752 w 12188936"/>
              <a:gd name="connsiteY94" fmla="*/ 958454 h 2033355"/>
              <a:gd name="connsiteX95" fmla="*/ 5484238 w 12188936"/>
              <a:gd name="connsiteY95" fmla="*/ 662856 h 2033355"/>
              <a:gd name="connsiteX96" fmla="*/ 5661149 w 12188936"/>
              <a:gd name="connsiteY96" fmla="*/ 902470 h 2033355"/>
              <a:gd name="connsiteX97" fmla="*/ 5661149 w 12188936"/>
              <a:gd name="connsiteY97" fmla="*/ 1294361 h 2033355"/>
              <a:gd name="connsiteX98" fmla="*/ 5941071 w 12188936"/>
              <a:gd name="connsiteY98" fmla="*/ 1587720 h 2033355"/>
              <a:gd name="connsiteX99" fmla="*/ 4416054 w 12188936"/>
              <a:gd name="connsiteY99" fmla="*/ 438918 h 2033355"/>
              <a:gd name="connsiteX100" fmla="*/ 4416054 w 12188936"/>
              <a:gd name="connsiteY100" fmla="*/ 1294361 h 2033355"/>
              <a:gd name="connsiteX101" fmla="*/ 4695977 w 12188936"/>
              <a:gd name="connsiteY101" fmla="*/ 1587720 h 2033355"/>
              <a:gd name="connsiteX102" fmla="*/ 4814664 w 12188936"/>
              <a:gd name="connsiteY102" fmla="*/ 1578762 h 2033355"/>
              <a:gd name="connsiteX103" fmla="*/ 4814664 w 12188936"/>
              <a:gd name="connsiteY103" fmla="*/ 1359303 h 2033355"/>
              <a:gd name="connsiteX104" fmla="*/ 4803467 w 12188936"/>
              <a:gd name="connsiteY104" fmla="*/ 1359303 h 2033355"/>
              <a:gd name="connsiteX105" fmla="*/ 4693737 w 12188936"/>
              <a:gd name="connsiteY105" fmla="*/ 1256292 h 2033355"/>
              <a:gd name="connsiteX106" fmla="*/ 4693737 w 12188936"/>
              <a:gd name="connsiteY106" fmla="*/ 438918 h 2033355"/>
              <a:gd name="connsiteX107" fmla="*/ 4416054 w 12188936"/>
              <a:gd name="connsiteY107" fmla="*/ 438918 h 2033355"/>
              <a:gd name="connsiteX108" fmla="*/ 3638990 w 12188936"/>
              <a:gd name="connsiteY108" fmla="*/ 1581001 h 2033355"/>
              <a:gd name="connsiteX109" fmla="*/ 3916673 w 12188936"/>
              <a:gd name="connsiteY109" fmla="*/ 1581001 h 2033355"/>
              <a:gd name="connsiteX110" fmla="*/ 3916673 w 12188936"/>
              <a:gd name="connsiteY110" fmla="*/ 1001002 h 2033355"/>
              <a:gd name="connsiteX111" fmla="*/ 4212271 w 12188936"/>
              <a:gd name="connsiteY111" fmla="*/ 687489 h 2033355"/>
              <a:gd name="connsiteX112" fmla="*/ 4270495 w 12188936"/>
              <a:gd name="connsiteY112" fmla="*/ 691968 h 2033355"/>
              <a:gd name="connsiteX113" fmla="*/ 4270495 w 12188936"/>
              <a:gd name="connsiteY113" fmla="*/ 427721 h 2033355"/>
              <a:gd name="connsiteX114" fmla="*/ 4227947 w 12188936"/>
              <a:gd name="connsiteY114" fmla="*/ 425482 h 2033355"/>
              <a:gd name="connsiteX115" fmla="*/ 3914433 w 12188936"/>
              <a:gd name="connsiteY115" fmla="*/ 566563 h 2033355"/>
              <a:gd name="connsiteX116" fmla="*/ 3914433 w 12188936"/>
              <a:gd name="connsiteY116" fmla="*/ 438918 h 2033355"/>
              <a:gd name="connsiteX117" fmla="*/ 3638990 w 12188936"/>
              <a:gd name="connsiteY117" fmla="*/ 438918 h 2033355"/>
              <a:gd name="connsiteX118" fmla="*/ 3638990 w 12188936"/>
              <a:gd name="connsiteY118" fmla="*/ 1581001 h 2033355"/>
              <a:gd name="connsiteX119" fmla="*/ 2891038 w 12188936"/>
              <a:gd name="connsiteY119" fmla="*/ 1374979 h 2033355"/>
              <a:gd name="connsiteX120" fmla="*/ 2727563 w 12188936"/>
              <a:gd name="connsiteY120" fmla="*/ 1240616 h 2033355"/>
              <a:gd name="connsiteX121" fmla="*/ 3153045 w 12188936"/>
              <a:gd name="connsiteY121" fmla="*/ 1059226 h 2033355"/>
              <a:gd name="connsiteX122" fmla="*/ 2891038 w 12188936"/>
              <a:gd name="connsiteY122" fmla="*/ 1374979 h 2033355"/>
              <a:gd name="connsiteX123" fmla="*/ 2864165 w 12188936"/>
              <a:gd name="connsiteY123" fmla="*/ 1607874 h 2033355"/>
              <a:gd name="connsiteX124" fmla="*/ 3202311 w 12188936"/>
              <a:gd name="connsiteY124" fmla="*/ 1471272 h 2033355"/>
              <a:gd name="connsiteX125" fmla="*/ 3410573 w 12188936"/>
              <a:gd name="connsiteY125" fmla="*/ 1587720 h 2033355"/>
              <a:gd name="connsiteX126" fmla="*/ 3515824 w 12188936"/>
              <a:gd name="connsiteY126" fmla="*/ 1574283 h 2033355"/>
              <a:gd name="connsiteX127" fmla="*/ 3515824 w 12188936"/>
              <a:gd name="connsiteY127" fmla="*/ 1352585 h 2033355"/>
              <a:gd name="connsiteX128" fmla="*/ 3417291 w 12188936"/>
              <a:gd name="connsiteY128" fmla="*/ 1240616 h 2033355"/>
              <a:gd name="connsiteX129" fmla="*/ 3417291 w 12188936"/>
              <a:gd name="connsiteY129" fmla="*/ 904709 h 2033355"/>
              <a:gd name="connsiteX130" fmla="*/ 2906713 w 12188936"/>
              <a:gd name="connsiteY130" fmla="*/ 412046 h 2033355"/>
              <a:gd name="connsiteX131" fmla="*/ 2456598 w 12188936"/>
              <a:gd name="connsiteY131" fmla="*/ 571042 h 2033355"/>
              <a:gd name="connsiteX132" fmla="*/ 2588722 w 12188936"/>
              <a:gd name="connsiteY132" fmla="*/ 786022 h 2033355"/>
              <a:gd name="connsiteX133" fmla="*/ 2906713 w 12188936"/>
              <a:gd name="connsiteY133" fmla="*/ 662856 h 2033355"/>
              <a:gd name="connsiteX134" fmla="*/ 3148566 w 12188936"/>
              <a:gd name="connsiteY134" fmla="*/ 839767 h 2033355"/>
              <a:gd name="connsiteX135" fmla="*/ 2445401 w 12188936"/>
              <a:gd name="connsiteY135" fmla="*/ 1242855 h 2033355"/>
              <a:gd name="connsiteX136" fmla="*/ 2864165 w 12188936"/>
              <a:gd name="connsiteY136" fmla="*/ 1607874 h 2033355"/>
              <a:gd name="connsiteX137" fmla="*/ 1549650 w 12188936"/>
              <a:gd name="connsiteY137" fmla="*/ 857682 h 2033355"/>
              <a:gd name="connsiteX138" fmla="*/ 1818375 w 12188936"/>
              <a:gd name="connsiteY138" fmla="*/ 653899 h 2033355"/>
              <a:gd name="connsiteX139" fmla="*/ 2051271 w 12188936"/>
              <a:gd name="connsiteY139" fmla="*/ 857682 h 2033355"/>
              <a:gd name="connsiteX140" fmla="*/ 1549650 w 12188936"/>
              <a:gd name="connsiteY140" fmla="*/ 857682 h 2033355"/>
              <a:gd name="connsiteX141" fmla="*/ 1845248 w 12188936"/>
              <a:gd name="connsiteY141" fmla="*/ 1607874 h 2033355"/>
              <a:gd name="connsiteX142" fmla="*/ 2346869 w 12188936"/>
              <a:gd name="connsiteY142" fmla="*/ 1370500 h 2033355"/>
              <a:gd name="connsiteX143" fmla="*/ 2149803 w 12188936"/>
              <a:gd name="connsiteY143" fmla="*/ 1198068 h 2033355"/>
              <a:gd name="connsiteX144" fmla="*/ 1845248 w 12188936"/>
              <a:gd name="connsiteY144" fmla="*/ 1357064 h 2033355"/>
              <a:gd name="connsiteX145" fmla="*/ 1540692 w 12188936"/>
              <a:gd name="connsiteY145" fmla="*/ 1081620 h 2033355"/>
              <a:gd name="connsiteX146" fmla="*/ 2324475 w 12188936"/>
              <a:gd name="connsiteY146" fmla="*/ 1081620 h 2033355"/>
              <a:gd name="connsiteX147" fmla="*/ 2333433 w 12188936"/>
              <a:gd name="connsiteY147" fmla="*/ 936060 h 2033355"/>
              <a:gd name="connsiteX148" fmla="*/ 1818375 w 12188936"/>
              <a:gd name="connsiteY148" fmla="*/ 412046 h 2033355"/>
              <a:gd name="connsiteX149" fmla="*/ 1260770 w 12188936"/>
              <a:gd name="connsiteY149" fmla="*/ 1014439 h 2033355"/>
              <a:gd name="connsiteX150" fmla="*/ 1845248 w 12188936"/>
              <a:gd name="connsiteY150" fmla="*/ 1607874 h 2033355"/>
              <a:gd name="connsiteX151" fmla="*/ 282162 w 12188936"/>
              <a:gd name="connsiteY151" fmla="*/ 644941 h 2033355"/>
              <a:gd name="connsiteX152" fmla="*/ 282162 w 12188936"/>
              <a:gd name="connsiteY152" fmla="*/ 264247 h 2033355"/>
              <a:gd name="connsiteX153" fmla="*/ 618068 w 12188936"/>
              <a:gd name="connsiteY153" fmla="*/ 264247 h 2033355"/>
              <a:gd name="connsiteX154" fmla="*/ 828570 w 12188936"/>
              <a:gd name="connsiteY154" fmla="*/ 454594 h 2033355"/>
              <a:gd name="connsiteX155" fmla="*/ 620308 w 12188936"/>
              <a:gd name="connsiteY155" fmla="*/ 644941 h 2033355"/>
              <a:gd name="connsiteX156" fmla="*/ 282162 w 12188936"/>
              <a:gd name="connsiteY156" fmla="*/ 644941 h 2033355"/>
              <a:gd name="connsiteX157" fmla="*/ 282162 w 12188936"/>
              <a:gd name="connsiteY157" fmla="*/ 1330191 h 2033355"/>
              <a:gd name="connsiteX158" fmla="*/ 282162 w 12188936"/>
              <a:gd name="connsiteY158" fmla="*/ 895752 h 2033355"/>
              <a:gd name="connsiteX159" fmla="*/ 633744 w 12188936"/>
              <a:gd name="connsiteY159" fmla="*/ 895752 h 2033355"/>
              <a:gd name="connsiteX160" fmla="*/ 880076 w 12188936"/>
              <a:gd name="connsiteY160" fmla="*/ 1112971 h 2033355"/>
              <a:gd name="connsiteX161" fmla="*/ 633744 w 12188936"/>
              <a:gd name="connsiteY161" fmla="*/ 1330191 h 2033355"/>
              <a:gd name="connsiteX162" fmla="*/ 282162 w 12188936"/>
              <a:gd name="connsiteY162" fmla="*/ 1330191 h 2033355"/>
              <a:gd name="connsiteX163" fmla="*/ 0 w 12188936"/>
              <a:gd name="connsiteY163" fmla="*/ 1581001 h 2033355"/>
              <a:gd name="connsiteX164" fmla="*/ 627026 w 12188936"/>
              <a:gd name="connsiteY164" fmla="*/ 1581001 h 2033355"/>
              <a:gd name="connsiteX165" fmla="*/ 1166716 w 12188936"/>
              <a:gd name="connsiteY165" fmla="*/ 1119689 h 2033355"/>
              <a:gd name="connsiteX166" fmla="*/ 967412 w 12188936"/>
              <a:gd name="connsiteY166" fmla="*/ 747953 h 2033355"/>
              <a:gd name="connsiteX167" fmla="*/ 1110732 w 12188936"/>
              <a:gd name="connsiteY167" fmla="*/ 438918 h 2033355"/>
              <a:gd name="connsiteX168" fmla="*/ 611350 w 12188936"/>
              <a:gd name="connsiteY168" fmla="*/ 13436 h 2033355"/>
              <a:gd name="connsiteX169" fmla="*/ 0 w 12188936"/>
              <a:gd name="connsiteY169" fmla="*/ 13436 h 2033355"/>
              <a:gd name="connsiteX170" fmla="*/ 0 w 12188936"/>
              <a:gd name="connsiteY170" fmla="*/ 1581001 h 2033355"/>
              <a:gd name="connsiteX171" fmla="*/ 6664390 w 12188936"/>
              <a:gd name="connsiteY171" fmla="*/ 2033356 h 2033355"/>
              <a:gd name="connsiteX172" fmla="*/ 7221996 w 12188936"/>
              <a:gd name="connsiteY172" fmla="*/ 1520538 h 2033355"/>
              <a:gd name="connsiteX173" fmla="*/ 7221996 w 12188936"/>
              <a:gd name="connsiteY173" fmla="*/ 438918 h 2033355"/>
              <a:gd name="connsiteX174" fmla="*/ 6944313 w 12188936"/>
              <a:gd name="connsiteY174" fmla="*/ 438918 h 2033355"/>
              <a:gd name="connsiteX175" fmla="*/ 6944313 w 12188936"/>
              <a:gd name="connsiteY175" fmla="*/ 546408 h 2033355"/>
              <a:gd name="connsiteX176" fmla="*/ 6635278 w 12188936"/>
              <a:gd name="connsiteY176" fmla="*/ 412046 h 2033355"/>
              <a:gd name="connsiteX177" fmla="*/ 6106785 w 12188936"/>
              <a:gd name="connsiteY177" fmla="*/ 998763 h 2033355"/>
              <a:gd name="connsiteX178" fmla="*/ 6635278 w 12188936"/>
              <a:gd name="connsiteY178" fmla="*/ 1585480 h 2033355"/>
              <a:gd name="connsiteX179" fmla="*/ 6944313 w 12188936"/>
              <a:gd name="connsiteY179" fmla="*/ 1451118 h 2033355"/>
              <a:gd name="connsiteX180" fmla="*/ 6944313 w 12188936"/>
              <a:gd name="connsiteY180" fmla="*/ 1525017 h 2033355"/>
              <a:gd name="connsiteX181" fmla="*/ 6664390 w 12188936"/>
              <a:gd name="connsiteY181" fmla="*/ 1782546 h 2033355"/>
              <a:gd name="connsiteX182" fmla="*/ 6330723 w 12188936"/>
              <a:gd name="connsiteY182" fmla="*/ 1630268 h 2033355"/>
              <a:gd name="connsiteX183" fmla="*/ 6124700 w 12188936"/>
              <a:gd name="connsiteY183" fmla="*/ 1802700 h 2033355"/>
              <a:gd name="connsiteX184" fmla="*/ 6664390 w 12188936"/>
              <a:gd name="connsiteY184" fmla="*/ 2033356 h 2033355"/>
            </a:gdLst>
            <a:ahLst/>
            <a:cxnLst/>
            <a:rect l="l" t="t" r="r" b="b"/>
            <a:pathLst>
              <a:path w="12188936" h="2033355">
                <a:moveTo>
                  <a:pt x="12014265" y="1587720"/>
                </a:moveTo>
                <a:cubicBezTo>
                  <a:pt x="12061292" y="1587720"/>
                  <a:pt x="12139670" y="1581001"/>
                  <a:pt x="12188936" y="1572044"/>
                </a:cubicBezTo>
                <a:lnTo>
                  <a:pt x="12188936" y="1330191"/>
                </a:lnTo>
                <a:cubicBezTo>
                  <a:pt x="12150867" y="1334670"/>
                  <a:pt x="12110559" y="1341388"/>
                  <a:pt x="12070250" y="1341388"/>
                </a:cubicBezTo>
                <a:cubicBezTo>
                  <a:pt x="11969478" y="1341388"/>
                  <a:pt x="11909014" y="1294361"/>
                  <a:pt x="11909014" y="1177913"/>
                </a:cubicBezTo>
                <a:lnTo>
                  <a:pt x="11909014" y="667335"/>
                </a:lnTo>
                <a:lnTo>
                  <a:pt x="12171021" y="667335"/>
                </a:lnTo>
                <a:lnTo>
                  <a:pt x="12171021" y="438918"/>
                </a:lnTo>
                <a:lnTo>
                  <a:pt x="11909014" y="438918"/>
                </a:lnTo>
                <a:lnTo>
                  <a:pt x="11909014" y="125405"/>
                </a:lnTo>
                <a:lnTo>
                  <a:pt x="11631331" y="125405"/>
                </a:lnTo>
                <a:lnTo>
                  <a:pt x="11631331" y="438918"/>
                </a:lnTo>
                <a:lnTo>
                  <a:pt x="11474575" y="438918"/>
                </a:lnTo>
                <a:lnTo>
                  <a:pt x="11474575" y="667335"/>
                </a:lnTo>
                <a:lnTo>
                  <a:pt x="11631331" y="667335"/>
                </a:lnTo>
                <a:lnTo>
                  <a:pt x="11631331" y="1207025"/>
                </a:lnTo>
                <a:cubicBezTo>
                  <a:pt x="11631331" y="1464554"/>
                  <a:pt x="11776891" y="1587720"/>
                  <a:pt x="12014265" y="1587720"/>
                </a:cubicBezTo>
                <a:close/>
                <a:moveTo>
                  <a:pt x="9962995" y="344864"/>
                </a:moveTo>
                <a:cubicBezTo>
                  <a:pt x="10059288" y="344864"/>
                  <a:pt x="10137666" y="275444"/>
                  <a:pt x="10137666" y="172432"/>
                </a:cubicBezTo>
                <a:cubicBezTo>
                  <a:pt x="10137666" y="69421"/>
                  <a:pt x="10059288" y="0"/>
                  <a:pt x="9962995" y="0"/>
                </a:cubicBezTo>
                <a:cubicBezTo>
                  <a:pt x="9866701" y="0"/>
                  <a:pt x="9788323" y="69421"/>
                  <a:pt x="9788323" y="172432"/>
                </a:cubicBezTo>
                <a:cubicBezTo>
                  <a:pt x="9788323" y="275444"/>
                  <a:pt x="9866701" y="344864"/>
                  <a:pt x="9962995" y="344864"/>
                </a:cubicBezTo>
                <a:close/>
                <a:moveTo>
                  <a:pt x="10348167" y="1581001"/>
                </a:moveTo>
                <a:lnTo>
                  <a:pt x="10625851" y="1581001"/>
                </a:lnTo>
                <a:lnTo>
                  <a:pt x="10625851" y="958454"/>
                </a:lnTo>
                <a:cubicBezTo>
                  <a:pt x="10625851" y="770346"/>
                  <a:pt x="10737819" y="662856"/>
                  <a:pt x="10892336" y="662856"/>
                </a:cubicBezTo>
                <a:cubicBezTo>
                  <a:pt x="11019981" y="662856"/>
                  <a:pt x="11069247" y="750192"/>
                  <a:pt x="11069247" y="902470"/>
                </a:cubicBezTo>
                <a:lnTo>
                  <a:pt x="11069247" y="1294361"/>
                </a:lnTo>
                <a:cubicBezTo>
                  <a:pt x="11069247" y="1482469"/>
                  <a:pt x="11163301" y="1587720"/>
                  <a:pt x="11349169" y="1587720"/>
                </a:cubicBezTo>
                <a:cubicBezTo>
                  <a:pt x="11387239" y="1587720"/>
                  <a:pt x="11429788" y="1587720"/>
                  <a:pt x="11467856" y="1578762"/>
                </a:cubicBezTo>
                <a:lnTo>
                  <a:pt x="11467856" y="1359303"/>
                </a:lnTo>
                <a:lnTo>
                  <a:pt x="11456660" y="1359303"/>
                </a:lnTo>
                <a:cubicBezTo>
                  <a:pt x="11400675" y="1359303"/>
                  <a:pt x="11346930" y="1348106"/>
                  <a:pt x="11346930" y="1256292"/>
                </a:cubicBezTo>
                <a:lnTo>
                  <a:pt x="11346930" y="830810"/>
                </a:lnTo>
                <a:cubicBezTo>
                  <a:pt x="11346930" y="546408"/>
                  <a:pt x="11201371" y="412046"/>
                  <a:pt x="10972954" y="412046"/>
                </a:cubicBezTo>
                <a:cubicBezTo>
                  <a:pt x="10807240" y="412046"/>
                  <a:pt x="10677357" y="490424"/>
                  <a:pt x="10625851" y="566563"/>
                </a:cubicBezTo>
                <a:lnTo>
                  <a:pt x="10625851" y="438918"/>
                </a:lnTo>
                <a:lnTo>
                  <a:pt x="10348167" y="438918"/>
                </a:lnTo>
                <a:lnTo>
                  <a:pt x="10348167" y="1581001"/>
                </a:lnTo>
                <a:close/>
                <a:moveTo>
                  <a:pt x="9824152" y="438918"/>
                </a:moveTo>
                <a:lnTo>
                  <a:pt x="9824152" y="1294361"/>
                </a:lnTo>
                <a:cubicBezTo>
                  <a:pt x="9824152" y="1482469"/>
                  <a:pt x="9918207" y="1587720"/>
                  <a:pt x="10104075" y="1587720"/>
                </a:cubicBezTo>
                <a:cubicBezTo>
                  <a:pt x="10142144" y="1587720"/>
                  <a:pt x="10184693" y="1587720"/>
                  <a:pt x="10222763" y="1578762"/>
                </a:cubicBezTo>
                <a:lnTo>
                  <a:pt x="10222763" y="1359303"/>
                </a:lnTo>
                <a:lnTo>
                  <a:pt x="10211565" y="1359303"/>
                </a:lnTo>
                <a:cubicBezTo>
                  <a:pt x="10155580" y="1359303"/>
                  <a:pt x="10101836" y="1348106"/>
                  <a:pt x="10101836" y="1256292"/>
                </a:cubicBezTo>
                <a:lnTo>
                  <a:pt x="10101836" y="438918"/>
                </a:lnTo>
                <a:lnTo>
                  <a:pt x="9824152" y="438918"/>
                </a:lnTo>
                <a:close/>
                <a:moveTo>
                  <a:pt x="9103073" y="1357064"/>
                </a:moveTo>
                <a:cubicBezTo>
                  <a:pt x="8932881" y="1357064"/>
                  <a:pt x="8809715" y="1222701"/>
                  <a:pt x="8809715" y="1009960"/>
                </a:cubicBezTo>
                <a:cubicBezTo>
                  <a:pt x="8809715" y="797219"/>
                  <a:pt x="8932881" y="662856"/>
                  <a:pt x="9103073" y="662856"/>
                </a:cubicBezTo>
                <a:cubicBezTo>
                  <a:pt x="9273266" y="662856"/>
                  <a:pt x="9396432" y="797219"/>
                  <a:pt x="9396432" y="1009960"/>
                </a:cubicBezTo>
                <a:cubicBezTo>
                  <a:pt x="9396432" y="1222701"/>
                  <a:pt x="9273266" y="1357064"/>
                  <a:pt x="9103073" y="1357064"/>
                </a:cubicBezTo>
                <a:close/>
                <a:moveTo>
                  <a:pt x="9103073" y="1607874"/>
                </a:moveTo>
                <a:cubicBezTo>
                  <a:pt x="9438980" y="1607874"/>
                  <a:pt x="9678594" y="1363782"/>
                  <a:pt x="9678594" y="1009960"/>
                </a:cubicBezTo>
                <a:cubicBezTo>
                  <a:pt x="9678594" y="656138"/>
                  <a:pt x="9438980" y="412046"/>
                  <a:pt x="9103073" y="412046"/>
                </a:cubicBezTo>
                <a:cubicBezTo>
                  <a:pt x="8767166" y="412046"/>
                  <a:pt x="8527553" y="656138"/>
                  <a:pt x="8527553" y="1009960"/>
                </a:cubicBezTo>
                <a:cubicBezTo>
                  <a:pt x="8527553" y="1363782"/>
                  <a:pt x="8767166" y="1607874"/>
                  <a:pt x="9103073" y="1607874"/>
                </a:cubicBezTo>
                <a:close/>
                <a:moveTo>
                  <a:pt x="7705701" y="747953"/>
                </a:moveTo>
                <a:lnTo>
                  <a:pt x="7705701" y="264247"/>
                </a:lnTo>
                <a:lnTo>
                  <a:pt x="7945315" y="264247"/>
                </a:lnTo>
                <a:cubicBezTo>
                  <a:pt x="8131183" y="264247"/>
                  <a:pt x="8218519" y="356061"/>
                  <a:pt x="8218519" y="506100"/>
                </a:cubicBezTo>
                <a:cubicBezTo>
                  <a:pt x="8218519" y="640462"/>
                  <a:pt x="8144619" y="747953"/>
                  <a:pt x="7945315" y="747953"/>
                </a:cubicBezTo>
                <a:lnTo>
                  <a:pt x="7705701" y="747953"/>
                </a:lnTo>
                <a:close/>
                <a:moveTo>
                  <a:pt x="7423540" y="1581001"/>
                </a:moveTo>
                <a:lnTo>
                  <a:pt x="7705701" y="1581001"/>
                </a:lnTo>
                <a:lnTo>
                  <a:pt x="7705701" y="998763"/>
                </a:lnTo>
                <a:lnTo>
                  <a:pt x="7958751" y="998763"/>
                </a:lnTo>
                <a:cubicBezTo>
                  <a:pt x="8308094" y="998763"/>
                  <a:pt x="8505159" y="797219"/>
                  <a:pt x="8505159" y="506100"/>
                </a:cubicBezTo>
                <a:cubicBezTo>
                  <a:pt x="8505159" y="214980"/>
                  <a:pt x="8308094" y="13436"/>
                  <a:pt x="7958751" y="13436"/>
                </a:cubicBezTo>
                <a:lnTo>
                  <a:pt x="7423540" y="13436"/>
                </a:lnTo>
                <a:lnTo>
                  <a:pt x="7423540" y="1581001"/>
                </a:lnTo>
                <a:close/>
                <a:moveTo>
                  <a:pt x="6671108" y="1334670"/>
                </a:moveTo>
                <a:cubicBezTo>
                  <a:pt x="6518830" y="1334670"/>
                  <a:pt x="6388947" y="1215983"/>
                  <a:pt x="6388947" y="998763"/>
                </a:cubicBezTo>
                <a:cubicBezTo>
                  <a:pt x="6388947" y="781543"/>
                  <a:pt x="6518830" y="662856"/>
                  <a:pt x="6671108" y="662856"/>
                </a:cubicBezTo>
                <a:cubicBezTo>
                  <a:pt x="6823386" y="662856"/>
                  <a:pt x="6953270" y="781543"/>
                  <a:pt x="6953270" y="998763"/>
                </a:cubicBezTo>
                <a:cubicBezTo>
                  <a:pt x="6953270" y="1215983"/>
                  <a:pt x="6823386" y="1334670"/>
                  <a:pt x="6671108" y="1334670"/>
                </a:cubicBezTo>
                <a:close/>
                <a:moveTo>
                  <a:pt x="4554896" y="344864"/>
                </a:moveTo>
                <a:cubicBezTo>
                  <a:pt x="4648950" y="344864"/>
                  <a:pt x="4729567" y="270965"/>
                  <a:pt x="4729567" y="172432"/>
                </a:cubicBezTo>
                <a:cubicBezTo>
                  <a:pt x="4729567" y="73900"/>
                  <a:pt x="4648950" y="0"/>
                  <a:pt x="4554896" y="0"/>
                </a:cubicBezTo>
                <a:cubicBezTo>
                  <a:pt x="4460842" y="0"/>
                  <a:pt x="4380224" y="73900"/>
                  <a:pt x="4380224" y="172432"/>
                </a:cubicBezTo>
                <a:cubicBezTo>
                  <a:pt x="4380224" y="270965"/>
                  <a:pt x="4460842" y="344864"/>
                  <a:pt x="4554896" y="344864"/>
                </a:cubicBezTo>
                <a:close/>
                <a:moveTo>
                  <a:pt x="5941071" y="1587720"/>
                </a:moveTo>
                <a:cubicBezTo>
                  <a:pt x="5979140" y="1587720"/>
                  <a:pt x="6021689" y="1587720"/>
                  <a:pt x="6059758" y="1578762"/>
                </a:cubicBezTo>
                <a:lnTo>
                  <a:pt x="6059758" y="1359303"/>
                </a:lnTo>
                <a:lnTo>
                  <a:pt x="6048561" y="1359303"/>
                </a:lnTo>
                <a:cubicBezTo>
                  <a:pt x="5992577" y="1359303"/>
                  <a:pt x="5938832" y="1348106"/>
                  <a:pt x="5938832" y="1256292"/>
                </a:cubicBezTo>
                <a:lnTo>
                  <a:pt x="5938832" y="830810"/>
                </a:lnTo>
                <a:cubicBezTo>
                  <a:pt x="5938832" y="546408"/>
                  <a:pt x="5793272" y="412046"/>
                  <a:pt x="5564856" y="412046"/>
                </a:cubicBezTo>
                <a:cubicBezTo>
                  <a:pt x="5399142" y="412046"/>
                  <a:pt x="5269258" y="490424"/>
                  <a:pt x="5217752" y="566563"/>
                </a:cubicBezTo>
                <a:lnTo>
                  <a:pt x="5217752" y="438918"/>
                </a:lnTo>
                <a:lnTo>
                  <a:pt x="4940069" y="438918"/>
                </a:lnTo>
                <a:lnTo>
                  <a:pt x="4940069" y="1581001"/>
                </a:lnTo>
                <a:lnTo>
                  <a:pt x="5217752" y="1581001"/>
                </a:lnTo>
                <a:lnTo>
                  <a:pt x="5217752" y="958454"/>
                </a:lnTo>
                <a:cubicBezTo>
                  <a:pt x="5217752" y="770346"/>
                  <a:pt x="5329721" y="662856"/>
                  <a:pt x="5484238" y="662856"/>
                </a:cubicBezTo>
                <a:cubicBezTo>
                  <a:pt x="5611882" y="662856"/>
                  <a:pt x="5661149" y="750192"/>
                  <a:pt x="5661149" y="902470"/>
                </a:cubicBezTo>
                <a:lnTo>
                  <a:pt x="5661149" y="1294361"/>
                </a:lnTo>
                <a:cubicBezTo>
                  <a:pt x="5661149" y="1482469"/>
                  <a:pt x="5755203" y="1587720"/>
                  <a:pt x="5941071" y="1587720"/>
                </a:cubicBezTo>
                <a:close/>
                <a:moveTo>
                  <a:pt x="4416054" y="438918"/>
                </a:moveTo>
                <a:lnTo>
                  <a:pt x="4416054" y="1294361"/>
                </a:lnTo>
                <a:cubicBezTo>
                  <a:pt x="4416054" y="1482469"/>
                  <a:pt x="4510109" y="1587720"/>
                  <a:pt x="4695977" y="1587720"/>
                </a:cubicBezTo>
                <a:cubicBezTo>
                  <a:pt x="4734046" y="1587720"/>
                  <a:pt x="4776594" y="1587720"/>
                  <a:pt x="4814664" y="1578762"/>
                </a:cubicBezTo>
                <a:lnTo>
                  <a:pt x="4814664" y="1359303"/>
                </a:lnTo>
                <a:lnTo>
                  <a:pt x="4803467" y="1359303"/>
                </a:lnTo>
                <a:cubicBezTo>
                  <a:pt x="4747482" y="1359303"/>
                  <a:pt x="4693737" y="1348106"/>
                  <a:pt x="4693737" y="1256292"/>
                </a:cubicBezTo>
                <a:lnTo>
                  <a:pt x="4693737" y="438918"/>
                </a:lnTo>
                <a:lnTo>
                  <a:pt x="4416054" y="438918"/>
                </a:lnTo>
                <a:close/>
                <a:moveTo>
                  <a:pt x="3638990" y="1581001"/>
                </a:moveTo>
                <a:lnTo>
                  <a:pt x="3916673" y="1581001"/>
                </a:lnTo>
                <a:lnTo>
                  <a:pt x="3916673" y="1001002"/>
                </a:lnTo>
                <a:cubicBezTo>
                  <a:pt x="3916673" y="761389"/>
                  <a:pt x="4026403" y="687489"/>
                  <a:pt x="4212271" y="687489"/>
                </a:cubicBezTo>
                <a:cubicBezTo>
                  <a:pt x="4234665" y="687489"/>
                  <a:pt x="4259298" y="689729"/>
                  <a:pt x="4270495" y="691968"/>
                </a:cubicBezTo>
                <a:lnTo>
                  <a:pt x="4270495" y="427721"/>
                </a:lnTo>
                <a:cubicBezTo>
                  <a:pt x="4254819" y="425482"/>
                  <a:pt x="4241383" y="425482"/>
                  <a:pt x="4227947" y="425482"/>
                </a:cubicBezTo>
                <a:cubicBezTo>
                  <a:pt x="4057754" y="425482"/>
                  <a:pt x="3968179" y="492663"/>
                  <a:pt x="3914433" y="566563"/>
                </a:cubicBezTo>
                <a:lnTo>
                  <a:pt x="3914433" y="438918"/>
                </a:lnTo>
                <a:lnTo>
                  <a:pt x="3638990" y="438918"/>
                </a:lnTo>
                <a:lnTo>
                  <a:pt x="3638990" y="1581001"/>
                </a:lnTo>
                <a:close/>
                <a:moveTo>
                  <a:pt x="2891038" y="1374979"/>
                </a:moveTo>
                <a:cubicBezTo>
                  <a:pt x="2810420" y="1374979"/>
                  <a:pt x="2727563" y="1334670"/>
                  <a:pt x="2727563" y="1240616"/>
                </a:cubicBezTo>
                <a:cubicBezTo>
                  <a:pt x="2727563" y="1110732"/>
                  <a:pt x="2852968" y="1059226"/>
                  <a:pt x="3153045" y="1059226"/>
                </a:cubicBezTo>
                <a:cubicBezTo>
                  <a:pt x="3153045" y="1269728"/>
                  <a:pt x="3058991" y="1374979"/>
                  <a:pt x="2891038" y="1374979"/>
                </a:cubicBezTo>
                <a:close/>
                <a:moveTo>
                  <a:pt x="2864165" y="1607874"/>
                </a:moveTo>
                <a:cubicBezTo>
                  <a:pt x="3043315" y="1607874"/>
                  <a:pt x="3146327" y="1538453"/>
                  <a:pt x="3202311" y="1471272"/>
                </a:cubicBezTo>
                <a:cubicBezTo>
                  <a:pt x="3222466" y="1525017"/>
                  <a:pt x="3282929" y="1587720"/>
                  <a:pt x="3410573" y="1587720"/>
                </a:cubicBezTo>
                <a:cubicBezTo>
                  <a:pt x="3437446" y="1587720"/>
                  <a:pt x="3477755" y="1585480"/>
                  <a:pt x="3515824" y="1574283"/>
                </a:cubicBezTo>
                <a:lnTo>
                  <a:pt x="3515824" y="1352585"/>
                </a:lnTo>
                <a:cubicBezTo>
                  <a:pt x="3482233" y="1352585"/>
                  <a:pt x="3417291" y="1359303"/>
                  <a:pt x="3417291" y="1240616"/>
                </a:cubicBezTo>
                <a:lnTo>
                  <a:pt x="3417291" y="904709"/>
                </a:lnTo>
                <a:cubicBezTo>
                  <a:pt x="3417291" y="535212"/>
                  <a:pt x="3204551" y="412046"/>
                  <a:pt x="2906713" y="412046"/>
                </a:cubicBezTo>
                <a:cubicBezTo>
                  <a:pt x="2669339" y="412046"/>
                  <a:pt x="2510343" y="528493"/>
                  <a:pt x="2456598" y="571042"/>
                </a:cubicBezTo>
                <a:lnTo>
                  <a:pt x="2588722" y="786022"/>
                </a:lnTo>
                <a:cubicBezTo>
                  <a:pt x="2642467" y="743474"/>
                  <a:pt x="2756675" y="662856"/>
                  <a:pt x="2906713" y="662856"/>
                </a:cubicBezTo>
                <a:cubicBezTo>
                  <a:pt x="3052273" y="662856"/>
                  <a:pt x="3137369" y="718841"/>
                  <a:pt x="3148566" y="839767"/>
                </a:cubicBezTo>
                <a:cubicBezTo>
                  <a:pt x="2976134" y="839767"/>
                  <a:pt x="2445401" y="833049"/>
                  <a:pt x="2445401" y="1242855"/>
                </a:cubicBezTo>
                <a:cubicBezTo>
                  <a:pt x="2445401" y="1480229"/>
                  <a:pt x="2637988" y="1607874"/>
                  <a:pt x="2864165" y="1607874"/>
                </a:cubicBezTo>
                <a:close/>
                <a:moveTo>
                  <a:pt x="1549650" y="857682"/>
                </a:moveTo>
                <a:cubicBezTo>
                  <a:pt x="1585480" y="721080"/>
                  <a:pt x="1692970" y="653899"/>
                  <a:pt x="1818375" y="653899"/>
                </a:cubicBezTo>
                <a:cubicBezTo>
                  <a:pt x="1925865" y="653899"/>
                  <a:pt x="2040074" y="705404"/>
                  <a:pt x="2051271" y="857682"/>
                </a:cubicBezTo>
                <a:lnTo>
                  <a:pt x="1549650" y="857682"/>
                </a:lnTo>
                <a:close/>
                <a:moveTo>
                  <a:pt x="1845248" y="1607874"/>
                </a:moveTo>
                <a:cubicBezTo>
                  <a:pt x="2087101" y="1607874"/>
                  <a:pt x="2266251" y="1477990"/>
                  <a:pt x="2346869" y="1370500"/>
                </a:cubicBezTo>
                <a:lnTo>
                  <a:pt x="2149803" y="1198068"/>
                </a:lnTo>
                <a:cubicBezTo>
                  <a:pt x="2098298" y="1263010"/>
                  <a:pt x="2004244" y="1357064"/>
                  <a:pt x="1845248" y="1357064"/>
                </a:cubicBezTo>
                <a:cubicBezTo>
                  <a:pt x="1670576" y="1357064"/>
                  <a:pt x="1549650" y="1236137"/>
                  <a:pt x="1540692" y="1081620"/>
                </a:cubicBezTo>
                <a:lnTo>
                  <a:pt x="2324475" y="1081620"/>
                </a:lnTo>
                <a:cubicBezTo>
                  <a:pt x="2331193" y="1034593"/>
                  <a:pt x="2333433" y="1001002"/>
                  <a:pt x="2333433" y="936060"/>
                </a:cubicBezTo>
                <a:cubicBezTo>
                  <a:pt x="2333433" y="660617"/>
                  <a:pt x="2174437" y="412046"/>
                  <a:pt x="1818375" y="412046"/>
                </a:cubicBezTo>
                <a:cubicBezTo>
                  <a:pt x="1493665" y="412046"/>
                  <a:pt x="1260770" y="665096"/>
                  <a:pt x="1260770" y="1014439"/>
                </a:cubicBezTo>
                <a:cubicBezTo>
                  <a:pt x="1260770" y="1357064"/>
                  <a:pt x="1500384" y="1607874"/>
                  <a:pt x="1845248" y="1607874"/>
                </a:cubicBezTo>
                <a:close/>
                <a:moveTo>
                  <a:pt x="282162" y="644941"/>
                </a:moveTo>
                <a:lnTo>
                  <a:pt x="282162" y="264247"/>
                </a:lnTo>
                <a:lnTo>
                  <a:pt x="618068" y="264247"/>
                </a:lnTo>
                <a:cubicBezTo>
                  <a:pt x="759149" y="264247"/>
                  <a:pt x="828570" y="338146"/>
                  <a:pt x="828570" y="454594"/>
                </a:cubicBezTo>
                <a:cubicBezTo>
                  <a:pt x="828570" y="571042"/>
                  <a:pt x="756910" y="644941"/>
                  <a:pt x="620308" y="644941"/>
                </a:cubicBezTo>
                <a:lnTo>
                  <a:pt x="282162" y="644941"/>
                </a:lnTo>
                <a:close/>
                <a:moveTo>
                  <a:pt x="282162" y="1330191"/>
                </a:moveTo>
                <a:lnTo>
                  <a:pt x="282162" y="895752"/>
                </a:lnTo>
                <a:lnTo>
                  <a:pt x="633744" y="895752"/>
                </a:lnTo>
                <a:cubicBezTo>
                  <a:pt x="792740" y="895752"/>
                  <a:pt x="880076" y="976369"/>
                  <a:pt x="880076" y="1112971"/>
                </a:cubicBezTo>
                <a:cubicBezTo>
                  <a:pt x="880076" y="1249573"/>
                  <a:pt x="797219" y="1330191"/>
                  <a:pt x="633744" y="1330191"/>
                </a:cubicBezTo>
                <a:lnTo>
                  <a:pt x="282162" y="1330191"/>
                </a:lnTo>
                <a:close/>
                <a:moveTo>
                  <a:pt x="0" y="1581001"/>
                </a:moveTo>
                <a:lnTo>
                  <a:pt x="627026" y="1581001"/>
                </a:lnTo>
                <a:cubicBezTo>
                  <a:pt x="985327" y="1581001"/>
                  <a:pt x="1166716" y="1395133"/>
                  <a:pt x="1166716" y="1119689"/>
                </a:cubicBezTo>
                <a:cubicBezTo>
                  <a:pt x="1166716" y="962933"/>
                  <a:pt x="1099535" y="821852"/>
                  <a:pt x="967412" y="747953"/>
                </a:cubicBezTo>
                <a:cubicBezTo>
                  <a:pt x="1065944" y="674053"/>
                  <a:pt x="1110732" y="562084"/>
                  <a:pt x="1110732" y="438918"/>
                </a:cubicBezTo>
                <a:cubicBezTo>
                  <a:pt x="1110732" y="192587"/>
                  <a:pt x="945018" y="13436"/>
                  <a:pt x="611350" y="13436"/>
                </a:cubicBezTo>
                <a:lnTo>
                  <a:pt x="0" y="13436"/>
                </a:lnTo>
                <a:lnTo>
                  <a:pt x="0" y="1581001"/>
                </a:lnTo>
                <a:close/>
                <a:moveTo>
                  <a:pt x="6664390" y="2033356"/>
                </a:moveTo>
                <a:cubicBezTo>
                  <a:pt x="6879371" y="2033356"/>
                  <a:pt x="7221996" y="1919148"/>
                  <a:pt x="7221996" y="1520538"/>
                </a:cubicBezTo>
                <a:lnTo>
                  <a:pt x="7221996" y="438918"/>
                </a:lnTo>
                <a:lnTo>
                  <a:pt x="6944313" y="438918"/>
                </a:lnTo>
                <a:lnTo>
                  <a:pt x="6944313" y="546408"/>
                </a:lnTo>
                <a:cubicBezTo>
                  <a:pt x="6886089" y="472509"/>
                  <a:pt x="6798753" y="412046"/>
                  <a:pt x="6635278" y="412046"/>
                </a:cubicBezTo>
                <a:cubicBezTo>
                  <a:pt x="6350877" y="412046"/>
                  <a:pt x="6106785" y="640462"/>
                  <a:pt x="6106785" y="998763"/>
                </a:cubicBezTo>
                <a:cubicBezTo>
                  <a:pt x="6106785" y="1357064"/>
                  <a:pt x="6350877" y="1585480"/>
                  <a:pt x="6635278" y="1585480"/>
                </a:cubicBezTo>
                <a:cubicBezTo>
                  <a:pt x="6798753" y="1585480"/>
                  <a:pt x="6886089" y="1527256"/>
                  <a:pt x="6944313" y="1451118"/>
                </a:cubicBezTo>
                <a:lnTo>
                  <a:pt x="6944313" y="1525017"/>
                </a:lnTo>
                <a:cubicBezTo>
                  <a:pt x="6944313" y="1692970"/>
                  <a:pt x="6823386" y="1782546"/>
                  <a:pt x="6664390" y="1782546"/>
                </a:cubicBezTo>
                <a:cubicBezTo>
                  <a:pt x="6489719" y="1782546"/>
                  <a:pt x="6377750" y="1684013"/>
                  <a:pt x="6330723" y="1630268"/>
                </a:cubicBezTo>
                <a:lnTo>
                  <a:pt x="6124700" y="1802700"/>
                </a:lnTo>
                <a:cubicBezTo>
                  <a:pt x="6171727" y="1856445"/>
                  <a:pt x="6330723" y="2033356"/>
                  <a:pt x="6664390" y="2033356"/>
                </a:cubicBezTo>
                <a:close/>
              </a:path>
            </a:pathLst>
          </a:custGeom>
          <a:solidFill>
            <a:schemeClr val="tx1"/>
          </a:solidFill>
          <a:ln w="8133">
            <a:noFill/>
            <a:prstDash val="solid"/>
          </a:ln>
        </p:spPr>
        <p:txBody>
          <a:bodyPr anchor="ctr"/>
          <a:lstStyle/>
          <a:p>
            <a:endParaRPr/>
          </a:p>
        </p:txBody>
      </p:sp>
      <p:sp>
        <p:nvSpPr>
          <p:cNvPr id="3" name="BearingPoint Logo">
            <a:extLst>
              <a:ext uri="{FF2B5EF4-FFF2-40B4-BE49-F238E27FC236}">
                <a16:creationId xmlns:a16="http://schemas.microsoft.com/office/drawing/2014/main" id="{AB94E56E-E527-09D6-9A94-384E8E1973D2}"/>
              </a:ext>
            </a:extLst>
          </p:cNvPr>
          <p:cNvSpPr>
            <a:spLocks noGrp="1"/>
          </p:cNvSpPr>
          <p:nvPr/>
        </p:nvSpPr>
        <p:spPr>
          <a:xfrm>
            <a:off x="384175" y="358775"/>
            <a:ext cx="1747838" cy="291574"/>
          </a:xfrm>
          <a:custGeom>
            <a:avLst/>
            <a:gdLst>
              <a:gd name="connsiteX0" fmla="*/ 12014265 w 12188936"/>
              <a:gd name="connsiteY0" fmla="*/ 1587720 h 2033355"/>
              <a:gd name="connsiteX1" fmla="*/ 12188936 w 12188936"/>
              <a:gd name="connsiteY1" fmla="*/ 1572044 h 2033355"/>
              <a:gd name="connsiteX2" fmla="*/ 12188936 w 12188936"/>
              <a:gd name="connsiteY2" fmla="*/ 1330191 h 2033355"/>
              <a:gd name="connsiteX3" fmla="*/ 12070250 w 12188936"/>
              <a:gd name="connsiteY3" fmla="*/ 1341388 h 2033355"/>
              <a:gd name="connsiteX4" fmla="*/ 11909014 w 12188936"/>
              <a:gd name="connsiteY4" fmla="*/ 1177913 h 2033355"/>
              <a:gd name="connsiteX5" fmla="*/ 11909014 w 12188936"/>
              <a:gd name="connsiteY5" fmla="*/ 667335 h 2033355"/>
              <a:gd name="connsiteX6" fmla="*/ 12171021 w 12188936"/>
              <a:gd name="connsiteY6" fmla="*/ 667335 h 2033355"/>
              <a:gd name="connsiteX7" fmla="*/ 12171021 w 12188936"/>
              <a:gd name="connsiteY7" fmla="*/ 438918 h 2033355"/>
              <a:gd name="connsiteX8" fmla="*/ 11909014 w 12188936"/>
              <a:gd name="connsiteY8" fmla="*/ 438918 h 2033355"/>
              <a:gd name="connsiteX9" fmla="*/ 11909014 w 12188936"/>
              <a:gd name="connsiteY9" fmla="*/ 125405 h 2033355"/>
              <a:gd name="connsiteX10" fmla="*/ 11631331 w 12188936"/>
              <a:gd name="connsiteY10" fmla="*/ 125405 h 2033355"/>
              <a:gd name="connsiteX11" fmla="*/ 11631331 w 12188936"/>
              <a:gd name="connsiteY11" fmla="*/ 438918 h 2033355"/>
              <a:gd name="connsiteX12" fmla="*/ 11474575 w 12188936"/>
              <a:gd name="connsiteY12" fmla="*/ 438918 h 2033355"/>
              <a:gd name="connsiteX13" fmla="*/ 11474575 w 12188936"/>
              <a:gd name="connsiteY13" fmla="*/ 667335 h 2033355"/>
              <a:gd name="connsiteX14" fmla="*/ 11631331 w 12188936"/>
              <a:gd name="connsiteY14" fmla="*/ 667335 h 2033355"/>
              <a:gd name="connsiteX15" fmla="*/ 11631331 w 12188936"/>
              <a:gd name="connsiteY15" fmla="*/ 1207025 h 2033355"/>
              <a:gd name="connsiteX16" fmla="*/ 12014265 w 12188936"/>
              <a:gd name="connsiteY16" fmla="*/ 1587720 h 2033355"/>
              <a:gd name="connsiteX17" fmla="*/ 9962995 w 12188936"/>
              <a:gd name="connsiteY17" fmla="*/ 344864 h 2033355"/>
              <a:gd name="connsiteX18" fmla="*/ 10137666 w 12188936"/>
              <a:gd name="connsiteY18" fmla="*/ 172432 h 2033355"/>
              <a:gd name="connsiteX19" fmla="*/ 9962995 w 12188936"/>
              <a:gd name="connsiteY19" fmla="*/ 0 h 2033355"/>
              <a:gd name="connsiteX20" fmla="*/ 9788323 w 12188936"/>
              <a:gd name="connsiteY20" fmla="*/ 172432 h 2033355"/>
              <a:gd name="connsiteX21" fmla="*/ 9962995 w 12188936"/>
              <a:gd name="connsiteY21" fmla="*/ 344864 h 2033355"/>
              <a:gd name="connsiteX22" fmla="*/ 10348167 w 12188936"/>
              <a:gd name="connsiteY22" fmla="*/ 1581001 h 2033355"/>
              <a:gd name="connsiteX23" fmla="*/ 10625851 w 12188936"/>
              <a:gd name="connsiteY23" fmla="*/ 1581001 h 2033355"/>
              <a:gd name="connsiteX24" fmla="*/ 10625851 w 12188936"/>
              <a:gd name="connsiteY24" fmla="*/ 958454 h 2033355"/>
              <a:gd name="connsiteX25" fmla="*/ 10892336 w 12188936"/>
              <a:gd name="connsiteY25" fmla="*/ 662856 h 2033355"/>
              <a:gd name="connsiteX26" fmla="*/ 11069247 w 12188936"/>
              <a:gd name="connsiteY26" fmla="*/ 902470 h 2033355"/>
              <a:gd name="connsiteX27" fmla="*/ 11069247 w 12188936"/>
              <a:gd name="connsiteY27" fmla="*/ 1294361 h 2033355"/>
              <a:gd name="connsiteX28" fmla="*/ 11349169 w 12188936"/>
              <a:gd name="connsiteY28" fmla="*/ 1587720 h 2033355"/>
              <a:gd name="connsiteX29" fmla="*/ 11467856 w 12188936"/>
              <a:gd name="connsiteY29" fmla="*/ 1578762 h 2033355"/>
              <a:gd name="connsiteX30" fmla="*/ 11467856 w 12188936"/>
              <a:gd name="connsiteY30" fmla="*/ 1359303 h 2033355"/>
              <a:gd name="connsiteX31" fmla="*/ 11456660 w 12188936"/>
              <a:gd name="connsiteY31" fmla="*/ 1359303 h 2033355"/>
              <a:gd name="connsiteX32" fmla="*/ 11346930 w 12188936"/>
              <a:gd name="connsiteY32" fmla="*/ 1256292 h 2033355"/>
              <a:gd name="connsiteX33" fmla="*/ 11346930 w 12188936"/>
              <a:gd name="connsiteY33" fmla="*/ 830810 h 2033355"/>
              <a:gd name="connsiteX34" fmla="*/ 10972954 w 12188936"/>
              <a:gd name="connsiteY34" fmla="*/ 412046 h 2033355"/>
              <a:gd name="connsiteX35" fmla="*/ 10625851 w 12188936"/>
              <a:gd name="connsiteY35" fmla="*/ 566563 h 2033355"/>
              <a:gd name="connsiteX36" fmla="*/ 10625851 w 12188936"/>
              <a:gd name="connsiteY36" fmla="*/ 438918 h 2033355"/>
              <a:gd name="connsiteX37" fmla="*/ 10348167 w 12188936"/>
              <a:gd name="connsiteY37" fmla="*/ 438918 h 2033355"/>
              <a:gd name="connsiteX38" fmla="*/ 10348167 w 12188936"/>
              <a:gd name="connsiteY38" fmla="*/ 1581001 h 2033355"/>
              <a:gd name="connsiteX39" fmla="*/ 9824152 w 12188936"/>
              <a:gd name="connsiteY39" fmla="*/ 438918 h 2033355"/>
              <a:gd name="connsiteX40" fmla="*/ 9824152 w 12188936"/>
              <a:gd name="connsiteY40" fmla="*/ 1294361 h 2033355"/>
              <a:gd name="connsiteX41" fmla="*/ 10104075 w 12188936"/>
              <a:gd name="connsiteY41" fmla="*/ 1587720 h 2033355"/>
              <a:gd name="connsiteX42" fmla="*/ 10222763 w 12188936"/>
              <a:gd name="connsiteY42" fmla="*/ 1578762 h 2033355"/>
              <a:gd name="connsiteX43" fmla="*/ 10222763 w 12188936"/>
              <a:gd name="connsiteY43" fmla="*/ 1359303 h 2033355"/>
              <a:gd name="connsiteX44" fmla="*/ 10211565 w 12188936"/>
              <a:gd name="connsiteY44" fmla="*/ 1359303 h 2033355"/>
              <a:gd name="connsiteX45" fmla="*/ 10101836 w 12188936"/>
              <a:gd name="connsiteY45" fmla="*/ 1256292 h 2033355"/>
              <a:gd name="connsiteX46" fmla="*/ 10101836 w 12188936"/>
              <a:gd name="connsiteY46" fmla="*/ 438918 h 2033355"/>
              <a:gd name="connsiteX47" fmla="*/ 9824152 w 12188936"/>
              <a:gd name="connsiteY47" fmla="*/ 438918 h 2033355"/>
              <a:gd name="connsiteX48" fmla="*/ 9103073 w 12188936"/>
              <a:gd name="connsiteY48" fmla="*/ 1357064 h 2033355"/>
              <a:gd name="connsiteX49" fmla="*/ 8809715 w 12188936"/>
              <a:gd name="connsiteY49" fmla="*/ 1009960 h 2033355"/>
              <a:gd name="connsiteX50" fmla="*/ 9103073 w 12188936"/>
              <a:gd name="connsiteY50" fmla="*/ 662856 h 2033355"/>
              <a:gd name="connsiteX51" fmla="*/ 9396432 w 12188936"/>
              <a:gd name="connsiteY51" fmla="*/ 1009960 h 2033355"/>
              <a:gd name="connsiteX52" fmla="*/ 9103073 w 12188936"/>
              <a:gd name="connsiteY52" fmla="*/ 1357064 h 2033355"/>
              <a:gd name="connsiteX53" fmla="*/ 9103073 w 12188936"/>
              <a:gd name="connsiteY53" fmla="*/ 1607874 h 2033355"/>
              <a:gd name="connsiteX54" fmla="*/ 9678594 w 12188936"/>
              <a:gd name="connsiteY54" fmla="*/ 1009960 h 2033355"/>
              <a:gd name="connsiteX55" fmla="*/ 9103073 w 12188936"/>
              <a:gd name="connsiteY55" fmla="*/ 412046 h 2033355"/>
              <a:gd name="connsiteX56" fmla="*/ 8527553 w 12188936"/>
              <a:gd name="connsiteY56" fmla="*/ 1009960 h 2033355"/>
              <a:gd name="connsiteX57" fmla="*/ 9103073 w 12188936"/>
              <a:gd name="connsiteY57" fmla="*/ 1607874 h 2033355"/>
              <a:gd name="connsiteX58" fmla="*/ 7705701 w 12188936"/>
              <a:gd name="connsiteY58" fmla="*/ 747953 h 2033355"/>
              <a:gd name="connsiteX59" fmla="*/ 7705701 w 12188936"/>
              <a:gd name="connsiteY59" fmla="*/ 264247 h 2033355"/>
              <a:gd name="connsiteX60" fmla="*/ 7945315 w 12188936"/>
              <a:gd name="connsiteY60" fmla="*/ 264247 h 2033355"/>
              <a:gd name="connsiteX61" fmla="*/ 8218519 w 12188936"/>
              <a:gd name="connsiteY61" fmla="*/ 506100 h 2033355"/>
              <a:gd name="connsiteX62" fmla="*/ 7945315 w 12188936"/>
              <a:gd name="connsiteY62" fmla="*/ 747953 h 2033355"/>
              <a:gd name="connsiteX63" fmla="*/ 7705701 w 12188936"/>
              <a:gd name="connsiteY63" fmla="*/ 747953 h 2033355"/>
              <a:gd name="connsiteX64" fmla="*/ 7423540 w 12188936"/>
              <a:gd name="connsiteY64" fmla="*/ 1581001 h 2033355"/>
              <a:gd name="connsiteX65" fmla="*/ 7705701 w 12188936"/>
              <a:gd name="connsiteY65" fmla="*/ 1581001 h 2033355"/>
              <a:gd name="connsiteX66" fmla="*/ 7705701 w 12188936"/>
              <a:gd name="connsiteY66" fmla="*/ 998763 h 2033355"/>
              <a:gd name="connsiteX67" fmla="*/ 7958751 w 12188936"/>
              <a:gd name="connsiteY67" fmla="*/ 998763 h 2033355"/>
              <a:gd name="connsiteX68" fmla="*/ 8505159 w 12188936"/>
              <a:gd name="connsiteY68" fmla="*/ 506100 h 2033355"/>
              <a:gd name="connsiteX69" fmla="*/ 7958751 w 12188936"/>
              <a:gd name="connsiteY69" fmla="*/ 13436 h 2033355"/>
              <a:gd name="connsiteX70" fmla="*/ 7423540 w 12188936"/>
              <a:gd name="connsiteY70" fmla="*/ 13436 h 2033355"/>
              <a:gd name="connsiteX71" fmla="*/ 7423540 w 12188936"/>
              <a:gd name="connsiteY71" fmla="*/ 1581001 h 2033355"/>
              <a:gd name="connsiteX72" fmla="*/ 6671108 w 12188936"/>
              <a:gd name="connsiteY72" fmla="*/ 1334670 h 2033355"/>
              <a:gd name="connsiteX73" fmla="*/ 6388947 w 12188936"/>
              <a:gd name="connsiteY73" fmla="*/ 998763 h 2033355"/>
              <a:gd name="connsiteX74" fmla="*/ 6671108 w 12188936"/>
              <a:gd name="connsiteY74" fmla="*/ 662856 h 2033355"/>
              <a:gd name="connsiteX75" fmla="*/ 6953270 w 12188936"/>
              <a:gd name="connsiteY75" fmla="*/ 998763 h 2033355"/>
              <a:gd name="connsiteX76" fmla="*/ 6671108 w 12188936"/>
              <a:gd name="connsiteY76" fmla="*/ 1334670 h 2033355"/>
              <a:gd name="connsiteX77" fmla="*/ 4554896 w 12188936"/>
              <a:gd name="connsiteY77" fmla="*/ 344864 h 2033355"/>
              <a:gd name="connsiteX78" fmla="*/ 4729567 w 12188936"/>
              <a:gd name="connsiteY78" fmla="*/ 172432 h 2033355"/>
              <a:gd name="connsiteX79" fmla="*/ 4554896 w 12188936"/>
              <a:gd name="connsiteY79" fmla="*/ 0 h 2033355"/>
              <a:gd name="connsiteX80" fmla="*/ 4380224 w 12188936"/>
              <a:gd name="connsiteY80" fmla="*/ 172432 h 2033355"/>
              <a:gd name="connsiteX81" fmla="*/ 4554896 w 12188936"/>
              <a:gd name="connsiteY81" fmla="*/ 344864 h 2033355"/>
              <a:gd name="connsiteX82" fmla="*/ 5941071 w 12188936"/>
              <a:gd name="connsiteY82" fmla="*/ 1587720 h 2033355"/>
              <a:gd name="connsiteX83" fmla="*/ 6059758 w 12188936"/>
              <a:gd name="connsiteY83" fmla="*/ 1578762 h 2033355"/>
              <a:gd name="connsiteX84" fmla="*/ 6059758 w 12188936"/>
              <a:gd name="connsiteY84" fmla="*/ 1359303 h 2033355"/>
              <a:gd name="connsiteX85" fmla="*/ 6048561 w 12188936"/>
              <a:gd name="connsiteY85" fmla="*/ 1359303 h 2033355"/>
              <a:gd name="connsiteX86" fmla="*/ 5938832 w 12188936"/>
              <a:gd name="connsiteY86" fmla="*/ 1256292 h 2033355"/>
              <a:gd name="connsiteX87" fmla="*/ 5938832 w 12188936"/>
              <a:gd name="connsiteY87" fmla="*/ 830810 h 2033355"/>
              <a:gd name="connsiteX88" fmla="*/ 5564856 w 12188936"/>
              <a:gd name="connsiteY88" fmla="*/ 412046 h 2033355"/>
              <a:gd name="connsiteX89" fmla="*/ 5217752 w 12188936"/>
              <a:gd name="connsiteY89" fmla="*/ 566563 h 2033355"/>
              <a:gd name="connsiteX90" fmla="*/ 5217752 w 12188936"/>
              <a:gd name="connsiteY90" fmla="*/ 438918 h 2033355"/>
              <a:gd name="connsiteX91" fmla="*/ 4940069 w 12188936"/>
              <a:gd name="connsiteY91" fmla="*/ 438918 h 2033355"/>
              <a:gd name="connsiteX92" fmla="*/ 4940069 w 12188936"/>
              <a:gd name="connsiteY92" fmla="*/ 1581001 h 2033355"/>
              <a:gd name="connsiteX93" fmla="*/ 5217752 w 12188936"/>
              <a:gd name="connsiteY93" fmla="*/ 1581001 h 2033355"/>
              <a:gd name="connsiteX94" fmla="*/ 5217752 w 12188936"/>
              <a:gd name="connsiteY94" fmla="*/ 958454 h 2033355"/>
              <a:gd name="connsiteX95" fmla="*/ 5484238 w 12188936"/>
              <a:gd name="connsiteY95" fmla="*/ 662856 h 2033355"/>
              <a:gd name="connsiteX96" fmla="*/ 5661149 w 12188936"/>
              <a:gd name="connsiteY96" fmla="*/ 902470 h 2033355"/>
              <a:gd name="connsiteX97" fmla="*/ 5661149 w 12188936"/>
              <a:gd name="connsiteY97" fmla="*/ 1294361 h 2033355"/>
              <a:gd name="connsiteX98" fmla="*/ 5941071 w 12188936"/>
              <a:gd name="connsiteY98" fmla="*/ 1587720 h 2033355"/>
              <a:gd name="connsiteX99" fmla="*/ 4416054 w 12188936"/>
              <a:gd name="connsiteY99" fmla="*/ 438918 h 2033355"/>
              <a:gd name="connsiteX100" fmla="*/ 4416054 w 12188936"/>
              <a:gd name="connsiteY100" fmla="*/ 1294361 h 2033355"/>
              <a:gd name="connsiteX101" fmla="*/ 4695977 w 12188936"/>
              <a:gd name="connsiteY101" fmla="*/ 1587720 h 2033355"/>
              <a:gd name="connsiteX102" fmla="*/ 4814664 w 12188936"/>
              <a:gd name="connsiteY102" fmla="*/ 1578762 h 2033355"/>
              <a:gd name="connsiteX103" fmla="*/ 4814664 w 12188936"/>
              <a:gd name="connsiteY103" fmla="*/ 1359303 h 2033355"/>
              <a:gd name="connsiteX104" fmla="*/ 4803467 w 12188936"/>
              <a:gd name="connsiteY104" fmla="*/ 1359303 h 2033355"/>
              <a:gd name="connsiteX105" fmla="*/ 4693737 w 12188936"/>
              <a:gd name="connsiteY105" fmla="*/ 1256292 h 2033355"/>
              <a:gd name="connsiteX106" fmla="*/ 4693737 w 12188936"/>
              <a:gd name="connsiteY106" fmla="*/ 438918 h 2033355"/>
              <a:gd name="connsiteX107" fmla="*/ 4416054 w 12188936"/>
              <a:gd name="connsiteY107" fmla="*/ 438918 h 2033355"/>
              <a:gd name="connsiteX108" fmla="*/ 3638990 w 12188936"/>
              <a:gd name="connsiteY108" fmla="*/ 1581001 h 2033355"/>
              <a:gd name="connsiteX109" fmla="*/ 3916673 w 12188936"/>
              <a:gd name="connsiteY109" fmla="*/ 1581001 h 2033355"/>
              <a:gd name="connsiteX110" fmla="*/ 3916673 w 12188936"/>
              <a:gd name="connsiteY110" fmla="*/ 1001002 h 2033355"/>
              <a:gd name="connsiteX111" fmla="*/ 4212271 w 12188936"/>
              <a:gd name="connsiteY111" fmla="*/ 687489 h 2033355"/>
              <a:gd name="connsiteX112" fmla="*/ 4270495 w 12188936"/>
              <a:gd name="connsiteY112" fmla="*/ 691968 h 2033355"/>
              <a:gd name="connsiteX113" fmla="*/ 4270495 w 12188936"/>
              <a:gd name="connsiteY113" fmla="*/ 427721 h 2033355"/>
              <a:gd name="connsiteX114" fmla="*/ 4227947 w 12188936"/>
              <a:gd name="connsiteY114" fmla="*/ 425482 h 2033355"/>
              <a:gd name="connsiteX115" fmla="*/ 3914433 w 12188936"/>
              <a:gd name="connsiteY115" fmla="*/ 566563 h 2033355"/>
              <a:gd name="connsiteX116" fmla="*/ 3914433 w 12188936"/>
              <a:gd name="connsiteY116" fmla="*/ 438918 h 2033355"/>
              <a:gd name="connsiteX117" fmla="*/ 3638990 w 12188936"/>
              <a:gd name="connsiteY117" fmla="*/ 438918 h 2033355"/>
              <a:gd name="connsiteX118" fmla="*/ 3638990 w 12188936"/>
              <a:gd name="connsiteY118" fmla="*/ 1581001 h 2033355"/>
              <a:gd name="connsiteX119" fmla="*/ 2891038 w 12188936"/>
              <a:gd name="connsiteY119" fmla="*/ 1374979 h 2033355"/>
              <a:gd name="connsiteX120" fmla="*/ 2727563 w 12188936"/>
              <a:gd name="connsiteY120" fmla="*/ 1240616 h 2033355"/>
              <a:gd name="connsiteX121" fmla="*/ 3153045 w 12188936"/>
              <a:gd name="connsiteY121" fmla="*/ 1059226 h 2033355"/>
              <a:gd name="connsiteX122" fmla="*/ 2891038 w 12188936"/>
              <a:gd name="connsiteY122" fmla="*/ 1374979 h 2033355"/>
              <a:gd name="connsiteX123" fmla="*/ 2864165 w 12188936"/>
              <a:gd name="connsiteY123" fmla="*/ 1607874 h 2033355"/>
              <a:gd name="connsiteX124" fmla="*/ 3202311 w 12188936"/>
              <a:gd name="connsiteY124" fmla="*/ 1471272 h 2033355"/>
              <a:gd name="connsiteX125" fmla="*/ 3410573 w 12188936"/>
              <a:gd name="connsiteY125" fmla="*/ 1587720 h 2033355"/>
              <a:gd name="connsiteX126" fmla="*/ 3515824 w 12188936"/>
              <a:gd name="connsiteY126" fmla="*/ 1574283 h 2033355"/>
              <a:gd name="connsiteX127" fmla="*/ 3515824 w 12188936"/>
              <a:gd name="connsiteY127" fmla="*/ 1352585 h 2033355"/>
              <a:gd name="connsiteX128" fmla="*/ 3417291 w 12188936"/>
              <a:gd name="connsiteY128" fmla="*/ 1240616 h 2033355"/>
              <a:gd name="connsiteX129" fmla="*/ 3417291 w 12188936"/>
              <a:gd name="connsiteY129" fmla="*/ 904709 h 2033355"/>
              <a:gd name="connsiteX130" fmla="*/ 2906713 w 12188936"/>
              <a:gd name="connsiteY130" fmla="*/ 412046 h 2033355"/>
              <a:gd name="connsiteX131" fmla="*/ 2456598 w 12188936"/>
              <a:gd name="connsiteY131" fmla="*/ 571042 h 2033355"/>
              <a:gd name="connsiteX132" fmla="*/ 2588722 w 12188936"/>
              <a:gd name="connsiteY132" fmla="*/ 786022 h 2033355"/>
              <a:gd name="connsiteX133" fmla="*/ 2906713 w 12188936"/>
              <a:gd name="connsiteY133" fmla="*/ 662856 h 2033355"/>
              <a:gd name="connsiteX134" fmla="*/ 3148566 w 12188936"/>
              <a:gd name="connsiteY134" fmla="*/ 839767 h 2033355"/>
              <a:gd name="connsiteX135" fmla="*/ 2445401 w 12188936"/>
              <a:gd name="connsiteY135" fmla="*/ 1242855 h 2033355"/>
              <a:gd name="connsiteX136" fmla="*/ 2864165 w 12188936"/>
              <a:gd name="connsiteY136" fmla="*/ 1607874 h 2033355"/>
              <a:gd name="connsiteX137" fmla="*/ 1549650 w 12188936"/>
              <a:gd name="connsiteY137" fmla="*/ 857682 h 2033355"/>
              <a:gd name="connsiteX138" fmla="*/ 1818375 w 12188936"/>
              <a:gd name="connsiteY138" fmla="*/ 653899 h 2033355"/>
              <a:gd name="connsiteX139" fmla="*/ 2051271 w 12188936"/>
              <a:gd name="connsiteY139" fmla="*/ 857682 h 2033355"/>
              <a:gd name="connsiteX140" fmla="*/ 1549650 w 12188936"/>
              <a:gd name="connsiteY140" fmla="*/ 857682 h 2033355"/>
              <a:gd name="connsiteX141" fmla="*/ 1845248 w 12188936"/>
              <a:gd name="connsiteY141" fmla="*/ 1607874 h 2033355"/>
              <a:gd name="connsiteX142" fmla="*/ 2346869 w 12188936"/>
              <a:gd name="connsiteY142" fmla="*/ 1370500 h 2033355"/>
              <a:gd name="connsiteX143" fmla="*/ 2149803 w 12188936"/>
              <a:gd name="connsiteY143" fmla="*/ 1198068 h 2033355"/>
              <a:gd name="connsiteX144" fmla="*/ 1845248 w 12188936"/>
              <a:gd name="connsiteY144" fmla="*/ 1357064 h 2033355"/>
              <a:gd name="connsiteX145" fmla="*/ 1540692 w 12188936"/>
              <a:gd name="connsiteY145" fmla="*/ 1081620 h 2033355"/>
              <a:gd name="connsiteX146" fmla="*/ 2324475 w 12188936"/>
              <a:gd name="connsiteY146" fmla="*/ 1081620 h 2033355"/>
              <a:gd name="connsiteX147" fmla="*/ 2333433 w 12188936"/>
              <a:gd name="connsiteY147" fmla="*/ 936060 h 2033355"/>
              <a:gd name="connsiteX148" fmla="*/ 1818375 w 12188936"/>
              <a:gd name="connsiteY148" fmla="*/ 412046 h 2033355"/>
              <a:gd name="connsiteX149" fmla="*/ 1260770 w 12188936"/>
              <a:gd name="connsiteY149" fmla="*/ 1014439 h 2033355"/>
              <a:gd name="connsiteX150" fmla="*/ 1845248 w 12188936"/>
              <a:gd name="connsiteY150" fmla="*/ 1607874 h 2033355"/>
              <a:gd name="connsiteX151" fmla="*/ 282162 w 12188936"/>
              <a:gd name="connsiteY151" fmla="*/ 644941 h 2033355"/>
              <a:gd name="connsiteX152" fmla="*/ 282162 w 12188936"/>
              <a:gd name="connsiteY152" fmla="*/ 264247 h 2033355"/>
              <a:gd name="connsiteX153" fmla="*/ 618068 w 12188936"/>
              <a:gd name="connsiteY153" fmla="*/ 264247 h 2033355"/>
              <a:gd name="connsiteX154" fmla="*/ 828570 w 12188936"/>
              <a:gd name="connsiteY154" fmla="*/ 454594 h 2033355"/>
              <a:gd name="connsiteX155" fmla="*/ 620308 w 12188936"/>
              <a:gd name="connsiteY155" fmla="*/ 644941 h 2033355"/>
              <a:gd name="connsiteX156" fmla="*/ 282162 w 12188936"/>
              <a:gd name="connsiteY156" fmla="*/ 644941 h 2033355"/>
              <a:gd name="connsiteX157" fmla="*/ 282162 w 12188936"/>
              <a:gd name="connsiteY157" fmla="*/ 1330191 h 2033355"/>
              <a:gd name="connsiteX158" fmla="*/ 282162 w 12188936"/>
              <a:gd name="connsiteY158" fmla="*/ 895752 h 2033355"/>
              <a:gd name="connsiteX159" fmla="*/ 633744 w 12188936"/>
              <a:gd name="connsiteY159" fmla="*/ 895752 h 2033355"/>
              <a:gd name="connsiteX160" fmla="*/ 880076 w 12188936"/>
              <a:gd name="connsiteY160" fmla="*/ 1112971 h 2033355"/>
              <a:gd name="connsiteX161" fmla="*/ 633744 w 12188936"/>
              <a:gd name="connsiteY161" fmla="*/ 1330191 h 2033355"/>
              <a:gd name="connsiteX162" fmla="*/ 282162 w 12188936"/>
              <a:gd name="connsiteY162" fmla="*/ 1330191 h 2033355"/>
              <a:gd name="connsiteX163" fmla="*/ 0 w 12188936"/>
              <a:gd name="connsiteY163" fmla="*/ 1581001 h 2033355"/>
              <a:gd name="connsiteX164" fmla="*/ 627026 w 12188936"/>
              <a:gd name="connsiteY164" fmla="*/ 1581001 h 2033355"/>
              <a:gd name="connsiteX165" fmla="*/ 1166716 w 12188936"/>
              <a:gd name="connsiteY165" fmla="*/ 1119689 h 2033355"/>
              <a:gd name="connsiteX166" fmla="*/ 967412 w 12188936"/>
              <a:gd name="connsiteY166" fmla="*/ 747953 h 2033355"/>
              <a:gd name="connsiteX167" fmla="*/ 1110732 w 12188936"/>
              <a:gd name="connsiteY167" fmla="*/ 438918 h 2033355"/>
              <a:gd name="connsiteX168" fmla="*/ 611350 w 12188936"/>
              <a:gd name="connsiteY168" fmla="*/ 13436 h 2033355"/>
              <a:gd name="connsiteX169" fmla="*/ 0 w 12188936"/>
              <a:gd name="connsiteY169" fmla="*/ 13436 h 2033355"/>
              <a:gd name="connsiteX170" fmla="*/ 0 w 12188936"/>
              <a:gd name="connsiteY170" fmla="*/ 1581001 h 2033355"/>
              <a:gd name="connsiteX171" fmla="*/ 6664390 w 12188936"/>
              <a:gd name="connsiteY171" fmla="*/ 2033356 h 2033355"/>
              <a:gd name="connsiteX172" fmla="*/ 7221996 w 12188936"/>
              <a:gd name="connsiteY172" fmla="*/ 1520538 h 2033355"/>
              <a:gd name="connsiteX173" fmla="*/ 7221996 w 12188936"/>
              <a:gd name="connsiteY173" fmla="*/ 438918 h 2033355"/>
              <a:gd name="connsiteX174" fmla="*/ 6944313 w 12188936"/>
              <a:gd name="connsiteY174" fmla="*/ 438918 h 2033355"/>
              <a:gd name="connsiteX175" fmla="*/ 6944313 w 12188936"/>
              <a:gd name="connsiteY175" fmla="*/ 546408 h 2033355"/>
              <a:gd name="connsiteX176" fmla="*/ 6635278 w 12188936"/>
              <a:gd name="connsiteY176" fmla="*/ 412046 h 2033355"/>
              <a:gd name="connsiteX177" fmla="*/ 6106785 w 12188936"/>
              <a:gd name="connsiteY177" fmla="*/ 998763 h 2033355"/>
              <a:gd name="connsiteX178" fmla="*/ 6635278 w 12188936"/>
              <a:gd name="connsiteY178" fmla="*/ 1585480 h 2033355"/>
              <a:gd name="connsiteX179" fmla="*/ 6944313 w 12188936"/>
              <a:gd name="connsiteY179" fmla="*/ 1451118 h 2033355"/>
              <a:gd name="connsiteX180" fmla="*/ 6944313 w 12188936"/>
              <a:gd name="connsiteY180" fmla="*/ 1525017 h 2033355"/>
              <a:gd name="connsiteX181" fmla="*/ 6664390 w 12188936"/>
              <a:gd name="connsiteY181" fmla="*/ 1782546 h 2033355"/>
              <a:gd name="connsiteX182" fmla="*/ 6330723 w 12188936"/>
              <a:gd name="connsiteY182" fmla="*/ 1630268 h 2033355"/>
              <a:gd name="connsiteX183" fmla="*/ 6124700 w 12188936"/>
              <a:gd name="connsiteY183" fmla="*/ 1802700 h 2033355"/>
              <a:gd name="connsiteX184" fmla="*/ 6664390 w 12188936"/>
              <a:gd name="connsiteY184" fmla="*/ 2033356 h 2033355"/>
            </a:gdLst>
            <a:ahLst/>
            <a:cxnLst/>
            <a:rect l="l" t="t" r="r" b="b"/>
            <a:pathLst>
              <a:path w="12188936" h="2033355">
                <a:moveTo>
                  <a:pt x="12014265" y="1587720"/>
                </a:moveTo>
                <a:cubicBezTo>
                  <a:pt x="12061292" y="1587720"/>
                  <a:pt x="12139670" y="1581001"/>
                  <a:pt x="12188936" y="1572044"/>
                </a:cubicBezTo>
                <a:lnTo>
                  <a:pt x="12188936" y="1330191"/>
                </a:lnTo>
                <a:cubicBezTo>
                  <a:pt x="12150867" y="1334670"/>
                  <a:pt x="12110559" y="1341388"/>
                  <a:pt x="12070250" y="1341388"/>
                </a:cubicBezTo>
                <a:cubicBezTo>
                  <a:pt x="11969478" y="1341388"/>
                  <a:pt x="11909014" y="1294361"/>
                  <a:pt x="11909014" y="1177913"/>
                </a:cubicBezTo>
                <a:lnTo>
                  <a:pt x="11909014" y="667335"/>
                </a:lnTo>
                <a:lnTo>
                  <a:pt x="12171021" y="667335"/>
                </a:lnTo>
                <a:lnTo>
                  <a:pt x="12171021" y="438918"/>
                </a:lnTo>
                <a:lnTo>
                  <a:pt x="11909014" y="438918"/>
                </a:lnTo>
                <a:lnTo>
                  <a:pt x="11909014" y="125405"/>
                </a:lnTo>
                <a:lnTo>
                  <a:pt x="11631331" y="125405"/>
                </a:lnTo>
                <a:lnTo>
                  <a:pt x="11631331" y="438918"/>
                </a:lnTo>
                <a:lnTo>
                  <a:pt x="11474575" y="438918"/>
                </a:lnTo>
                <a:lnTo>
                  <a:pt x="11474575" y="667335"/>
                </a:lnTo>
                <a:lnTo>
                  <a:pt x="11631331" y="667335"/>
                </a:lnTo>
                <a:lnTo>
                  <a:pt x="11631331" y="1207025"/>
                </a:lnTo>
                <a:cubicBezTo>
                  <a:pt x="11631331" y="1464554"/>
                  <a:pt x="11776891" y="1587720"/>
                  <a:pt x="12014265" y="1587720"/>
                </a:cubicBezTo>
                <a:close/>
                <a:moveTo>
                  <a:pt x="9962995" y="344864"/>
                </a:moveTo>
                <a:cubicBezTo>
                  <a:pt x="10059288" y="344864"/>
                  <a:pt x="10137666" y="275444"/>
                  <a:pt x="10137666" y="172432"/>
                </a:cubicBezTo>
                <a:cubicBezTo>
                  <a:pt x="10137666" y="69421"/>
                  <a:pt x="10059288" y="0"/>
                  <a:pt x="9962995" y="0"/>
                </a:cubicBezTo>
                <a:cubicBezTo>
                  <a:pt x="9866701" y="0"/>
                  <a:pt x="9788323" y="69421"/>
                  <a:pt x="9788323" y="172432"/>
                </a:cubicBezTo>
                <a:cubicBezTo>
                  <a:pt x="9788323" y="275444"/>
                  <a:pt x="9866701" y="344864"/>
                  <a:pt x="9962995" y="344864"/>
                </a:cubicBezTo>
                <a:close/>
                <a:moveTo>
                  <a:pt x="10348167" y="1581001"/>
                </a:moveTo>
                <a:lnTo>
                  <a:pt x="10625851" y="1581001"/>
                </a:lnTo>
                <a:lnTo>
                  <a:pt x="10625851" y="958454"/>
                </a:lnTo>
                <a:cubicBezTo>
                  <a:pt x="10625851" y="770346"/>
                  <a:pt x="10737819" y="662856"/>
                  <a:pt x="10892336" y="662856"/>
                </a:cubicBezTo>
                <a:cubicBezTo>
                  <a:pt x="11019981" y="662856"/>
                  <a:pt x="11069247" y="750192"/>
                  <a:pt x="11069247" y="902470"/>
                </a:cubicBezTo>
                <a:lnTo>
                  <a:pt x="11069247" y="1294361"/>
                </a:lnTo>
                <a:cubicBezTo>
                  <a:pt x="11069247" y="1482469"/>
                  <a:pt x="11163301" y="1587720"/>
                  <a:pt x="11349169" y="1587720"/>
                </a:cubicBezTo>
                <a:cubicBezTo>
                  <a:pt x="11387239" y="1587720"/>
                  <a:pt x="11429788" y="1587720"/>
                  <a:pt x="11467856" y="1578762"/>
                </a:cubicBezTo>
                <a:lnTo>
                  <a:pt x="11467856" y="1359303"/>
                </a:lnTo>
                <a:lnTo>
                  <a:pt x="11456660" y="1359303"/>
                </a:lnTo>
                <a:cubicBezTo>
                  <a:pt x="11400675" y="1359303"/>
                  <a:pt x="11346930" y="1348106"/>
                  <a:pt x="11346930" y="1256292"/>
                </a:cubicBezTo>
                <a:lnTo>
                  <a:pt x="11346930" y="830810"/>
                </a:lnTo>
                <a:cubicBezTo>
                  <a:pt x="11346930" y="546408"/>
                  <a:pt x="11201371" y="412046"/>
                  <a:pt x="10972954" y="412046"/>
                </a:cubicBezTo>
                <a:cubicBezTo>
                  <a:pt x="10807240" y="412046"/>
                  <a:pt x="10677357" y="490424"/>
                  <a:pt x="10625851" y="566563"/>
                </a:cubicBezTo>
                <a:lnTo>
                  <a:pt x="10625851" y="438918"/>
                </a:lnTo>
                <a:lnTo>
                  <a:pt x="10348167" y="438918"/>
                </a:lnTo>
                <a:lnTo>
                  <a:pt x="10348167" y="1581001"/>
                </a:lnTo>
                <a:close/>
                <a:moveTo>
                  <a:pt x="9824152" y="438918"/>
                </a:moveTo>
                <a:lnTo>
                  <a:pt x="9824152" y="1294361"/>
                </a:lnTo>
                <a:cubicBezTo>
                  <a:pt x="9824152" y="1482469"/>
                  <a:pt x="9918207" y="1587720"/>
                  <a:pt x="10104075" y="1587720"/>
                </a:cubicBezTo>
                <a:cubicBezTo>
                  <a:pt x="10142144" y="1587720"/>
                  <a:pt x="10184693" y="1587720"/>
                  <a:pt x="10222763" y="1578762"/>
                </a:cubicBezTo>
                <a:lnTo>
                  <a:pt x="10222763" y="1359303"/>
                </a:lnTo>
                <a:lnTo>
                  <a:pt x="10211565" y="1359303"/>
                </a:lnTo>
                <a:cubicBezTo>
                  <a:pt x="10155580" y="1359303"/>
                  <a:pt x="10101836" y="1348106"/>
                  <a:pt x="10101836" y="1256292"/>
                </a:cubicBezTo>
                <a:lnTo>
                  <a:pt x="10101836" y="438918"/>
                </a:lnTo>
                <a:lnTo>
                  <a:pt x="9824152" y="438918"/>
                </a:lnTo>
                <a:close/>
                <a:moveTo>
                  <a:pt x="9103073" y="1357064"/>
                </a:moveTo>
                <a:cubicBezTo>
                  <a:pt x="8932881" y="1357064"/>
                  <a:pt x="8809715" y="1222701"/>
                  <a:pt x="8809715" y="1009960"/>
                </a:cubicBezTo>
                <a:cubicBezTo>
                  <a:pt x="8809715" y="797219"/>
                  <a:pt x="8932881" y="662856"/>
                  <a:pt x="9103073" y="662856"/>
                </a:cubicBezTo>
                <a:cubicBezTo>
                  <a:pt x="9273266" y="662856"/>
                  <a:pt x="9396432" y="797219"/>
                  <a:pt x="9396432" y="1009960"/>
                </a:cubicBezTo>
                <a:cubicBezTo>
                  <a:pt x="9396432" y="1222701"/>
                  <a:pt x="9273266" y="1357064"/>
                  <a:pt x="9103073" y="1357064"/>
                </a:cubicBezTo>
                <a:close/>
                <a:moveTo>
                  <a:pt x="9103073" y="1607874"/>
                </a:moveTo>
                <a:cubicBezTo>
                  <a:pt x="9438980" y="1607874"/>
                  <a:pt x="9678594" y="1363782"/>
                  <a:pt x="9678594" y="1009960"/>
                </a:cubicBezTo>
                <a:cubicBezTo>
                  <a:pt x="9678594" y="656138"/>
                  <a:pt x="9438980" y="412046"/>
                  <a:pt x="9103073" y="412046"/>
                </a:cubicBezTo>
                <a:cubicBezTo>
                  <a:pt x="8767166" y="412046"/>
                  <a:pt x="8527553" y="656138"/>
                  <a:pt x="8527553" y="1009960"/>
                </a:cubicBezTo>
                <a:cubicBezTo>
                  <a:pt x="8527553" y="1363782"/>
                  <a:pt x="8767166" y="1607874"/>
                  <a:pt x="9103073" y="1607874"/>
                </a:cubicBezTo>
                <a:close/>
                <a:moveTo>
                  <a:pt x="7705701" y="747953"/>
                </a:moveTo>
                <a:lnTo>
                  <a:pt x="7705701" y="264247"/>
                </a:lnTo>
                <a:lnTo>
                  <a:pt x="7945315" y="264247"/>
                </a:lnTo>
                <a:cubicBezTo>
                  <a:pt x="8131183" y="264247"/>
                  <a:pt x="8218519" y="356061"/>
                  <a:pt x="8218519" y="506100"/>
                </a:cubicBezTo>
                <a:cubicBezTo>
                  <a:pt x="8218519" y="640462"/>
                  <a:pt x="8144619" y="747953"/>
                  <a:pt x="7945315" y="747953"/>
                </a:cubicBezTo>
                <a:lnTo>
                  <a:pt x="7705701" y="747953"/>
                </a:lnTo>
                <a:close/>
                <a:moveTo>
                  <a:pt x="7423540" y="1581001"/>
                </a:moveTo>
                <a:lnTo>
                  <a:pt x="7705701" y="1581001"/>
                </a:lnTo>
                <a:lnTo>
                  <a:pt x="7705701" y="998763"/>
                </a:lnTo>
                <a:lnTo>
                  <a:pt x="7958751" y="998763"/>
                </a:lnTo>
                <a:cubicBezTo>
                  <a:pt x="8308094" y="998763"/>
                  <a:pt x="8505159" y="797219"/>
                  <a:pt x="8505159" y="506100"/>
                </a:cubicBezTo>
                <a:cubicBezTo>
                  <a:pt x="8505159" y="214980"/>
                  <a:pt x="8308094" y="13436"/>
                  <a:pt x="7958751" y="13436"/>
                </a:cubicBezTo>
                <a:lnTo>
                  <a:pt x="7423540" y="13436"/>
                </a:lnTo>
                <a:lnTo>
                  <a:pt x="7423540" y="1581001"/>
                </a:lnTo>
                <a:close/>
                <a:moveTo>
                  <a:pt x="6671108" y="1334670"/>
                </a:moveTo>
                <a:cubicBezTo>
                  <a:pt x="6518830" y="1334670"/>
                  <a:pt x="6388947" y="1215983"/>
                  <a:pt x="6388947" y="998763"/>
                </a:cubicBezTo>
                <a:cubicBezTo>
                  <a:pt x="6388947" y="781543"/>
                  <a:pt x="6518830" y="662856"/>
                  <a:pt x="6671108" y="662856"/>
                </a:cubicBezTo>
                <a:cubicBezTo>
                  <a:pt x="6823386" y="662856"/>
                  <a:pt x="6953270" y="781543"/>
                  <a:pt x="6953270" y="998763"/>
                </a:cubicBezTo>
                <a:cubicBezTo>
                  <a:pt x="6953270" y="1215983"/>
                  <a:pt x="6823386" y="1334670"/>
                  <a:pt x="6671108" y="1334670"/>
                </a:cubicBezTo>
                <a:close/>
                <a:moveTo>
                  <a:pt x="4554896" y="344864"/>
                </a:moveTo>
                <a:cubicBezTo>
                  <a:pt x="4648950" y="344864"/>
                  <a:pt x="4729567" y="270965"/>
                  <a:pt x="4729567" y="172432"/>
                </a:cubicBezTo>
                <a:cubicBezTo>
                  <a:pt x="4729567" y="73900"/>
                  <a:pt x="4648950" y="0"/>
                  <a:pt x="4554896" y="0"/>
                </a:cubicBezTo>
                <a:cubicBezTo>
                  <a:pt x="4460842" y="0"/>
                  <a:pt x="4380224" y="73900"/>
                  <a:pt x="4380224" y="172432"/>
                </a:cubicBezTo>
                <a:cubicBezTo>
                  <a:pt x="4380224" y="270965"/>
                  <a:pt x="4460842" y="344864"/>
                  <a:pt x="4554896" y="344864"/>
                </a:cubicBezTo>
                <a:close/>
                <a:moveTo>
                  <a:pt x="5941071" y="1587720"/>
                </a:moveTo>
                <a:cubicBezTo>
                  <a:pt x="5979140" y="1587720"/>
                  <a:pt x="6021689" y="1587720"/>
                  <a:pt x="6059758" y="1578762"/>
                </a:cubicBezTo>
                <a:lnTo>
                  <a:pt x="6059758" y="1359303"/>
                </a:lnTo>
                <a:lnTo>
                  <a:pt x="6048561" y="1359303"/>
                </a:lnTo>
                <a:cubicBezTo>
                  <a:pt x="5992577" y="1359303"/>
                  <a:pt x="5938832" y="1348106"/>
                  <a:pt x="5938832" y="1256292"/>
                </a:cubicBezTo>
                <a:lnTo>
                  <a:pt x="5938832" y="830810"/>
                </a:lnTo>
                <a:cubicBezTo>
                  <a:pt x="5938832" y="546408"/>
                  <a:pt x="5793272" y="412046"/>
                  <a:pt x="5564856" y="412046"/>
                </a:cubicBezTo>
                <a:cubicBezTo>
                  <a:pt x="5399142" y="412046"/>
                  <a:pt x="5269258" y="490424"/>
                  <a:pt x="5217752" y="566563"/>
                </a:cubicBezTo>
                <a:lnTo>
                  <a:pt x="5217752" y="438918"/>
                </a:lnTo>
                <a:lnTo>
                  <a:pt x="4940069" y="438918"/>
                </a:lnTo>
                <a:lnTo>
                  <a:pt x="4940069" y="1581001"/>
                </a:lnTo>
                <a:lnTo>
                  <a:pt x="5217752" y="1581001"/>
                </a:lnTo>
                <a:lnTo>
                  <a:pt x="5217752" y="958454"/>
                </a:lnTo>
                <a:cubicBezTo>
                  <a:pt x="5217752" y="770346"/>
                  <a:pt x="5329721" y="662856"/>
                  <a:pt x="5484238" y="662856"/>
                </a:cubicBezTo>
                <a:cubicBezTo>
                  <a:pt x="5611882" y="662856"/>
                  <a:pt x="5661149" y="750192"/>
                  <a:pt x="5661149" y="902470"/>
                </a:cubicBezTo>
                <a:lnTo>
                  <a:pt x="5661149" y="1294361"/>
                </a:lnTo>
                <a:cubicBezTo>
                  <a:pt x="5661149" y="1482469"/>
                  <a:pt x="5755203" y="1587720"/>
                  <a:pt x="5941071" y="1587720"/>
                </a:cubicBezTo>
                <a:close/>
                <a:moveTo>
                  <a:pt x="4416054" y="438918"/>
                </a:moveTo>
                <a:lnTo>
                  <a:pt x="4416054" y="1294361"/>
                </a:lnTo>
                <a:cubicBezTo>
                  <a:pt x="4416054" y="1482469"/>
                  <a:pt x="4510109" y="1587720"/>
                  <a:pt x="4695977" y="1587720"/>
                </a:cubicBezTo>
                <a:cubicBezTo>
                  <a:pt x="4734046" y="1587720"/>
                  <a:pt x="4776594" y="1587720"/>
                  <a:pt x="4814664" y="1578762"/>
                </a:cubicBezTo>
                <a:lnTo>
                  <a:pt x="4814664" y="1359303"/>
                </a:lnTo>
                <a:lnTo>
                  <a:pt x="4803467" y="1359303"/>
                </a:lnTo>
                <a:cubicBezTo>
                  <a:pt x="4747482" y="1359303"/>
                  <a:pt x="4693737" y="1348106"/>
                  <a:pt x="4693737" y="1256292"/>
                </a:cubicBezTo>
                <a:lnTo>
                  <a:pt x="4693737" y="438918"/>
                </a:lnTo>
                <a:lnTo>
                  <a:pt x="4416054" y="438918"/>
                </a:lnTo>
                <a:close/>
                <a:moveTo>
                  <a:pt x="3638990" y="1581001"/>
                </a:moveTo>
                <a:lnTo>
                  <a:pt x="3916673" y="1581001"/>
                </a:lnTo>
                <a:lnTo>
                  <a:pt x="3916673" y="1001002"/>
                </a:lnTo>
                <a:cubicBezTo>
                  <a:pt x="3916673" y="761389"/>
                  <a:pt x="4026403" y="687489"/>
                  <a:pt x="4212271" y="687489"/>
                </a:cubicBezTo>
                <a:cubicBezTo>
                  <a:pt x="4234665" y="687489"/>
                  <a:pt x="4259298" y="689729"/>
                  <a:pt x="4270495" y="691968"/>
                </a:cubicBezTo>
                <a:lnTo>
                  <a:pt x="4270495" y="427721"/>
                </a:lnTo>
                <a:cubicBezTo>
                  <a:pt x="4254819" y="425482"/>
                  <a:pt x="4241383" y="425482"/>
                  <a:pt x="4227947" y="425482"/>
                </a:cubicBezTo>
                <a:cubicBezTo>
                  <a:pt x="4057754" y="425482"/>
                  <a:pt x="3968179" y="492663"/>
                  <a:pt x="3914433" y="566563"/>
                </a:cubicBezTo>
                <a:lnTo>
                  <a:pt x="3914433" y="438918"/>
                </a:lnTo>
                <a:lnTo>
                  <a:pt x="3638990" y="438918"/>
                </a:lnTo>
                <a:lnTo>
                  <a:pt x="3638990" y="1581001"/>
                </a:lnTo>
                <a:close/>
                <a:moveTo>
                  <a:pt x="2891038" y="1374979"/>
                </a:moveTo>
                <a:cubicBezTo>
                  <a:pt x="2810420" y="1374979"/>
                  <a:pt x="2727563" y="1334670"/>
                  <a:pt x="2727563" y="1240616"/>
                </a:cubicBezTo>
                <a:cubicBezTo>
                  <a:pt x="2727563" y="1110732"/>
                  <a:pt x="2852968" y="1059226"/>
                  <a:pt x="3153045" y="1059226"/>
                </a:cubicBezTo>
                <a:cubicBezTo>
                  <a:pt x="3153045" y="1269728"/>
                  <a:pt x="3058991" y="1374979"/>
                  <a:pt x="2891038" y="1374979"/>
                </a:cubicBezTo>
                <a:close/>
                <a:moveTo>
                  <a:pt x="2864165" y="1607874"/>
                </a:moveTo>
                <a:cubicBezTo>
                  <a:pt x="3043315" y="1607874"/>
                  <a:pt x="3146327" y="1538453"/>
                  <a:pt x="3202311" y="1471272"/>
                </a:cubicBezTo>
                <a:cubicBezTo>
                  <a:pt x="3222466" y="1525017"/>
                  <a:pt x="3282929" y="1587720"/>
                  <a:pt x="3410573" y="1587720"/>
                </a:cubicBezTo>
                <a:cubicBezTo>
                  <a:pt x="3437446" y="1587720"/>
                  <a:pt x="3477755" y="1585480"/>
                  <a:pt x="3515824" y="1574283"/>
                </a:cubicBezTo>
                <a:lnTo>
                  <a:pt x="3515824" y="1352585"/>
                </a:lnTo>
                <a:cubicBezTo>
                  <a:pt x="3482233" y="1352585"/>
                  <a:pt x="3417291" y="1359303"/>
                  <a:pt x="3417291" y="1240616"/>
                </a:cubicBezTo>
                <a:lnTo>
                  <a:pt x="3417291" y="904709"/>
                </a:lnTo>
                <a:cubicBezTo>
                  <a:pt x="3417291" y="535212"/>
                  <a:pt x="3204551" y="412046"/>
                  <a:pt x="2906713" y="412046"/>
                </a:cubicBezTo>
                <a:cubicBezTo>
                  <a:pt x="2669339" y="412046"/>
                  <a:pt x="2510343" y="528493"/>
                  <a:pt x="2456598" y="571042"/>
                </a:cubicBezTo>
                <a:lnTo>
                  <a:pt x="2588722" y="786022"/>
                </a:lnTo>
                <a:cubicBezTo>
                  <a:pt x="2642467" y="743474"/>
                  <a:pt x="2756675" y="662856"/>
                  <a:pt x="2906713" y="662856"/>
                </a:cubicBezTo>
                <a:cubicBezTo>
                  <a:pt x="3052273" y="662856"/>
                  <a:pt x="3137369" y="718841"/>
                  <a:pt x="3148566" y="839767"/>
                </a:cubicBezTo>
                <a:cubicBezTo>
                  <a:pt x="2976134" y="839767"/>
                  <a:pt x="2445401" y="833049"/>
                  <a:pt x="2445401" y="1242855"/>
                </a:cubicBezTo>
                <a:cubicBezTo>
                  <a:pt x="2445401" y="1480229"/>
                  <a:pt x="2637988" y="1607874"/>
                  <a:pt x="2864165" y="1607874"/>
                </a:cubicBezTo>
                <a:close/>
                <a:moveTo>
                  <a:pt x="1549650" y="857682"/>
                </a:moveTo>
                <a:cubicBezTo>
                  <a:pt x="1585480" y="721080"/>
                  <a:pt x="1692970" y="653899"/>
                  <a:pt x="1818375" y="653899"/>
                </a:cubicBezTo>
                <a:cubicBezTo>
                  <a:pt x="1925865" y="653899"/>
                  <a:pt x="2040074" y="705404"/>
                  <a:pt x="2051271" y="857682"/>
                </a:cubicBezTo>
                <a:lnTo>
                  <a:pt x="1549650" y="857682"/>
                </a:lnTo>
                <a:close/>
                <a:moveTo>
                  <a:pt x="1845248" y="1607874"/>
                </a:moveTo>
                <a:cubicBezTo>
                  <a:pt x="2087101" y="1607874"/>
                  <a:pt x="2266251" y="1477990"/>
                  <a:pt x="2346869" y="1370500"/>
                </a:cubicBezTo>
                <a:lnTo>
                  <a:pt x="2149803" y="1198068"/>
                </a:lnTo>
                <a:cubicBezTo>
                  <a:pt x="2098298" y="1263010"/>
                  <a:pt x="2004244" y="1357064"/>
                  <a:pt x="1845248" y="1357064"/>
                </a:cubicBezTo>
                <a:cubicBezTo>
                  <a:pt x="1670576" y="1357064"/>
                  <a:pt x="1549650" y="1236137"/>
                  <a:pt x="1540692" y="1081620"/>
                </a:cubicBezTo>
                <a:lnTo>
                  <a:pt x="2324475" y="1081620"/>
                </a:lnTo>
                <a:cubicBezTo>
                  <a:pt x="2331193" y="1034593"/>
                  <a:pt x="2333433" y="1001002"/>
                  <a:pt x="2333433" y="936060"/>
                </a:cubicBezTo>
                <a:cubicBezTo>
                  <a:pt x="2333433" y="660617"/>
                  <a:pt x="2174437" y="412046"/>
                  <a:pt x="1818375" y="412046"/>
                </a:cubicBezTo>
                <a:cubicBezTo>
                  <a:pt x="1493665" y="412046"/>
                  <a:pt x="1260770" y="665096"/>
                  <a:pt x="1260770" y="1014439"/>
                </a:cubicBezTo>
                <a:cubicBezTo>
                  <a:pt x="1260770" y="1357064"/>
                  <a:pt x="1500384" y="1607874"/>
                  <a:pt x="1845248" y="1607874"/>
                </a:cubicBezTo>
                <a:close/>
                <a:moveTo>
                  <a:pt x="282162" y="644941"/>
                </a:moveTo>
                <a:lnTo>
                  <a:pt x="282162" y="264247"/>
                </a:lnTo>
                <a:lnTo>
                  <a:pt x="618068" y="264247"/>
                </a:lnTo>
                <a:cubicBezTo>
                  <a:pt x="759149" y="264247"/>
                  <a:pt x="828570" y="338146"/>
                  <a:pt x="828570" y="454594"/>
                </a:cubicBezTo>
                <a:cubicBezTo>
                  <a:pt x="828570" y="571042"/>
                  <a:pt x="756910" y="644941"/>
                  <a:pt x="620308" y="644941"/>
                </a:cubicBezTo>
                <a:lnTo>
                  <a:pt x="282162" y="644941"/>
                </a:lnTo>
                <a:close/>
                <a:moveTo>
                  <a:pt x="282162" y="1330191"/>
                </a:moveTo>
                <a:lnTo>
                  <a:pt x="282162" y="895752"/>
                </a:lnTo>
                <a:lnTo>
                  <a:pt x="633744" y="895752"/>
                </a:lnTo>
                <a:cubicBezTo>
                  <a:pt x="792740" y="895752"/>
                  <a:pt x="880076" y="976369"/>
                  <a:pt x="880076" y="1112971"/>
                </a:cubicBezTo>
                <a:cubicBezTo>
                  <a:pt x="880076" y="1249573"/>
                  <a:pt x="797219" y="1330191"/>
                  <a:pt x="633744" y="1330191"/>
                </a:cubicBezTo>
                <a:lnTo>
                  <a:pt x="282162" y="1330191"/>
                </a:lnTo>
                <a:close/>
                <a:moveTo>
                  <a:pt x="0" y="1581001"/>
                </a:moveTo>
                <a:lnTo>
                  <a:pt x="627026" y="1581001"/>
                </a:lnTo>
                <a:cubicBezTo>
                  <a:pt x="985327" y="1581001"/>
                  <a:pt x="1166716" y="1395133"/>
                  <a:pt x="1166716" y="1119689"/>
                </a:cubicBezTo>
                <a:cubicBezTo>
                  <a:pt x="1166716" y="962933"/>
                  <a:pt x="1099535" y="821852"/>
                  <a:pt x="967412" y="747953"/>
                </a:cubicBezTo>
                <a:cubicBezTo>
                  <a:pt x="1065944" y="674053"/>
                  <a:pt x="1110732" y="562084"/>
                  <a:pt x="1110732" y="438918"/>
                </a:cubicBezTo>
                <a:cubicBezTo>
                  <a:pt x="1110732" y="192587"/>
                  <a:pt x="945018" y="13436"/>
                  <a:pt x="611350" y="13436"/>
                </a:cubicBezTo>
                <a:lnTo>
                  <a:pt x="0" y="13436"/>
                </a:lnTo>
                <a:lnTo>
                  <a:pt x="0" y="1581001"/>
                </a:lnTo>
                <a:close/>
                <a:moveTo>
                  <a:pt x="6664390" y="2033356"/>
                </a:moveTo>
                <a:cubicBezTo>
                  <a:pt x="6879371" y="2033356"/>
                  <a:pt x="7221996" y="1919148"/>
                  <a:pt x="7221996" y="1520538"/>
                </a:cubicBezTo>
                <a:lnTo>
                  <a:pt x="7221996" y="438918"/>
                </a:lnTo>
                <a:lnTo>
                  <a:pt x="6944313" y="438918"/>
                </a:lnTo>
                <a:lnTo>
                  <a:pt x="6944313" y="546408"/>
                </a:lnTo>
                <a:cubicBezTo>
                  <a:pt x="6886089" y="472509"/>
                  <a:pt x="6798753" y="412046"/>
                  <a:pt x="6635278" y="412046"/>
                </a:cubicBezTo>
                <a:cubicBezTo>
                  <a:pt x="6350877" y="412046"/>
                  <a:pt x="6106785" y="640462"/>
                  <a:pt x="6106785" y="998763"/>
                </a:cubicBezTo>
                <a:cubicBezTo>
                  <a:pt x="6106785" y="1357064"/>
                  <a:pt x="6350877" y="1585480"/>
                  <a:pt x="6635278" y="1585480"/>
                </a:cubicBezTo>
                <a:cubicBezTo>
                  <a:pt x="6798753" y="1585480"/>
                  <a:pt x="6886089" y="1527256"/>
                  <a:pt x="6944313" y="1451118"/>
                </a:cubicBezTo>
                <a:lnTo>
                  <a:pt x="6944313" y="1525017"/>
                </a:lnTo>
                <a:cubicBezTo>
                  <a:pt x="6944313" y="1692970"/>
                  <a:pt x="6823386" y="1782546"/>
                  <a:pt x="6664390" y="1782546"/>
                </a:cubicBezTo>
                <a:cubicBezTo>
                  <a:pt x="6489719" y="1782546"/>
                  <a:pt x="6377750" y="1684013"/>
                  <a:pt x="6330723" y="1630268"/>
                </a:cubicBezTo>
                <a:lnTo>
                  <a:pt x="6124700" y="1802700"/>
                </a:lnTo>
                <a:cubicBezTo>
                  <a:pt x="6171727" y="1856445"/>
                  <a:pt x="6330723" y="2033356"/>
                  <a:pt x="6664390" y="2033356"/>
                </a:cubicBezTo>
                <a:close/>
              </a:path>
            </a:pathLst>
          </a:custGeom>
          <a:solidFill>
            <a:schemeClr val="tx1"/>
          </a:solidFill>
          <a:ln w="8133">
            <a:noFill/>
            <a:prstDash val="solid"/>
          </a:ln>
        </p:spPr>
        <p:txBody>
          <a:bodyPr anchor="ct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20DAD-1B61-93C3-530B-9B622B667CD8}"/>
              </a:ext>
            </a:extLst>
          </p:cNvPr>
          <p:cNvSpPr>
            <a:spLocks noGrp="1"/>
          </p:cNvSpPr>
          <p:nvPr>
            <p:ph type="title"/>
          </p:nvPr>
        </p:nvSpPr>
        <p:spPr>
          <a:xfrm>
            <a:off x="384175" y="1944000"/>
            <a:ext cx="8520113" cy="1918800"/>
          </a:xfrm>
        </p:spPr>
        <p:txBody>
          <a:bodyPr>
            <a:noAutofit/>
          </a:bodyPr>
          <a:lstStyle>
            <a:lvl1pPr>
              <a:lnSpc>
                <a:spcPct val="80000"/>
              </a:lnSpc>
              <a:buNone/>
              <a:defRPr sz="7000"/>
            </a:lvl1pPr>
          </a:lstStyle>
          <a:p>
            <a:r>
              <a:t>Klikk for å redigere tittelstil</a:t>
            </a:r>
          </a:p>
        </p:txBody>
      </p:sp>
      <p:sp>
        <p:nvSpPr>
          <p:cNvPr id="7" name="Text Placeholder 6">
            <a:extLst>
              <a:ext uri="{FF2B5EF4-FFF2-40B4-BE49-F238E27FC236}">
                <a16:creationId xmlns:a16="http://schemas.microsoft.com/office/drawing/2014/main" id="{CEC21A32-3B29-FB79-375A-AFF484FAE380}"/>
              </a:ext>
            </a:extLst>
          </p:cNvPr>
          <p:cNvSpPr>
            <a:spLocks noGrp="1"/>
          </p:cNvSpPr>
          <p:nvPr>
            <p:ph type="body" idx="10"/>
          </p:nvPr>
        </p:nvSpPr>
        <p:spPr>
          <a:xfrm>
            <a:off x="384175" y="4579200"/>
            <a:ext cx="3683000" cy="1396999"/>
          </a:xfrm>
        </p:spPr>
        <p:txBody>
          <a:bodyPr/>
          <a:lstStyle>
            <a:lvl1pPr marL="0" indent="0">
              <a:spcAft>
                <a:spcPts val="1800"/>
              </a:spcAft>
              <a:buNone/>
              <a:defRPr/>
            </a:lvl1pPr>
            <a:lvl2pPr marL="180975" indent="0">
              <a:buNone/>
              <a:defRPr/>
            </a:lvl2pPr>
            <a:lvl3pPr marL="361950" indent="0">
              <a:buNone/>
              <a:defRPr/>
            </a:lvl3pPr>
            <a:lvl4pPr marL="542925" indent="0">
              <a:buNone/>
              <a:defRPr/>
            </a:lvl4pPr>
            <a:lvl5pPr marL="714375" indent="0">
              <a:buNone/>
              <a:defRPr/>
            </a:lvl5pPr>
          </a:lstStyle>
          <a:p>
            <a:pPr lvl="0">
              <a:buNone/>
            </a:pPr>
            <a:r>
              <a:t>Klikk for å redigere tekststiler i malen</a:t>
            </a:r>
          </a:p>
        </p:txBody>
      </p:sp>
      <p:sp>
        <p:nvSpPr>
          <p:cNvPr id="10" name="BearingPoint Logo">
            <a:extLst>
              <a:ext uri="{FF2B5EF4-FFF2-40B4-BE49-F238E27FC236}">
                <a16:creationId xmlns:a16="http://schemas.microsoft.com/office/drawing/2014/main" id="{85653425-B89B-9F14-16FF-4838CACB3D49}"/>
              </a:ext>
            </a:extLst>
          </p:cNvPr>
          <p:cNvSpPr>
            <a:spLocks noGrp="1"/>
          </p:cNvSpPr>
          <p:nvPr/>
        </p:nvSpPr>
        <p:spPr>
          <a:xfrm>
            <a:off x="384175" y="358775"/>
            <a:ext cx="1747838" cy="291574"/>
          </a:xfrm>
          <a:custGeom>
            <a:avLst/>
            <a:gdLst>
              <a:gd name="connsiteX0" fmla="*/ 12014265 w 12188936"/>
              <a:gd name="connsiteY0" fmla="*/ 1587720 h 2033355"/>
              <a:gd name="connsiteX1" fmla="*/ 12188936 w 12188936"/>
              <a:gd name="connsiteY1" fmla="*/ 1572044 h 2033355"/>
              <a:gd name="connsiteX2" fmla="*/ 12188936 w 12188936"/>
              <a:gd name="connsiteY2" fmla="*/ 1330191 h 2033355"/>
              <a:gd name="connsiteX3" fmla="*/ 12070250 w 12188936"/>
              <a:gd name="connsiteY3" fmla="*/ 1341388 h 2033355"/>
              <a:gd name="connsiteX4" fmla="*/ 11909014 w 12188936"/>
              <a:gd name="connsiteY4" fmla="*/ 1177913 h 2033355"/>
              <a:gd name="connsiteX5" fmla="*/ 11909014 w 12188936"/>
              <a:gd name="connsiteY5" fmla="*/ 667335 h 2033355"/>
              <a:gd name="connsiteX6" fmla="*/ 12171021 w 12188936"/>
              <a:gd name="connsiteY6" fmla="*/ 667335 h 2033355"/>
              <a:gd name="connsiteX7" fmla="*/ 12171021 w 12188936"/>
              <a:gd name="connsiteY7" fmla="*/ 438918 h 2033355"/>
              <a:gd name="connsiteX8" fmla="*/ 11909014 w 12188936"/>
              <a:gd name="connsiteY8" fmla="*/ 438918 h 2033355"/>
              <a:gd name="connsiteX9" fmla="*/ 11909014 w 12188936"/>
              <a:gd name="connsiteY9" fmla="*/ 125405 h 2033355"/>
              <a:gd name="connsiteX10" fmla="*/ 11631331 w 12188936"/>
              <a:gd name="connsiteY10" fmla="*/ 125405 h 2033355"/>
              <a:gd name="connsiteX11" fmla="*/ 11631331 w 12188936"/>
              <a:gd name="connsiteY11" fmla="*/ 438918 h 2033355"/>
              <a:gd name="connsiteX12" fmla="*/ 11474575 w 12188936"/>
              <a:gd name="connsiteY12" fmla="*/ 438918 h 2033355"/>
              <a:gd name="connsiteX13" fmla="*/ 11474575 w 12188936"/>
              <a:gd name="connsiteY13" fmla="*/ 667335 h 2033355"/>
              <a:gd name="connsiteX14" fmla="*/ 11631331 w 12188936"/>
              <a:gd name="connsiteY14" fmla="*/ 667335 h 2033355"/>
              <a:gd name="connsiteX15" fmla="*/ 11631331 w 12188936"/>
              <a:gd name="connsiteY15" fmla="*/ 1207025 h 2033355"/>
              <a:gd name="connsiteX16" fmla="*/ 12014265 w 12188936"/>
              <a:gd name="connsiteY16" fmla="*/ 1587720 h 2033355"/>
              <a:gd name="connsiteX17" fmla="*/ 9962995 w 12188936"/>
              <a:gd name="connsiteY17" fmla="*/ 344864 h 2033355"/>
              <a:gd name="connsiteX18" fmla="*/ 10137666 w 12188936"/>
              <a:gd name="connsiteY18" fmla="*/ 172432 h 2033355"/>
              <a:gd name="connsiteX19" fmla="*/ 9962995 w 12188936"/>
              <a:gd name="connsiteY19" fmla="*/ 0 h 2033355"/>
              <a:gd name="connsiteX20" fmla="*/ 9788323 w 12188936"/>
              <a:gd name="connsiteY20" fmla="*/ 172432 h 2033355"/>
              <a:gd name="connsiteX21" fmla="*/ 9962995 w 12188936"/>
              <a:gd name="connsiteY21" fmla="*/ 344864 h 2033355"/>
              <a:gd name="connsiteX22" fmla="*/ 10348167 w 12188936"/>
              <a:gd name="connsiteY22" fmla="*/ 1581001 h 2033355"/>
              <a:gd name="connsiteX23" fmla="*/ 10625851 w 12188936"/>
              <a:gd name="connsiteY23" fmla="*/ 1581001 h 2033355"/>
              <a:gd name="connsiteX24" fmla="*/ 10625851 w 12188936"/>
              <a:gd name="connsiteY24" fmla="*/ 958454 h 2033355"/>
              <a:gd name="connsiteX25" fmla="*/ 10892336 w 12188936"/>
              <a:gd name="connsiteY25" fmla="*/ 662856 h 2033355"/>
              <a:gd name="connsiteX26" fmla="*/ 11069247 w 12188936"/>
              <a:gd name="connsiteY26" fmla="*/ 902470 h 2033355"/>
              <a:gd name="connsiteX27" fmla="*/ 11069247 w 12188936"/>
              <a:gd name="connsiteY27" fmla="*/ 1294361 h 2033355"/>
              <a:gd name="connsiteX28" fmla="*/ 11349169 w 12188936"/>
              <a:gd name="connsiteY28" fmla="*/ 1587720 h 2033355"/>
              <a:gd name="connsiteX29" fmla="*/ 11467856 w 12188936"/>
              <a:gd name="connsiteY29" fmla="*/ 1578762 h 2033355"/>
              <a:gd name="connsiteX30" fmla="*/ 11467856 w 12188936"/>
              <a:gd name="connsiteY30" fmla="*/ 1359303 h 2033355"/>
              <a:gd name="connsiteX31" fmla="*/ 11456660 w 12188936"/>
              <a:gd name="connsiteY31" fmla="*/ 1359303 h 2033355"/>
              <a:gd name="connsiteX32" fmla="*/ 11346930 w 12188936"/>
              <a:gd name="connsiteY32" fmla="*/ 1256292 h 2033355"/>
              <a:gd name="connsiteX33" fmla="*/ 11346930 w 12188936"/>
              <a:gd name="connsiteY33" fmla="*/ 830810 h 2033355"/>
              <a:gd name="connsiteX34" fmla="*/ 10972954 w 12188936"/>
              <a:gd name="connsiteY34" fmla="*/ 412046 h 2033355"/>
              <a:gd name="connsiteX35" fmla="*/ 10625851 w 12188936"/>
              <a:gd name="connsiteY35" fmla="*/ 566563 h 2033355"/>
              <a:gd name="connsiteX36" fmla="*/ 10625851 w 12188936"/>
              <a:gd name="connsiteY36" fmla="*/ 438918 h 2033355"/>
              <a:gd name="connsiteX37" fmla="*/ 10348167 w 12188936"/>
              <a:gd name="connsiteY37" fmla="*/ 438918 h 2033355"/>
              <a:gd name="connsiteX38" fmla="*/ 10348167 w 12188936"/>
              <a:gd name="connsiteY38" fmla="*/ 1581001 h 2033355"/>
              <a:gd name="connsiteX39" fmla="*/ 9824152 w 12188936"/>
              <a:gd name="connsiteY39" fmla="*/ 438918 h 2033355"/>
              <a:gd name="connsiteX40" fmla="*/ 9824152 w 12188936"/>
              <a:gd name="connsiteY40" fmla="*/ 1294361 h 2033355"/>
              <a:gd name="connsiteX41" fmla="*/ 10104075 w 12188936"/>
              <a:gd name="connsiteY41" fmla="*/ 1587720 h 2033355"/>
              <a:gd name="connsiteX42" fmla="*/ 10222763 w 12188936"/>
              <a:gd name="connsiteY42" fmla="*/ 1578762 h 2033355"/>
              <a:gd name="connsiteX43" fmla="*/ 10222763 w 12188936"/>
              <a:gd name="connsiteY43" fmla="*/ 1359303 h 2033355"/>
              <a:gd name="connsiteX44" fmla="*/ 10211565 w 12188936"/>
              <a:gd name="connsiteY44" fmla="*/ 1359303 h 2033355"/>
              <a:gd name="connsiteX45" fmla="*/ 10101836 w 12188936"/>
              <a:gd name="connsiteY45" fmla="*/ 1256292 h 2033355"/>
              <a:gd name="connsiteX46" fmla="*/ 10101836 w 12188936"/>
              <a:gd name="connsiteY46" fmla="*/ 438918 h 2033355"/>
              <a:gd name="connsiteX47" fmla="*/ 9824152 w 12188936"/>
              <a:gd name="connsiteY47" fmla="*/ 438918 h 2033355"/>
              <a:gd name="connsiteX48" fmla="*/ 9103073 w 12188936"/>
              <a:gd name="connsiteY48" fmla="*/ 1357064 h 2033355"/>
              <a:gd name="connsiteX49" fmla="*/ 8809715 w 12188936"/>
              <a:gd name="connsiteY49" fmla="*/ 1009960 h 2033355"/>
              <a:gd name="connsiteX50" fmla="*/ 9103073 w 12188936"/>
              <a:gd name="connsiteY50" fmla="*/ 662856 h 2033355"/>
              <a:gd name="connsiteX51" fmla="*/ 9396432 w 12188936"/>
              <a:gd name="connsiteY51" fmla="*/ 1009960 h 2033355"/>
              <a:gd name="connsiteX52" fmla="*/ 9103073 w 12188936"/>
              <a:gd name="connsiteY52" fmla="*/ 1357064 h 2033355"/>
              <a:gd name="connsiteX53" fmla="*/ 9103073 w 12188936"/>
              <a:gd name="connsiteY53" fmla="*/ 1607874 h 2033355"/>
              <a:gd name="connsiteX54" fmla="*/ 9678594 w 12188936"/>
              <a:gd name="connsiteY54" fmla="*/ 1009960 h 2033355"/>
              <a:gd name="connsiteX55" fmla="*/ 9103073 w 12188936"/>
              <a:gd name="connsiteY55" fmla="*/ 412046 h 2033355"/>
              <a:gd name="connsiteX56" fmla="*/ 8527553 w 12188936"/>
              <a:gd name="connsiteY56" fmla="*/ 1009960 h 2033355"/>
              <a:gd name="connsiteX57" fmla="*/ 9103073 w 12188936"/>
              <a:gd name="connsiteY57" fmla="*/ 1607874 h 2033355"/>
              <a:gd name="connsiteX58" fmla="*/ 7705701 w 12188936"/>
              <a:gd name="connsiteY58" fmla="*/ 747953 h 2033355"/>
              <a:gd name="connsiteX59" fmla="*/ 7705701 w 12188936"/>
              <a:gd name="connsiteY59" fmla="*/ 264247 h 2033355"/>
              <a:gd name="connsiteX60" fmla="*/ 7945315 w 12188936"/>
              <a:gd name="connsiteY60" fmla="*/ 264247 h 2033355"/>
              <a:gd name="connsiteX61" fmla="*/ 8218519 w 12188936"/>
              <a:gd name="connsiteY61" fmla="*/ 506100 h 2033355"/>
              <a:gd name="connsiteX62" fmla="*/ 7945315 w 12188936"/>
              <a:gd name="connsiteY62" fmla="*/ 747953 h 2033355"/>
              <a:gd name="connsiteX63" fmla="*/ 7705701 w 12188936"/>
              <a:gd name="connsiteY63" fmla="*/ 747953 h 2033355"/>
              <a:gd name="connsiteX64" fmla="*/ 7423540 w 12188936"/>
              <a:gd name="connsiteY64" fmla="*/ 1581001 h 2033355"/>
              <a:gd name="connsiteX65" fmla="*/ 7705701 w 12188936"/>
              <a:gd name="connsiteY65" fmla="*/ 1581001 h 2033355"/>
              <a:gd name="connsiteX66" fmla="*/ 7705701 w 12188936"/>
              <a:gd name="connsiteY66" fmla="*/ 998763 h 2033355"/>
              <a:gd name="connsiteX67" fmla="*/ 7958751 w 12188936"/>
              <a:gd name="connsiteY67" fmla="*/ 998763 h 2033355"/>
              <a:gd name="connsiteX68" fmla="*/ 8505159 w 12188936"/>
              <a:gd name="connsiteY68" fmla="*/ 506100 h 2033355"/>
              <a:gd name="connsiteX69" fmla="*/ 7958751 w 12188936"/>
              <a:gd name="connsiteY69" fmla="*/ 13436 h 2033355"/>
              <a:gd name="connsiteX70" fmla="*/ 7423540 w 12188936"/>
              <a:gd name="connsiteY70" fmla="*/ 13436 h 2033355"/>
              <a:gd name="connsiteX71" fmla="*/ 7423540 w 12188936"/>
              <a:gd name="connsiteY71" fmla="*/ 1581001 h 2033355"/>
              <a:gd name="connsiteX72" fmla="*/ 6671108 w 12188936"/>
              <a:gd name="connsiteY72" fmla="*/ 1334670 h 2033355"/>
              <a:gd name="connsiteX73" fmla="*/ 6388947 w 12188936"/>
              <a:gd name="connsiteY73" fmla="*/ 998763 h 2033355"/>
              <a:gd name="connsiteX74" fmla="*/ 6671108 w 12188936"/>
              <a:gd name="connsiteY74" fmla="*/ 662856 h 2033355"/>
              <a:gd name="connsiteX75" fmla="*/ 6953270 w 12188936"/>
              <a:gd name="connsiteY75" fmla="*/ 998763 h 2033355"/>
              <a:gd name="connsiteX76" fmla="*/ 6671108 w 12188936"/>
              <a:gd name="connsiteY76" fmla="*/ 1334670 h 2033355"/>
              <a:gd name="connsiteX77" fmla="*/ 4554896 w 12188936"/>
              <a:gd name="connsiteY77" fmla="*/ 344864 h 2033355"/>
              <a:gd name="connsiteX78" fmla="*/ 4729567 w 12188936"/>
              <a:gd name="connsiteY78" fmla="*/ 172432 h 2033355"/>
              <a:gd name="connsiteX79" fmla="*/ 4554896 w 12188936"/>
              <a:gd name="connsiteY79" fmla="*/ 0 h 2033355"/>
              <a:gd name="connsiteX80" fmla="*/ 4380224 w 12188936"/>
              <a:gd name="connsiteY80" fmla="*/ 172432 h 2033355"/>
              <a:gd name="connsiteX81" fmla="*/ 4554896 w 12188936"/>
              <a:gd name="connsiteY81" fmla="*/ 344864 h 2033355"/>
              <a:gd name="connsiteX82" fmla="*/ 5941071 w 12188936"/>
              <a:gd name="connsiteY82" fmla="*/ 1587720 h 2033355"/>
              <a:gd name="connsiteX83" fmla="*/ 6059758 w 12188936"/>
              <a:gd name="connsiteY83" fmla="*/ 1578762 h 2033355"/>
              <a:gd name="connsiteX84" fmla="*/ 6059758 w 12188936"/>
              <a:gd name="connsiteY84" fmla="*/ 1359303 h 2033355"/>
              <a:gd name="connsiteX85" fmla="*/ 6048561 w 12188936"/>
              <a:gd name="connsiteY85" fmla="*/ 1359303 h 2033355"/>
              <a:gd name="connsiteX86" fmla="*/ 5938832 w 12188936"/>
              <a:gd name="connsiteY86" fmla="*/ 1256292 h 2033355"/>
              <a:gd name="connsiteX87" fmla="*/ 5938832 w 12188936"/>
              <a:gd name="connsiteY87" fmla="*/ 830810 h 2033355"/>
              <a:gd name="connsiteX88" fmla="*/ 5564856 w 12188936"/>
              <a:gd name="connsiteY88" fmla="*/ 412046 h 2033355"/>
              <a:gd name="connsiteX89" fmla="*/ 5217752 w 12188936"/>
              <a:gd name="connsiteY89" fmla="*/ 566563 h 2033355"/>
              <a:gd name="connsiteX90" fmla="*/ 5217752 w 12188936"/>
              <a:gd name="connsiteY90" fmla="*/ 438918 h 2033355"/>
              <a:gd name="connsiteX91" fmla="*/ 4940069 w 12188936"/>
              <a:gd name="connsiteY91" fmla="*/ 438918 h 2033355"/>
              <a:gd name="connsiteX92" fmla="*/ 4940069 w 12188936"/>
              <a:gd name="connsiteY92" fmla="*/ 1581001 h 2033355"/>
              <a:gd name="connsiteX93" fmla="*/ 5217752 w 12188936"/>
              <a:gd name="connsiteY93" fmla="*/ 1581001 h 2033355"/>
              <a:gd name="connsiteX94" fmla="*/ 5217752 w 12188936"/>
              <a:gd name="connsiteY94" fmla="*/ 958454 h 2033355"/>
              <a:gd name="connsiteX95" fmla="*/ 5484238 w 12188936"/>
              <a:gd name="connsiteY95" fmla="*/ 662856 h 2033355"/>
              <a:gd name="connsiteX96" fmla="*/ 5661149 w 12188936"/>
              <a:gd name="connsiteY96" fmla="*/ 902470 h 2033355"/>
              <a:gd name="connsiteX97" fmla="*/ 5661149 w 12188936"/>
              <a:gd name="connsiteY97" fmla="*/ 1294361 h 2033355"/>
              <a:gd name="connsiteX98" fmla="*/ 5941071 w 12188936"/>
              <a:gd name="connsiteY98" fmla="*/ 1587720 h 2033355"/>
              <a:gd name="connsiteX99" fmla="*/ 4416054 w 12188936"/>
              <a:gd name="connsiteY99" fmla="*/ 438918 h 2033355"/>
              <a:gd name="connsiteX100" fmla="*/ 4416054 w 12188936"/>
              <a:gd name="connsiteY100" fmla="*/ 1294361 h 2033355"/>
              <a:gd name="connsiteX101" fmla="*/ 4695977 w 12188936"/>
              <a:gd name="connsiteY101" fmla="*/ 1587720 h 2033355"/>
              <a:gd name="connsiteX102" fmla="*/ 4814664 w 12188936"/>
              <a:gd name="connsiteY102" fmla="*/ 1578762 h 2033355"/>
              <a:gd name="connsiteX103" fmla="*/ 4814664 w 12188936"/>
              <a:gd name="connsiteY103" fmla="*/ 1359303 h 2033355"/>
              <a:gd name="connsiteX104" fmla="*/ 4803467 w 12188936"/>
              <a:gd name="connsiteY104" fmla="*/ 1359303 h 2033355"/>
              <a:gd name="connsiteX105" fmla="*/ 4693737 w 12188936"/>
              <a:gd name="connsiteY105" fmla="*/ 1256292 h 2033355"/>
              <a:gd name="connsiteX106" fmla="*/ 4693737 w 12188936"/>
              <a:gd name="connsiteY106" fmla="*/ 438918 h 2033355"/>
              <a:gd name="connsiteX107" fmla="*/ 4416054 w 12188936"/>
              <a:gd name="connsiteY107" fmla="*/ 438918 h 2033355"/>
              <a:gd name="connsiteX108" fmla="*/ 3638990 w 12188936"/>
              <a:gd name="connsiteY108" fmla="*/ 1581001 h 2033355"/>
              <a:gd name="connsiteX109" fmla="*/ 3916673 w 12188936"/>
              <a:gd name="connsiteY109" fmla="*/ 1581001 h 2033355"/>
              <a:gd name="connsiteX110" fmla="*/ 3916673 w 12188936"/>
              <a:gd name="connsiteY110" fmla="*/ 1001002 h 2033355"/>
              <a:gd name="connsiteX111" fmla="*/ 4212271 w 12188936"/>
              <a:gd name="connsiteY111" fmla="*/ 687489 h 2033355"/>
              <a:gd name="connsiteX112" fmla="*/ 4270495 w 12188936"/>
              <a:gd name="connsiteY112" fmla="*/ 691968 h 2033355"/>
              <a:gd name="connsiteX113" fmla="*/ 4270495 w 12188936"/>
              <a:gd name="connsiteY113" fmla="*/ 427721 h 2033355"/>
              <a:gd name="connsiteX114" fmla="*/ 4227947 w 12188936"/>
              <a:gd name="connsiteY114" fmla="*/ 425482 h 2033355"/>
              <a:gd name="connsiteX115" fmla="*/ 3914433 w 12188936"/>
              <a:gd name="connsiteY115" fmla="*/ 566563 h 2033355"/>
              <a:gd name="connsiteX116" fmla="*/ 3914433 w 12188936"/>
              <a:gd name="connsiteY116" fmla="*/ 438918 h 2033355"/>
              <a:gd name="connsiteX117" fmla="*/ 3638990 w 12188936"/>
              <a:gd name="connsiteY117" fmla="*/ 438918 h 2033355"/>
              <a:gd name="connsiteX118" fmla="*/ 3638990 w 12188936"/>
              <a:gd name="connsiteY118" fmla="*/ 1581001 h 2033355"/>
              <a:gd name="connsiteX119" fmla="*/ 2891038 w 12188936"/>
              <a:gd name="connsiteY119" fmla="*/ 1374979 h 2033355"/>
              <a:gd name="connsiteX120" fmla="*/ 2727563 w 12188936"/>
              <a:gd name="connsiteY120" fmla="*/ 1240616 h 2033355"/>
              <a:gd name="connsiteX121" fmla="*/ 3153045 w 12188936"/>
              <a:gd name="connsiteY121" fmla="*/ 1059226 h 2033355"/>
              <a:gd name="connsiteX122" fmla="*/ 2891038 w 12188936"/>
              <a:gd name="connsiteY122" fmla="*/ 1374979 h 2033355"/>
              <a:gd name="connsiteX123" fmla="*/ 2864165 w 12188936"/>
              <a:gd name="connsiteY123" fmla="*/ 1607874 h 2033355"/>
              <a:gd name="connsiteX124" fmla="*/ 3202311 w 12188936"/>
              <a:gd name="connsiteY124" fmla="*/ 1471272 h 2033355"/>
              <a:gd name="connsiteX125" fmla="*/ 3410573 w 12188936"/>
              <a:gd name="connsiteY125" fmla="*/ 1587720 h 2033355"/>
              <a:gd name="connsiteX126" fmla="*/ 3515824 w 12188936"/>
              <a:gd name="connsiteY126" fmla="*/ 1574283 h 2033355"/>
              <a:gd name="connsiteX127" fmla="*/ 3515824 w 12188936"/>
              <a:gd name="connsiteY127" fmla="*/ 1352585 h 2033355"/>
              <a:gd name="connsiteX128" fmla="*/ 3417291 w 12188936"/>
              <a:gd name="connsiteY128" fmla="*/ 1240616 h 2033355"/>
              <a:gd name="connsiteX129" fmla="*/ 3417291 w 12188936"/>
              <a:gd name="connsiteY129" fmla="*/ 904709 h 2033355"/>
              <a:gd name="connsiteX130" fmla="*/ 2906713 w 12188936"/>
              <a:gd name="connsiteY130" fmla="*/ 412046 h 2033355"/>
              <a:gd name="connsiteX131" fmla="*/ 2456598 w 12188936"/>
              <a:gd name="connsiteY131" fmla="*/ 571042 h 2033355"/>
              <a:gd name="connsiteX132" fmla="*/ 2588722 w 12188936"/>
              <a:gd name="connsiteY132" fmla="*/ 786022 h 2033355"/>
              <a:gd name="connsiteX133" fmla="*/ 2906713 w 12188936"/>
              <a:gd name="connsiteY133" fmla="*/ 662856 h 2033355"/>
              <a:gd name="connsiteX134" fmla="*/ 3148566 w 12188936"/>
              <a:gd name="connsiteY134" fmla="*/ 839767 h 2033355"/>
              <a:gd name="connsiteX135" fmla="*/ 2445401 w 12188936"/>
              <a:gd name="connsiteY135" fmla="*/ 1242855 h 2033355"/>
              <a:gd name="connsiteX136" fmla="*/ 2864165 w 12188936"/>
              <a:gd name="connsiteY136" fmla="*/ 1607874 h 2033355"/>
              <a:gd name="connsiteX137" fmla="*/ 1549650 w 12188936"/>
              <a:gd name="connsiteY137" fmla="*/ 857682 h 2033355"/>
              <a:gd name="connsiteX138" fmla="*/ 1818375 w 12188936"/>
              <a:gd name="connsiteY138" fmla="*/ 653899 h 2033355"/>
              <a:gd name="connsiteX139" fmla="*/ 2051271 w 12188936"/>
              <a:gd name="connsiteY139" fmla="*/ 857682 h 2033355"/>
              <a:gd name="connsiteX140" fmla="*/ 1549650 w 12188936"/>
              <a:gd name="connsiteY140" fmla="*/ 857682 h 2033355"/>
              <a:gd name="connsiteX141" fmla="*/ 1845248 w 12188936"/>
              <a:gd name="connsiteY141" fmla="*/ 1607874 h 2033355"/>
              <a:gd name="connsiteX142" fmla="*/ 2346869 w 12188936"/>
              <a:gd name="connsiteY142" fmla="*/ 1370500 h 2033355"/>
              <a:gd name="connsiteX143" fmla="*/ 2149803 w 12188936"/>
              <a:gd name="connsiteY143" fmla="*/ 1198068 h 2033355"/>
              <a:gd name="connsiteX144" fmla="*/ 1845248 w 12188936"/>
              <a:gd name="connsiteY144" fmla="*/ 1357064 h 2033355"/>
              <a:gd name="connsiteX145" fmla="*/ 1540692 w 12188936"/>
              <a:gd name="connsiteY145" fmla="*/ 1081620 h 2033355"/>
              <a:gd name="connsiteX146" fmla="*/ 2324475 w 12188936"/>
              <a:gd name="connsiteY146" fmla="*/ 1081620 h 2033355"/>
              <a:gd name="connsiteX147" fmla="*/ 2333433 w 12188936"/>
              <a:gd name="connsiteY147" fmla="*/ 936060 h 2033355"/>
              <a:gd name="connsiteX148" fmla="*/ 1818375 w 12188936"/>
              <a:gd name="connsiteY148" fmla="*/ 412046 h 2033355"/>
              <a:gd name="connsiteX149" fmla="*/ 1260770 w 12188936"/>
              <a:gd name="connsiteY149" fmla="*/ 1014439 h 2033355"/>
              <a:gd name="connsiteX150" fmla="*/ 1845248 w 12188936"/>
              <a:gd name="connsiteY150" fmla="*/ 1607874 h 2033355"/>
              <a:gd name="connsiteX151" fmla="*/ 282162 w 12188936"/>
              <a:gd name="connsiteY151" fmla="*/ 644941 h 2033355"/>
              <a:gd name="connsiteX152" fmla="*/ 282162 w 12188936"/>
              <a:gd name="connsiteY152" fmla="*/ 264247 h 2033355"/>
              <a:gd name="connsiteX153" fmla="*/ 618068 w 12188936"/>
              <a:gd name="connsiteY153" fmla="*/ 264247 h 2033355"/>
              <a:gd name="connsiteX154" fmla="*/ 828570 w 12188936"/>
              <a:gd name="connsiteY154" fmla="*/ 454594 h 2033355"/>
              <a:gd name="connsiteX155" fmla="*/ 620308 w 12188936"/>
              <a:gd name="connsiteY155" fmla="*/ 644941 h 2033355"/>
              <a:gd name="connsiteX156" fmla="*/ 282162 w 12188936"/>
              <a:gd name="connsiteY156" fmla="*/ 644941 h 2033355"/>
              <a:gd name="connsiteX157" fmla="*/ 282162 w 12188936"/>
              <a:gd name="connsiteY157" fmla="*/ 1330191 h 2033355"/>
              <a:gd name="connsiteX158" fmla="*/ 282162 w 12188936"/>
              <a:gd name="connsiteY158" fmla="*/ 895752 h 2033355"/>
              <a:gd name="connsiteX159" fmla="*/ 633744 w 12188936"/>
              <a:gd name="connsiteY159" fmla="*/ 895752 h 2033355"/>
              <a:gd name="connsiteX160" fmla="*/ 880076 w 12188936"/>
              <a:gd name="connsiteY160" fmla="*/ 1112971 h 2033355"/>
              <a:gd name="connsiteX161" fmla="*/ 633744 w 12188936"/>
              <a:gd name="connsiteY161" fmla="*/ 1330191 h 2033355"/>
              <a:gd name="connsiteX162" fmla="*/ 282162 w 12188936"/>
              <a:gd name="connsiteY162" fmla="*/ 1330191 h 2033355"/>
              <a:gd name="connsiteX163" fmla="*/ 0 w 12188936"/>
              <a:gd name="connsiteY163" fmla="*/ 1581001 h 2033355"/>
              <a:gd name="connsiteX164" fmla="*/ 627026 w 12188936"/>
              <a:gd name="connsiteY164" fmla="*/ 1581001 h 2033355"/>
              <a:gd name="connsiteX165" fmla="*/ 1166716 w 12188936"/>
              <a:gd name="connsiteY165" fmla="*/ 1119689 h 2033355"/>
              <a:gd name="connsiteX166" fmla="*/ 967412 w 12188936"/>
              <a:gd name="connsiteY166" fmla="*/ 747953 h 2033355"/>
              <a:gd name="connsiteX167" fmla="*/ 1110732 w 12188936"/>
              <a:gd name="connsiteY167" fmla="*/ 438918 h 2033355"/>
              <a:gd name="connsiteX168" fmla="*/ 611350 w 12188936"/>
              <a:gd name="connsiteY168" fmla="*/ 13436 h 2033355"/>
              <a:gd name="connsiteX169" fmla="*/ 0 w 12188936"/>
              <a:gd name="connsiteY169" fmla="*/ 13436 h 2033355"/>
              <a:gd name="connsiteX170" fmla="*/ 0 w 12188936"/>
              <a:gd name="connsiteY170" fmla="*/ 1581001 h 2033355"/>
              <a:gd name="connsiteX171" fmla="*/ 6664390 w 12188936"/>
              <a:gd name="connsiteY171" fmla="*/ 2033356 h 2033355"/>
              <a:gd name="connsiteX172" fmla="*/ 7221996 w 12188936"/>
              <a:gd name="connsiteY172" fmla="*/ 1520538 h 2033355"/>
              <a:gd name="connsiteX173" fmla="*/ 7221996 w 12188936"/>
              <a:gd name="connsiteY173" fmla="*/ 438918 h 2033355"/>
              <a:gd name="connsiteX174" fmla="*/ 6944313 w 12188936"/>
              <a:gd name="connsiteY174" fmla="*/ 438918 h 2033355"/>
              <a:gd name="connsiteX175" fmla="*/ 6944313 w 12188936"/>
              <a:gd name="connsiteY175" fmla="*/ 546408 h 2033355"/>
              <a:gd name="connsiteX176" fmla="*/ 6635278 w 12188936"/>
              <a:gd name="connsiteY176" fmla="*/ 412046 h 2033355"/>
              <a:gd name="connsiteX177" fmla="*/ 6106785 w 12188936"/>
              <a:gd name="connsiteY177" fmla="*/ 998763 h 2033355"/>
              <a:gd name="connsiteX178" fmla="*/ 6635278 w 12188936"/>
              <a:gd name="connsiteY178" fmla="*/ 1585480 h 2033355"/>
              <a:gd name="connsiteX179" fmla="*/ 6944313 w 12188936"/>
              <a:gd name="connsiteY179" fmla="*/ 1451118 h 2033355"/>
              <a:gd name="connsiteX180" fmla="*/ 6944313 w 12188936"/>
              <a:gd name="connsiteY180" fmla="*/ 1525017 h 2033355"/>
              <a:gd name="connsiteX181" fmla="*/ 6664390 w 12188936"/>
              <a:gd name="connsiteY181" fmla="*/ 1782546 h 2033355"/>
              <a:gd name="connsiteX182" fmla="*/ 6330723 w 12188936"/>
              <a:gd name="connsiteY182" fmla="*/ 1630268 h 2033355"/>
              <a:gd name="connsiteX183" fmla="*/ 6124700 w 12188936"/>
              <a:gd name="connsiteY183" fmla="*/ 1802700 h 2033355"/>
              <a:gd name="connsiteX184" fmla="*/ 6664390 w 12188936"/>
              <a:gd name="connsiteY184" fmla="*/ 2033356 h 2033355"/>
            </a:gdLst>
            <a:ahLst/>
            <a:cxnLst/>
            <a:rect l="l" t="t" r="r" b="b"/>
            <a:pathLst>
              <a:path w="12188936" h="2033355">
                <a:moveTo>
                  <a:pt x="12014265" y="1587720"/>
                </a:moveTo>
                <a:cubicBezTo>
                  <a:pt x="12061292" y="1587720"/>
                  <a:pt x="12139670" y="1581001"/>
                  <a:pt x="12188936" y="1572044"/>
                </a:cubicBezTo>
                <a:lnTo>
                  <a:pt x="12188936" y="1330191"/>
                </a:lnTo>
                <a:cubicBezTo>
                  <a:pt x="12150867" y="1334670"/>
                  <a:pt x="12110559" y="1341388"/>
                  <a:pt x="12070250" y="1341388"/>
                </a:cubicBezTo>
                <a:cubicBezTo>
                  <a:pt x="11969478" y="1341388"/>
                  <a:pt x="11909014" y="1294361"/>
                  <a:pt x="11909014" y="1177913"/>
                </a:cubicBezTo>
                <a:lnTo>
                  <a:pt x="11909014" y="667335"/>
                </a:lnTo>
                <a:lnTo>
                  <a:pt x="12171021" y="667335"/>
                </a:lnTo>
                <a:lnTo>
                  <a:pt x="12171021" y="438918"/>
                </a:lnTo>
                <a:lnTo>
                  <a:pt x="11909014" y="438918"/>
                </a:lnTo>
                <a:lnTo>
                  <a:pt x="11909014" y="125405"/>
                </a:lnTo>
                <a:lnTo>
                  <a:pt x="11631331" y="125405"/>
                </a:lnTo>
                <a:lnTo>
                  <a:pt x="11631331" y="438918"/>
                </a:lnTo>
                <a:lnTo>
                  <a:pt x="11474575" y="438918"/>
                </a:lnTo>
                <a:lnTo>
                  <a:pt x="11474575" y="667335"/>
                </a:lnTo>
                <a:lnTo>
                  <a:pt x="11631331" y="667335"/>
                </a:lnTo>
                <a:lnTo>
                  <a:pt x="11631331" y="1207025"/>
                </a:lnTo>
                <a:cubicBezTo>
                  <a:pt x="11631331" y="1464554"/>
                  <a:pt x="11776891" y="1587720"/>
                  <a:pt x="12014265" y="1587720"/>
                </a:cubicBezTo>
                <a:close/>
                <a:moveTo>
                  <a:pt x="9962995" y="344864"/>
                </a:moveTo>
                <a:cubicBezTo>
                  <a:pt x="10059288" y="344864"/>
                  <a:pt x="10137666" y="275444"/>
                  <a:pt x="10137666" y="172432"/>
                </a:cubicBezTo>
                <a:cubicBezTo>
                  <a:pt x="10137666" y="69421"/>
                  <a:pt x="10059288" y="0"/>
                  <a:pt x="9962995" y="0"/>
                </a:cubicBezTo>
                <a:cubicBezTo>
                  <a:pt x="9866701" y="0"/>
                  <a:pt x="9788323" y="69421"/>
                  <a:pt x="9788323" y="172432"/>
                </a:cubicBezTo>
                <a:cubicBezTo>
                  <a:pt x="9788323" y="275444"/>
                  <a:pt x="9866701" y="344864"/>
                  <a:pt x="9962995" y="344864"/>
                </a:cubicBezTo>
                <a:close/>
                <a:moveTo>
                  <a:pt x="10348167" y="1581001"/>
                </a:moveTo>
                <a:lnTo>
                  <a:pt x="10625851" y="1581001"/>
                </a:lnTo>
                <a:lnTo>
                  <a:pt x="10625851" y="958454"/>
                </a:lnTo>
                <a:cubicBezTo>
                  <a:pt x="10625851" y="770346"/>
                  <a:pt x="10737819" y="662856"/>
                  <a:pt x="10892336" y="662856"/>
                </a:cubicBezTo>
                <a:cubicBezTo>
                  <a:pt x="11019981" y="662856"/>
                  <a:pt x="11069247" y="750192"/>
                  <a:pt x="11069247" y="902470"/>
                </a:cubicBezTo>
                <a:lnTo>
                  <a:pt x="11069247" y="1294361"/>
                </a:lnTo>
                <a:cubicBezTo>
                  <a:pt x="11069247" y="1482469"/>
                  <a:pt x="11163301" y="1587720"/>
                  <a:pt x="11349169" y="1587720"/>
                </a:cubicBezTo>
                <a:cubicBezTo>
                  <a:pt x="11387239" y="1587720"/>
                  <a:pt x="11429788" y="1587720"/>
                  <a:pt x="11467856" y="1578762"/>
                </a:cubicBezTo>
                <a:lnTo>
                  <a:pt x="11467856" y="1359303"/>
                </a:lnTo>
                <a:lnTo>
                  <a:pt x="11456660" y="1359303"/>
                </a:lnTo>
                <a:cubicBezTo>
                  <a:pt x="11400675" y="1359303"/>
                  <a:pt x="11346930" y="1348106"/>
                  <a:pt x="11346930" y="1256292"/>
                </a:cubicBezTo>
                <a:lnTo>
                  <a:pt x="11346930" y="830810"/>
                </a:lnTo>
                <a:cubicBezTo>
                  <a:pt x="11346930" y="546408"/>
                  <a:pt x="11201371" y="412046"/>
                  <a:pt x="10972954" y="412046"/>
                </a:cubicBezTo>
                <a:cubicBezTo>
                  <a:pt x="10807240" y="412046"/>
                  <a:pt x="10677357" y="490424"/>
                  <a:pt x="10625851" y="566563"/>
                </a:cubicBezTo>
                <a:lnTo>
                  <a:pt x="10625851" y="438918"/>
                </a:lnTo>
                <a:lnTo>
                  <a:pt x="10348167" y="438918"/>
                </a:lnTo>
                <a:lnTo>
                  <a:pt x="10348167" y="1581001"/>
                </a:lnTo>
                <a:close/>
                <a:moveTo>
                  <a:pt x="9824152" y="438918"/>
                </a:moveTo>
                <a:lnTo>
                  <a:pt x="9824152" y="1294361"/>
                </a:lnTo>
                <a:cubicBezTo>
                  <a:pt x="9824152" y="1482469"/>
                  <a:pt x="9918207" y="1587720"/>
                  <a:pt x="10104075" y="1587720"/>
                </a:cubicBezTo>
                <a:cubicBezTo>
                  <a:pt x="10142144" y="1587720"/>
                  <a:pt x="10184693" y="1587720"/>
                  <a:pt x="10222763" y="1578762"/>
                </a:cubicBezTo>
                <a:lnTo>
                  <a:pt x="10222763" y="1359303"/>
                </a:lnTo>
                <a:lnTo>
                  <a:pt x="10211565" y="1359303"/>
                </a:lnTo>
                <a:cubicBezTo>
                  <a:pt x="10155580" y="1359303"/>
                  <a:pt x="10101836" y="1348106"/>
                  <a:pt x="10101836" y="1256292"/>
                </a:cubicBezTo>
                <a:lnTo>
                  <a:pt x="10101836" y="438918"/>
                </a:lnTo>
                <a:lnTo>
                  <a:pt x="9824152" y="438918"/>
                </a:lnTo>
                <a:close/>
                <a:moveTo>
                  <a:pt x="9103073" y="1357064"/>
                </a:moveTo>
                <a:cubicBezTo>
                  <a:pt x="8932881" y="1357064"/>
                  <a:pt x="8809715" y="1222701"/>
                  <a:pt x="8809715" y="1009960"/>
                </a:cubicBezTo>
                <a:cubicBezTo>
                  <a:pt x="8809715" y="797219"/>
                  <a:pt x="8932881" y="662856"/>
                  <a:pt x="9103073" y="662856"/>
                </a:cubicBezTo>
                <a:cubicBezTo>
                  <a:pt x="9273266" y="662856"/>
                  <a:pt x="9396432" y="797219"/>
                  <a:pt x="9396432" y="1009960"/>
                </a:cubicBezTo>
                <a:cubicBezTo>
                  <a:pt x="9396432" y="1222701"/>
                  <a:pt x="9273266" y="1357064"/>
                  <a:pt x="9103073" y="1357064"/>
                </a:cubicBezTo>
                <a:close/>
                <a:moveTo>
                  <a:pt x="9103073" y="1607874"/>
                </a:moveTo>
                <a:cubicBezTo>
                  <a:pt x="9438980" y="1607874"/>
                  <a:pt x="9678594" y="1363782"/>
                  <a:pt x="9678594" y="1009960"/>
                </a:cubicBezTo>
                <a:cubicBezTo>
                  <a:pt x="9678594" y="656138"/>
                  <a:pt x="9438980" y="412046"/>
                  <a:pt x="9103073" y="412046"/>
                </a:cubicBezTo>
                <a:cubicBezTo>
                  <a:pt x="8767166" y="412046"/>
                  <a:pt x="8527553" y="656138"/>
                  <a:pt x="8527553" y="1009960"/>
                </a:cubicBezTo>
                <a:cubicBezTo>
                  <a:pt x="8527553" y="1363782"/>
                  <a:pt x="8767166" y="1607874"/>
                  <a:pt x="9103073" y="1607874"/>
                </a:cubicBezTo>
                <a:close/>
                <a:moveTo>
                  <a:pt x="7705701" y="747953"/>
                </a:moveTo>
                <a:lnTo>
                  <a:pt x="7705701" y="264247"/>
                </a:lnTo>
                <a:lnTo>
                  <a:pt x="7945315" y="264247"/>
                </a:lnTo>
                <a:cubicBezTo>
                  <a:pt x="8131183" y="264247"/>
                  <a:pt x="8218519" y="356061"/>
                  <a:pt x="8218519" y="506100"/>
                </a:cubicBezTo>
                <a:cubicBezTo>
                  <a:pt x="8218519" y="640462"/>
                  <a:pt x="8144619" y="747953"/>
                  <a:pt x="7945315" y="747953"/>
                </a:cubicBezTo>
                <a:lnTo>
                  <a:pt x="7705701" y="747953"/>
                </a:lnTo>
                <a:close/>
                <a:moveTo>
                  <a:pt x="7423540" y="1581001"/>
                </a:moveTo>
                <a:lnTo>
                  <a:pt x="7705701" y="1581001"/>
                </a:lnTo>
                <a:lnTo>
                  <a:pt x="7705701" y="998763"/>
                </a:lnTo>
                <a:lnTo>
                  <a:pt x="7958751" y="998763"/>
                </a:lnTo>
                <a:cubicBezTo>
                  <a:pt x="8308094" y="998763"/>
                  <a:pt x="8505159" y="797219"/>
                  <a:pt x="8505159" y="506100"/>
                </a:cubicBezTo>
                <a:cubicBezTo>
                  <a:pt x="8505159" y="214980"/>
                  <a:pt x="8308094" y="13436"/>
                  <a:pt x="7958751" y="13436"/>
                </a:cubicBezTo>
                <a:lnTo>
                  <a:pt x="7423540" y="13436"/>
                </a:lnTo>
                <a:lnTo>
                  <a:pt x="7423540" y="1581001"/>
                </a:lnTo>
                <a:close/>
                <a:moveTo>
                  <a:pt x="6671108" y="1334670"/>
                </a:moveTo>
                <a:cubicBezTo>
                  <a:pt x="6518830" y="1334670"/>
                  <a:pt x="6388947" y="1215983"/>
                  <a:pt x="6388947" y="998763"/>
                </a:cubicBezTo>
                <a:cubicBezTo>
                  <a:pt x="6388947" y="781543"/>
                  <a:pt x="6518830" y="662856"/>
                  <a:pt x="6671108" y="662856"/>
                </a:cubicBezTo>
                <a:cubicBezTo>
                  <a:pt x="6823386" y="662856"/>
                  <a:pt x="6953270" y="781543"/>
                  <a:pt x="6953270" y="998763"/>
                </a:cubicBezTo>
                <a:cubicBezTo>
                  <a:pt x="6953270" y="1215983"/>
                  <a:pt x="6823386" y="1334670"/>
                  <a:pt x="6671108" y="1334670"/>
                </a:cubicBezTo>
                <a:close/>
                <a:moveTo>
                  <a:pt x="4554896" y="344864"/>
                </a:moveTo>
                <a:cubicBezTo>
                  <a:pt x="4648950" y="344864"/>
                  <a:pt x="4729567" y="270965"/>
                  <a:pt x="4729567" y="172432"/>
                </a:cubicBezTo>
                <a:cubicBezTo>
                  <a:pt x="4729567" y="73900"/>
                  <a:pt x="4648950" y="0"/>
                  <a:pt x="4554896" y="0"/>
                </a:cubicBezTo>
                <a:cubicBezTo>
                  <a:pt x="4460842" y="0"/>
                  <a:pt x="4380224" y="73900"/>
                  <a:pt x="4380224" y="172432"/>
                </a:cubicBezTo>
                <a:cubicBezTo>
                  <a:pt x="4380224" y="270965"/>
                  <a:pt x="4460842" y="344864"/>
                  <a:pt x="4554896" y="344864"/>
                </a:cubicBezTo>
                <a:close/>
                <a:moveTo>
                  <a:pt x="5941071" y="1587720"/>
                </a:moveTo>
                <a:cubicBezTo>
                  <a:pt x="5979140" y="1587720"/>
                  <a:pt x="6021689" y="1587720"/>
                  <a:pt x="6059758" y="1578762"/>
                </a:cubicBezTo>
                <a:lnTo>
                  <a:pt x="6059758" y="1359303"/>
                </a:lnTo>
                <a:lnTo>
                  <a:pt x="6048561" y="1359303"/>
                </a:lnTo>
                <a:cubicBezTo>
                  <a:pt x="5992577" y="1359303"/>
                  <a:pt x="5938832" y="1348106"/>
                  <a:pt x="5938832" y="1256292"/>
                </a:cubicBezTo>
                <a:lnTo>
                  <a:pt x="5938832" y="830810"/>
                </a:lnTo>
                <a:cubicBezTo>
                  <a:pt x="5938832" y="546408"/>
                  <a:pt x="5793272" y="412046"/>
                  <a:pt x="5564856" y="412046"/>
                </a:cubicBezTo>
                <a:cubicBezTo>
                  <a:pt x="5399142" y="412046"/>
                  <a:pt x="5269258" y="490424"/>
                  <a:pt x="5217752" y="566563"/>
                </a:cubicBezTo>
                <a:lnTo>
                  <a:pt x="5217752" y="438918"/>
                </a:lnTo>
                <a:lnTo>
                  <a:pt x="4940069" y="438918"/>
                </a:lnTo>
                <a:lnTo>
                  <a:pt x="4940069" y="1581001"/>
                </a:lnTo>
                <a:lnTo>
                  <a:pt x="5217752" y="1581001"/>
                </a:lnTo>
                <a:lnTo>
                  <a:pt x="5217752" y="958454"/>
                </a:lnTo>
                <a:cubicBezTo>
                  <a:pt x="5217752" y="770346"/>
                  <a:pt x="5329721" y="662856"/>
                  <a:pt x="5484238" y="662856"/>
                </a:cubicBezTo>
                <a:cubicBezTo>
                  <a:pt x="5611882" y="662856"/>
                  <a:pt x="5661149" y="750192"/>
                  <a:pt x="5661149" y="902470"/>
                </a:cubicBezTo>
                <a:lnTo>
                  <a:pt x="5661149" y="1294361"/>
                </a:lnTo>
                <a:cubicBezTo>
                  <a:pt x="5661149" y="1482469"/>
                  <a:pt x="5755203" y="1587720"/>
                  <a:pt x="5941071" y="1587720"/>
                </a:cubicBezTo>
                <a:close/>
                <a:moveTo>
                  <a:pt x="4416054" y="438918"/>
                </a:moveTo>
                <a:lnTo>
                  <a:pt x="4416054" y="1294361"/>
                </a:lnTo>
                <a:cubicBezTo>
                  <a:pt x="4416054" y="1482469"/>
                  <a:pt x="4510109" y="1587720"/>
                  <a:pt x="4695977" y="1587720"/>
                </a:cubicBezTo>
                <a:cubicBezTo>
                  <a:pt x="4734046" y="1587720"/>
                  <a:pt x="4776594" y="1587720"/>
                  <a:pt x="4814664" y="1578762"/>
                </a:cubicBezTo>
                <a:lnTo>
                  <a:pt x="4814664" y="1359303"/>
                </a:lnTo>
                <a:lnTo>
                  <a:pt x="4803467" y="1359303"/>
                </a:lnTo>
                <a:cubicBezTo>
                  <a:pt x="4747482" y="1359303"/>
                  <a:pt x="4693737" y="1348106"/>
                  <a:pt x="4693737" y="1256292"/>
                </a:cubicBezTo>
                <a:lnTo>
                  <a:pt x="4693737" y="438918"/>
                </a:lnTo>
                <a:lnTo>
                  <a:pt x="4416054" y="438918"/>
                </a:lnTo>
                <a:close/>
                <a:moveTo>
                  <a:pt x="3638990" y="1581001"/>
                </a:moveTo>
                <a:lnTo>
                  <a:pt x="3916673" y="1581001"/>
                </a:lnTo>
                <a:lnTo>
                  <a:pt x="3916673" y="1001002"/>
                </a:lnTo>
                <a:cubicBezTo>
                  <a:pt x="3916673" y="761389"/>
                  <a:pt x="4026403" y="687489"/>
                  <a:pt x="4212271" y="687489"/>
                </a:cubicBezTo>
                <a:cubicBezTo>
                  <a:pt x="4234665" y="687489"/>
                  <a:pt x="4259298" y="689729"/>
                  <a:pt x="4270495" y="691968"/>
                </a:cubicBezTo>
                <a:lnTo>
                  <a:pt x="4270495" y="427721"/>
                </a:lnTo>
                <a:cubicBezTo>
                  <a:pt x="4254819" y="425482"/>
                  <a:pt x="4241383" y="425482"/>
                  <a:pt x="4227947" y="425482"/>
                </a:cubicBezTo>
                <a:cubicBezTo>
                  <a:pt x="4057754" y="425482"/>
                  <a:pt x="3968179" y="492663"/>
                  <a:pt x="3914433" y="566563"/>
                </a:cubicBezTo>
                <a:lnTo>
                  <a:pt x="3914433" y="438918"/>
                </a:lnTo>
                <a:lnTo>
                  <a:pt x="3638990" y="438918"/>
                </a:lnTo>
                <a:lnTo>
                  <a:pt x="3638990" y="1581001"/>
                </a:lnTo>
                <a:close/>
                <a:moveTo>
                  <a:pt x="2891038" y="1374979"/>
                </a:moveTo>
                <a:cubicBezTo>
                  <a:pt x="2810420" y="1374979"/>
                  <a:pt x="2727563" y="1334670"/>
                  <a:pt x="2727563" y="1240616"/>
                </a:cubicBezTo>
                <a:cubicBezTo>
                  <a:pt x="2727563" y="1110732"/>
                  <a:pt x="2852968" y="1059226"/>
                  <a:pt x="3153045" y="1059226"/>
                </a:cubicBezTo>
                <a:cubicBezTo>
                  <a:pt x="3153045" y="1269728"/>
                  <a:pt x="3058991" y="1374979"/>
                  <a:pt x="2891038" y="1374979"/>
                </a:cubicBezTo>
                <a:close/>
                <a:moveTo>
                  <a:pt x="2864165" y="1607874"/>
                </a:moveTo>
                <a:cubicBezTo>
                  <a:pt x="3043315" y="1607874"/>
                  <a:pt x="3146327" y="1538453"/>
                  <a:pt x="3202311" y="1471272"/>
                </a:cubicBezTo>
                <a:cubicBezTo>
                  <a:pt x="3222466" y="1525017"/>
                  <a:pt x="3282929" y="1587720"/>
                  <a:pt x="3410573" y="1587720"/>
                </a:cubicBezTo>
                <a:cubicBezTo>
                  <a:pt x="3437446" y="1587720"/>
                  <a:pt x="3477755" y="1585480"/>
                  <a:pt x="3515824" y="1574283"/>
                </a:cubicBezTo>
                <a:lnTo>
                  <a:pt x="3515824" y="1352585"/>
                </a:lnTo>
                <a:cubicBezTo>
                  <a:pt x="3482233" y="1352585"/>
                  <a:pt x="3417291" y="1359303"/>
                  <a:pt x="3417291" y="1240616"/>
                </a:cubicBezTo>
                <a:lnTo>
                  <a:pt x="3417291" y="904709"/>
                </a:lnTo>
                <a:cubicBezTo>
                  <a:pt x="3417291" y="535212"/>
                  <a:pt x="3204551" y="412046"/>
                  <a:pt x="2906713" y="412046"/>
                </a:cubicBezTo>
                <a:cubicBezTo>
                  <a:pt x="2669339" y="412046"/>
                  <a:pt x="2510343" y="528493"/>
                  <a:pt x="2456598" y="571042"/>
                </a:cubicBezTo>
                <a:lnTo>
                  <a:pt x="2588722" y="786022"/>
                </a:lnTo>
                <a:cubicBezTo>
                  <a:pt x="2642467" y="743474"/>
                  <a:pt x="2756675" y="662856"/>
                  <a:pt x="2906713" y="662856"/>
                </a:cubicBezTo>
                <a:cubicBezTo>
                  <a:pt x="3052273" y="662856"/>
                  <a:pt x="3137369" y="718841"/>
                  <a:pt x="3148566" y="839767"/>
                </a:cubicBezTo>
                <a:cubicBezTo>
                  <a:pt x="2976134" y="839767"/>
                  <a:pt x="2445401" y="833049"/>
                  <a:pt x="2445401" y="1242855"/>
                </a:cubicBezTo>
                <a:cubicBezTo>
                  <a:pt x="2445401" y="1480229"/>
                  <a:pt x="2637988" y="1607874"/>
                  <a:pt x="2864165" y="1607874"/>
                </a:cubicBezTo>
                <a:close/>
                <a:moveTo>
                  <a:pt x="1549650" y="857682"/>
                </a:moveTo>
                <a:cubicBezTo>
                  <a:pt x="1585480" y="721080"/>
                  <a:pt x="1692970" y="653899"/>
                  <a:pt x="1818375" y="653899"/>
                </a:cubicBezTo>
                <a:cubicBezTo>
                  <a:pt x="1925865" y="653899"/>
                  <a:pt x="2040074" y="705404"/>
                  <a:pt x="2051271" y="857682"/>
                </a:cubicBezTo>
                <a:lnTo>
                  <a:pt x="1549650" y="857682"/>
                </a:lnTo>
                <a:close/>
                <a:moveTo>
                  <a:pt x="1845248" y="1607874"/>
                </a:moveTo>
                <a:cubicBezTo>
                  <a:pt x="2087101" y="1607874"/>
                  <a:pt x="2266251" y="1477990"/>
                  <a:pt x="2346869" y="1370500"/>
                </a:cubicBezTo>
                <a:lnTo>
                  <a:pt x="2149803" y="1198068"/>
                </a:lnTo>
                <a:cubicBezTo>
                  <a:pt x="2098298" y="1263010"/>
                  <a:pt x="2004244" y="1357064"/>
                  <a:pt x="1845248" y="1357064"/>
                </a:cubicBezTo>
                <a:cubicBezTo>
                  <a:pt x="1670576" y="1357064"/>
                  <a:pt x="1549650" y="1236137"/>
                  <a:pt x="1540692" y="1081620"/>
                </a:cubicBezTo>
                <a:lnTo>
                  <a:pt x="2324475" y="1081620"/>
                </a:lnTo>
                <a:cubicBezTo>
                  <a:pt x="2331193" y="1034593"/>
                  <a:pt x="2333433" y="1001002"/>
                  <a:pt x="2333433" y="936060"/>
                </a:cubicBezTo>
                <a:cubicBezTo>
                  <a:pt x="2333433" y="660617"/>
                  <a:pt x="2174437" y="412046"/>
                  <a:pt x="1818375" y="412046"/>
                </a:cubicBezTo>
                <a:cubicBezTo>
                  <a:pt x="1493665" y="412046"/>
                  <a:pt x="1260770" y="665096"/>
                  <a:pt x="1260770" y="1014439"/>
                </a:cubicBezTo>
                <a:cubicBezTo>
                  <a:pt x="1260770" y="1357064"/>
                  <a:pt x="1500384" y="1607874"/>
                  <a:pt x="1845248" y="1607874"/>
                </a:cubicBezTo>
                <a:close/>
                <a:moveTo>
                  <a:pt x="282162" y="644941"/>
                </a:moveTo>
                <a:lnTo>
                  <a:pt x="282162" y="264247"/>
                </a:lnTo>
                <a:lnTo>
                  <a:pt x="618068" y="264247"/>
                </a:lnTo>
                <a:cubicBezTo>
                  <a:pt x="759149" y="264247"/>
                  <a:pt x="828570" y="338146"/>
                  <a:pt x="828570" y="454594"/>
                </a:cubicBezTo>
                <a:cubicBezTo>
                  <a:pt x="828570" y="571042"/>
                  <a:pt x="756910" y="644941"/>
                  <a:pt x="620308" y="644941"/>
                </a:cubicBezTo>
                <a:lnTo>
                  <a:pt x="282162" y="644941"/>
                </a:lnTo>
                <a:close/>
                <a:moveTo>
                  <a:pt x="282162" y="1330191"/>
                </a:moveTo>
                <a:lnTo>
                  <a:pt x="282162" y="895752"/>
                </a:lnTo>
                <a:lnTo>
                  <a:pt x="633744" y="895752"/>
                </a:lnTo>
                <a:cubicBezTo>
                  <a:pt x="792740" y="895752"/>
                  <a:pt x="880076" y="976369"/>
                  <a:pt x="880076" y="1112971"/>
                </a:cubicBezTo>
                <a:cubicBezTo>
                  <a:pt x="880076" y="1249573"/>
                  <a:pt x="797219" y="1330191"/>
                  <a:pt x="633744" y="1330191"/>
                </a:cubicBezTo>
                <a:lnTo>
                  <a:pt x="282162" y="1330191"/>
                </a:lnTo>
                <a:close/>
                <a:moveTo>
                  <a:pt x="0" y="1581001"/>
                </a:moveTo>
                <a:lnTo>
                  <a:pt x="627026" y="1581001"/>
                </a:lnTo>
                <a:cubicBezTo>
                  <a:pt x="985327" y="1581001"/>
                  <a:pt x="1166716" y="1395133"/>
                  <a:pt x="1166716" y="1119689"/>
                </a:cubicBezTo>
                <a:cubicBezTo>
                  <a:pt x="1166716" y="962933"/>
                  <a:pt x="1099535" y="821852"/>
                  <a:pt x="967412" y="747953"/>
                </a:cubicBezTo>
                <a:cubicBezTo>
                  <a:pt x="1065944" y="674053"/>
                  <a:pt x="1110732" y="562084"/>
                  <a:pt x="1110732" y="438918"/>
                </a:cubicBezTo>
                <a:cubicBezTo>
                  <a:pt x="1110732" y="192587"/>
                  <a:pt x="945018" y="13436"/>
                  <a:pt x="611350" y="13436"/>
                </a:cubicBezTo>
                <a:lnTo>
                  <a:pt x="0" y="13436"/>
                </a:lnTo>
                <a:lnTo>
                  <a:pt x="0" y="1581001"/>
                </a:lnTo>
                <a:close/>
                <a:moveTo>
                  <a:pt x="6664390" y="2033356"/>
                </a:moveTo>
                <a:cubicBezTo>
                  <a:pt x="6879371" y="2033356"/>
                  <a:pt x="7221996" y="1919148"/>
                  <a:pt x="7221996" y="1520538"/>
                </a:cubicBezTo>
                <a:lnTo>
                  <a:pt x="7221996" y="438918"/>
                </a:lnTo>
                <a:lnTo>
                  <a:pt x="6944313" y="438918"/>
                </a:lnTo>
                <a:lnTo>
                  <a:pt x="6944313" y="546408"/>
                </a:lnTo>
                <a:cubicBezTo>
                  <a:pt x="6886089" y="472509"/>
                  <a:pt x="6798753" y="412046"/>
                  <a:pt x="6635278" y="412046"/>
                </a:cubicBezTo>
                <a:cubicBezTo>
                  <a:pt x="6350877" y="412046"/>
                  <a:pt x="6106785" y="640462"/>
                  <a:pt x="6106785" y="998763"/>
                </a:cubicBezTo>
                <a:cubicBezTo>
                  <a:pt x="6106785" y="1357064"/>
                  <a:pt x="6350877" y="1585480"/>
                  <a:pt x="6635278" y="1585480"/>
                </a:cubicBezTo>
                <a:cubicBezTo>
                  <a:pt x="6798753" y="1585480"/>
                  <a:pt x="6886089" y="1527256"/>
                  <a:pt x="6944313" y="1451118"/>
                </a:cubicBezTo>
                <a:lnTo>
                  <a:pt x="6944313" y="1525017"/>
                </a:lnTo>
                <a:cubicBezTo>
                  <a:pt x="6944313" y="1692970"/>
                  <a:pt x="6823386" y="1782546"/>
                  <a:pt x="6664390" y="1782546"/>
                </a:cubicBezTo>
                <a:cubicBezTo>
                  <a:pt x="6489719" y="1782546"/>
                  <a:pt x="6377750" y="1684013"/>
                  <a:pt x="6330723" y="1630268"/>
                </a:cubicBezTo>
                <a:lnTo>
                  <a:pt x="6124700" y="1802700"/>
                </a:lnTo>
                <a:cubicBezTo>
                  <a:pt x="6171727" y="1856445"/>
                  <a:pt x="6330723" y="2033356"/>
                  <a:pt x="6664390" y="2033356"/>
                </a:cubicBezTo>
                <a:close/>
              </a:path>
            </a:pathLst>
          </a:custGeom>
          <a:solidFill>
            <a:schemeClr val="tx1"/>
          </a:solidFill>
          <a:ln w="8133">
            <a:noFill/>
            <a:prstDash val="solid"/>
          </a:ln>
        </p:spPr>
        <p:txBody>
          <a:bodyPr anchor="ctr"/>
          <a:lstStyle/>
          <a:p>
            <a:endParaRPr/>
          </a:p>
        </p:txBody>
      </p:sp>
      <p:sp>
        <p:nvSpPr>
          <p:cNvPr id="3" name="BearingPoint Logo">
            <a:extLst>
              <a:ext uri="{FF2B5EF4-FFF2-40B4-BE49-F238E27FC236}">
                <a16:creationId xmlns:a16="http://schemas.microsoft.com/office/drawing/2014/main" id="{D59CBC91-B103-459A-3EF3-E476C3FC30B0}"/>
              </a:ext>
            </a:extLst>
          </p:cNvPr>
          <p:cNvSpPr>
            <a:spLocks noGrp="1"/>
          </p:cNvSpPr>
          <p:nvPr/>
        </p:nvSpPr>
        <p:spPr>
          <a:xfrm>
            <a:off x="384175" y="358775"/>
            <a:ext cx="1747838" cy="291574"/>
          </a:xfrm>
          <a:custGeom>
            <a:avLst/>
            <a:gdLst>
              <a:gd name="connsiteX0" fmla="*/ 12014265 w 12188936"/>
              <a:gd name="connsiteY0" fmla="*/ 1587720 h 2033355"/>
              <a:gd name="connsiteX1" fmla="*/ 12188936 w 12188936"/>
              <a:gd name="connsiteY1" fmla="*/ 1572044 h 2033355"/>
              <a:gd name="connsiteX2" fmla="*/ 12188936 w 12188936"/>
              <a:gd name="connsiteY2" fmla="*/ 1330191 h 2033355"/>
              <a:gd name="connsiteX3" fmla="*/ 12070250 w 12188936"/>
              <a:gd name="connsiteY3" fmla="*/ 1341388 h 2033355"/>
              <a:gd name="connsiteX4" fmla="*/ 11909014 w 12188936"/>
              <a:gd name="connsiteY4" fmla="*/ 1177913 h 2033355"/>
              <a:gd name="connsiteX5" fmla="*/ 11909014 w 12188936"/>
              <a:gd name="connsiteY5" fmla="*/ 667335 h 2033355"/>
              <a:gd name="connsiteX6" fmla="*/ 12171021 w 12188936"/>
              <a:gd name="connsiteY6" fmla="*/ 667335 h 2033355"/>
              <a:gd name="connsiteX7" fmla="*/ 12171021 w 12188936"/>
              <a:gd name="connsiteY7" fmla="*/ 438918 h 2033355"/>
              <a:gd name="connsiteX8" fmla="*/ 11909014 w 12188936"/>
              <a:gd name="connsiteY8" fmla="*/ 438918 h 2033355"/>
              <a:gd name="connsiteX9" fmla="*/ 11909014 w 12188936"/>
              <a:gd name="connsiteY9" fmla="*/ 125405 h 2033355"/>
              <a:gd name="connsiteX10" fmla="*/ 11631331 w 12188936"/>
              <a:gd name="connsiteY10" fmla="*/ 125405 h 2033355"/>
              <a:gd name="connsiteX11" fmla="*/ 11631331 w 12188936"/>
              <a:gd name="connsiteY11" fmla="*/ 438918 h 2033355"/>
              <a:gd name="connsiteX12" fmla="*/ 11474575 w 12188936"/>
              <a:gd name="connsiteY12" fmla="*/ 438918 h 2033355"/>
              <a:gd name="connsiteX13" fmla="*/ 11474575 w 12188936"/>
              <a:gd name="connsiteY13" fmla="*/ 667335 h 2033355"/>
              <a:gd name="connsiteX14" fmla="*/ 11631331 w 12188936"/>
              <a:gd name="connsiteY14" fmla="*/ 667335 h 2033355"/>
              <a:gd name="connsiteX15" fmla="*/ 11631331 w 12188936"/>
              <a:gd name="connsiteY15" fmla="*/ 1207025 h 2033355"/>
              <a:gd name="connsiteX16" fmla="*/ 12014265 w 12188936"/>
              <a:gd name="connsiteY16" fmla="*/ 1587720 h 2033355"/>
              <a:gd name="connsiteX17" fmla="*/ 9962995 w 12188936"/>
              <a:gd name="connsiteY17" fmla="*/ 344864 h 2033355"/>
              <a:gd name="connsiteX18" fmla="*/ 10137666 w 12188936"/>
              <a:gd name="connsiteY18" fmla="*/ 172432 h 2033355"/>
              <a:gd name="connsiteX19" fmla="*/ 9962995 w 12188936"/>
              <a:gd name="connsiteY19" fmla="*/ 0 h 2033355"/>
              <a:gd name="connsiteX20" fmla="*/ 9788323 w 12188936"/>
              <a:gd name="connsiteY20" fmla="*/ 172432 h 2033355"/>
              <a:gd name="connsiteX21" fmla="*/ 9962995 w 12188936"/>
              <a:gd name="connsiteY21" fmla="*/ 344864 h 2033355"/>
              <a:gd name="connsiteX22" fmla="*/ 10348167 w 12188936"/>
              <a:gd name="connsiteY22" fmla="*/ 1581001 h 2033355"/>
              <a:gd name="connsiteX23" fmla="*/ 10625851 w 12188936"/>
              <a:gd name="connsiteY23" fmla="*/ 1581001 h 2033355"/>
              <a:gd name="connsiteX24" fmla="*/ 10625851 w 12188936"/>
              <a:gd name="connsiteY24" fmla="*/ 958454 h 2033355"/>
              <a:gd name="connsiteX25" fmla="*/ 10892336 w 12188936"/>
              <a:gd name="connsiteY25" fmla="*/ 662856 h 2033355"/>
              <a:gd name="connsiteX26" fmla="*/ 11069247 w 12188936"/>
              <a:gd name="connsiteY26" fmla="*/ 902470 h 2033355"/>
              <a:gd name="connsiteX27" fmla="*/ 11069247 w 12188936"/>
              <a:gd name="connsiteY27" fmla="*/ 1294361 h 2033355"/>
              <a:gd name="connsiteX28" fmla="*/ 11349169 w 12188936"/>
              <a:gd name="connsiteY28" fmla="*/ 1587720 h 2033355"/>
              <a:gd name="connsiteX29" fmla="*/ 11467856 w 12188936"/>
              <a:gd name="connsiteY29" fmla="*/ 1578762 h 2033355"/>
              <a:gd name="connsiteX30" fmla="*/ 11467856 w 12188936"/>
              <a:gd name="connsiteY30" fmla="*/ 1359303 h 2033355"/>
              <a:gd name="connsiteX31" fmla="*/ 11456660 w 12188936"/>
              <a:gd name="connsiteY31" fmla="*/ 1359303 h 2033355"/>
              <a:gd name="connsiteX32" fmla="*/ 11346930 w 12188936"/>
              <a:gd name="connsiteY32" fmla="*/ 1256292 h 2033355"/>
              <a:gd name="connsiteX33" fmla="*/ 11346930 w 12188936"/>
              <a:gd name="connsiteY33" fmla="*/ 830810 h 2033355"/>
              <a:gd name="connsiteX34" fmla="*/ 10972954 w 12188936"/>
              <a:gd name="connsiteY34" fmla="*/ 412046 h 2033355"/>
              <a:gd name="connsiteX35" fmla="*/ 10625851 w 12188936"/>
              <a:gd name="connsiteY35" fmla="*/ 566563 h 2033355"/>
              <a:gd name="connsiteX36" fmla="*/ 10625851 w 12188936"/>
              <a:gd name="connsiteY36" fmla="*/ 438918 h 2033355"/>
              <a:gd name="connsiteX37" fmla="*/ 10348167 w 12188936"/>
              <a:gd name="connsiteY37" fmla="*/ 438918 h 2033355"/>
              <a:gd name="connsiteX38" fmla="*/ 10348167 w 12188936"/>
              <a:gd name="connsiteY38" fmla="*/ 1581001 h 2033355"/>
              <a:gd name="connsiteX39" fmla="*/ 9824152 w 12188936"/>
              <a:gd name="connsiteY39" fmla="*/ 438918 h 2033355"/>
              <a:gd name="connsiteX40" fmla="*/ 9824152 w 12188936"/>
              <a:gd name="connsiteY40" fmla="*/ 1294361 h 2033355"/>
              <a:gd name="connsiteX41" fmla="*/ 10104075 w 12188936"/>
              <a:gd name="connsiteY41" fmla="*/ 1587720 h 2033355"/>
              <a:gd name="connsiteX42" fmla="*/ 10222763 w 12188936"/>
              <a:gd name="connsiteY42" fmla="*/ 1578762 h 2033355"/>
              <a:gd name="connsiteX43" fmla="*/ 10222763 w 12188936"/>
              <a:gd name="connsiteY43" fmla="*/ 1359303 h 2033355"/>
              <a:gd name="connsiteX44" fmla="*/ 10211565 w 12188936"/>
              <a:gd name="connsiteY44" fmla="*/ 1359303 h 2033355"/>
              <a:gd name="connsiteX45" fmla="*/ 10101836 w 12188936"/>
              <a:gd name="connsiteY45" fmla="*/ 1256292 h 2033355"/>
              <a:gd name="connsiteX46" fmla="*/ 10101836 w 12188936"/>
              <a:gd name="connsiteY46" fmla="*/ 438918 h 2033355"/>
              <a:gd name="connsiteX47" fmla="*/ 9824152 w 12188936"/>
              <a:gd name="connsiteY47" fmla="*/ 438918 h 2033355"/>
              <a:gd name="connsiteX48" fmla="*/ 9103073 w 12188936"/>
              <a:gd name="connsiteY48" fmla="*/ 1357064 h 2033355"/>
              <a:gd name="connsiteX49" fmla="*/ 8809715 w 12188936"/>
              <a:gd name="connsiteY49" fmla="*/ 1009960 h 2033355"/>
              <a:gd name="connsiteX50" fmla="*/ 9103073 w 12188936"/>
              <a:gd name="connsiteY50" fmla="*/ 662856 h 2033355"/>
              <a:gd name="connsiteX51" fmla="*/ 9396432 w 12188936"/>
              <a:gd name="connsiteY51" fmla="*/ 1009960 h 2033355"/>
              <a:gd name="connsiteX52" fmla="*/ 9103073 w 12188936"/>
              <a:gd name="connsiteY52" fmla="*/ 1357064 h 2033355"/>
              <a:gd name="connsiteX53" fmla="*/ 9103073 w 12188936"/>
              <a:gd name="connsiteY53" fmla="*/ 1607874 h 2033355"/>
              <a:gd name="connsiteX54" fmla="*/ 9678594 w 12188936"/>
              <a:gd name="connsiteY54" fmla="*/ 1009960 h 2033355"/>
              <a:gd name="connsiteX55" fmla="*/ 9103073 w 12188936"/>
              <a:gd name="connsiteY55" fmla="*/ 412046 h 2033355"/>
              <a:gd name="connsiteX56" fmla="*/ 8527553 w 12188936"/>
              <a:gd name="connsiteY56" fmla="*/ 1009960 h 2033355"/>
              <a:gd name="connsiteX57" fmla="*/ 9103073 w 12188936"/>
              <a:gd name="connsiteY57" fmla="*/ 1607874 h 2033355"/>
              <a:gd name="connsiteX58" fmla="*/ 7705701 w 12188936"/>
              <a:gd name="connsiteY58" fmla="*/ 747953 h 2033355"/>
              <a:gd name="connsiteX59" fmla="*/ 7705701 w 12188936"/>
              <a:gd name="connsiteY59" fmla="*/ 264247 h 2033355"/>
              <a:gd name="connsiteX60" fmla="*/ 7945315 w 12188936"/>
              <a:gd name="connsiteY60" fmla="*/ 264247 h 2033355"/>
              <a:gd name="connsiteX61" fmla="*/ 8218519 w 12188936"/>
              <a:gd name="connsiteY61" fmla="*/ 506100 h 2033355"/>
              <a:gd name="connsiteX62" fmla="*/ 7945315 w 12188936"/>
              <a:gd name="connsiteY62" fmla="*/ 747953 h 2033355"/>
              <a:gd name="connsiteX63" fmla="*/ 7705701 w 12188936"/>
              <a:gd name="connsiteY63" fmla="*/ 747953 h 2033355"/>
              <a:gd name="connsiteX64" fmla="*/ 7423540 w 12188936"/>
              <a:gd name="connsiteY64" fmla="*/ 1581001 h 2033355"/>
              <a:gd name="connsiteX65" fmla="*/ 7705701 w 12188936"/>
              <a:gd name="connsiteY65" fmla="*/ 1581001 h 2033355"/>
              <a:gd name="connsiteX66" fmla="*/ 7705701 w 12188936"/>
              <a:gd name="connsiteY66" fmla="*/ 998763 h 2033355"/>
              <a:gd name="connsiteX67" fmla="*/ 7958751 w 12188936"/>
              <a:gd name="connsiteY67" fmla="*/ 998763 h 2033355"/>
              <a:gd name="connsiteX68" fmla="*/ 8505159 w 12188936"/>
              <a:gd name="connsiteY68" fmla="*/ 506100 h 2033355"/>
              <a:gd name="connsiteX69" fmla="*/ 7958751 w 12188936"/>
              <a:gd name="connsiteY69" fmla="*/ 13436 h 2033355"/>
              <a:gd name="connsiteX70" fmla="*/ 7423540 w 12188936"/>
              <a:gd name="connsiteY70" fmla="*/ 13436 h 2033355"/>
              <a:gd name="connsiteX71" fmla="*/ 7423540 w 12188936"/>
              <a:gd name="connsiteY71" fmla="*/ 1581001 h 2033355"/>
              <a:gd name="connsiteX72" fmla="*/ 6671108 w 12188936"/>
              <a:gd name="connsiteY72" fmla="*/ 1334670 h 2033355"/>
              <a:gd name="connsiteX73" fmla="*/ 6388947 w 12188936"/>
              <a:gd name="connsiteY73" fmla="*/ 998763 h 2033355"/>
              <a:gd name="connsiteX74" fmla="*/ 6671108 w 12188936"/>
              <a:gd name="connsiteY74" fmla="*/ 662856 h 2033355"/>
              <a:gd name="connsiteX75" fmla="*/ 6953270 w 12188936"/>
              <a:gd name="connsiteY75" fmla="*/ 998763 h 2033355"/>
              <a:gd name="connsiteX76" fmla="*/ 6671108 w 12188936"/>
              <a:gd name="connsiteY76" fmla="*/ 1334670 h 2033355"/>
              <a:gd name="connsiteX77" fmla="*/ 4554896 w 12188936"/>
              <a:gd name="connsiteY77" fmla="*/ 344864 h 2033355"/>
              <a:gd name="connsiteX78" fmla="*/ 4729567 w 12188936"/>
              <a:gd name="connsiteY78" fmla="*/ 172432 h 2033355"/>
              <a:gd name="connsiteX79" fmla="*/ 4554896 w 12188936"/>
              <a:gd name="connsiteY79" fmla="*/ 0 h 2033355"/>
              <a:gd name="connsiteX80" fmla="*/ 4380224 w 12188936"/>
              <a:gd name="connsiteY80" fmla="*/ 172432 h 2033355"/>
              <a:gd name="connsiteX81" fmla="*/ 4554896 w 12188936"/>
              <a:gd name="connsiteY81" fmla="*/ 344864 h 2033355"/>
              <a:gd name="connsiteX82" fmla="*/ 5941071 w 12188936"/>
              <a:gd name="connsiteY82" fmla="*/ 1587720 h 2033355"/>
              <a:gd name="connsiteX83" fmla="*/ 6059758 w 12188936"/>
              <a:gd name="connsiteY83" fmla="*/ 1578762 h 2033355"/>
              <a:gd name="connsiteX84" fmla="*/ 6059758 w 12188936"/>
              <a:gd name="connsiteY84" fmla="*/ 1359303 h 2033355"/>
              <a:gd name="connsiteX85" fmla="*/ 6048561 w 12188936"/>
              <a:gd name="connsiteY85" fmla="*/ 1359303 h 2033355"/>
              <a:gd name="connsiteX86" fmla="*/ 5938832 w 12188936"/>
              <a:gd name="connsiteY86" fmla="*/ 1256292 h 2033355"/>
              <a:gd name="connsiteX87" fmla="*/ 5938832 w 12188936"/>
              <a:gd name="connsiteY87" fmla="*/ 830810 h 2033355"/>
              <a:gd name="connsiteX88" fmla="*/ 5564856 w 12188936"/>
              <a:gd name="connsiteY88" fmla="*/ 412046 h 2033355"/>
              <a:gd name="connsiteX89" fmla="*/ 5217752 w 12188936"/>
              <a:gd name="connsiteY89" fmla="*/ 566563 h 2033355"/>
              <a:gd name="connsiteX90" fmla="*/ 5217752 w 12188936"/>
              <a:gd name="connsiteY90" fmla="*/ 438918 h 2033355"/>
              <a:gd name="connsiteX91" fmla="*/ 4940069 w 12188936"/>
              <a:gd name="connsiteY91" fmla="*/ 438918 h 2033355"/>
              <a:gd name="connsiteX92" fmla="*/ 4940069 w 12188936"/>
              <a:gd name="connsiteY92" fmla="*/ 1581001 h 2033355"/>
              <a:gd name="connsiteX93" fmla="*/ 5217752 w 12188936"/>
              <a:gd name="connsiteY93" fmla="*/ 1581001 h 2033355"/>
              <a:gd name="connsiteX94" fmla="*/ 5217752 w 12188936"/>
              <a:gd name="connsiteY94" fmla="*/ 958454 h 2033355"/>
              <a:gd name="connsiteX95" fmla="*/ 5484238 w 12188936"/>
              <a:gd name="connsiteY95" fmla="*/ 662856 h 2033355"/>
              <a:gd name="connsiteX96" fmla="*/ 5661149 w 12188936"/>
              <a:gd name="connsiteY96" fmla="*/ 902470 h 2033355"/>
              <a:gd name="connsiteX97" fmla="*/ 5661149 w 12188936"/>
              <a:gd name="connsiteY97" fmla="*/ 1294361 h 2033355"/>
              <a:gd name="connsiteX98" fmla="*/ 5941071 w 12188936"/>
              <a:gd name="connsiteY98" fmla="*/ 1587720 h 2033355"/>
              <a:gd name="connsiteX99" fmla="*/ 4416054 w 12188936"/>
              <a:gd name="connsiteY99" fmla="*/ 438918 h 2033355"/>
              <a:gd name="connsiteX100" fmla="*/ 4416054 w 12188936"/>
              <a:gd name="connsiteY100" fmla="*/ 1294361 h 2033355"/>
              <a:gd name="connsiteX101" fmla="*/ 4695977 w 12188936"/>
              <a:gd name="connsiteY101" fmla="*/ 1587720 h 2033355"/>
              <a:gd name="connsiteX102" fmla="*/ 4814664 w 12188936"/>
              <a:gd name="connsiteY102" fmla="*/ 1578762 h 2033355"/>
              <a:gd name="connsiteX103" fmla="*/ 4814664 w 12188936"/>
              <a:gd name="connsiteY103" fmla="*/ 1359303 h 2033355"/>
              <a:gd name="connsiteX104" fmla="*/ 4803467 w 12188936"/>
              <a:gd name="connsiteY104" fmla="*/ 1359303 h 2033355"/>
              <a:gd name="connsiteX105" fmla="*/ 4693737 w 12188936"/>
              <a:gd name="connsiteY105" fmla="*/ 1256292 h 2033355"/>
              <a:gd name="connsiteX106" fmla="*/ 4693737 w 12188936"/>
              <a:gd name="connsiteY106" fmla="*/ 438918 h 2033355"/>
              <a:gd name="connsiteX107" fmla="*/ 4416054 w 12188936"/>
              <a:gd name="connsiteY107" fmla="*/ 438918 h 2033355"/>
              <a:gd name="connsiteX108" fmla="*/ 3638990 w 12188936"/>
              <a:gd name="connsiteY108" fmla="*/ 1581001 h 2033355"/>
              <a:gd name="connsiteX109" fmla="*/ 3916673 w 12188936"/>
              <a:gd name="connsiteY109" fmla="*/ 1581001 h 2033355"/>
              <a:gd name="connsiteX110" fmla="*/ 3916673 w 12188936"/>
              <a:gd name="connsiteY110" fmla="*/ 1001002 h 2033355"/>
              <a:gd name="connsiteX111" fmla="*/ 4212271 w 12188936"/>
              <a:gd name="connsiteY111" fmla="*/ 687489 h 2033355"/>
              <a:gd name="connsiteX112" fmla="*/ 4270495 w 12188936"/>
              <a:gd name="connsiteY112" fmla="*/ 691968 h 2033355"/>
              <a:gd name="connsiteX113" fmla="*/ 4270495 w 12188936"/>
              <a:gd name="connsiteY113" fmla="*/ 427721 h 2033355"/>
              <a:gd name="connsiteX114" fmla="*/ 4227947 w 12188936"/>
              <a:gd name="connsiteY114" fmla="*/ 425482 h 2033355"/>
              <a:gd name="connsiteX115" fmla="*/ 3914433 w 12188936"/>
              <a:gd name="connsiteY115" fmla="*/ 566563 h 2033355"/>
              <a:gd name="connsiteX116" fmla="*/ 3914433 w 12188936"/>
              <a:gd name="connsiteY116" fmla="*/ 438918 h 2033355"/>
              <a:gd name="connsiteX117" fmla="*/ 3638990 w 12188936"/>
              <a:gd name="connsiteY117" fmla="*/ 438918 h 2033355"/>
              <a:gd name="connsiteX118" fmla="*/ 3638990 w 12188936"/>
              <a:gd name="connsiteY118" fmla="*/ 1581001 h 2033355"/>
              <a:gd name="connsiteX119" fmla="*/ 2891038 w 12188936"/>
              <a:gd name="connsiteY119" fmla="*/ 1374979 h 2033355"/>
              <a:gd name="connsiteX120" fmla="*/ 2727563 w 12188936"/>
              <a:gd name="connsiteY120" fmla="*/ 1240616 h 2033355"/>
              <a:gd name="connsiteX121" fmla="*/ 3153045 w 12188936"/>
              <a:gd name="connsiteY121" fmla="*/ 1059226 h 2033355"/>
              <a:gd name="connsiteX122" fmla="*/ 2891038 w 12188936"/>
              <a:gd name="connsiteY122" fmla="*/ 1374979 h 2033355"/>
              <a:gd name="connsiteX123" fmla="*/ 2864165 w 12188936"/>
              <a:gd name="connsiteY123" fmla="*/ 1607874 h 2033355"/>
              <a:gd name="connsiteX124" fmla="*/ 3202311 w 12188936"/>
              <a:gd name="connsiteY124" fmla="*/ 1471272 h 2033355"/>
              <a:gd name="connsiteX125" fmla="*/ 3410573 w 12188936"/>
              <a:gd name="connsiteY125" fmla="*/ 1587720 h 2033355"/>
              <a:gd name="connsiteX126" fmla="*/ 3515824 w 12188936"/>
              <a:gd name="connsiteY126" fmla="*/ 1574283 h 2033355"/>
              <a:gd name="connsiteX127" fmla="*/ 3515824 w 12188936"/>
              <a:gd name="connsiteY127" fmla="*/ 1352585 h 2033355"/>
              <a:gd name="connsiteX128" fmla="*/ 3417291 w 12188936"/>
              <a:gd name="connsiteY128" fmla="*/ 1240616 h 2033355"/>
              <a:gd name="connsiteX129" fmla="*/ 3417291 w 12188936"/>
              <a:gd name="connsiteY129" fmla="*/ 904709 h 2033355"/>
              <a:gd name="connsiteX130" fmla="*/ 2906713 w 12188936"/>
              <a:gd name="connsiteY130" fmla="*/ 412046 h 2033355"/>
              <a:gd name="connsiteX131" fmla="*/ 2456598 w 12188936"/>
              <a:gd name="connsiteY131" fmla="*/ 571042 h 2033355"/>
              <a:gd name="connsiteX132" fmla="*/ 2588722 w 12188936"/>
              <a:gd name="connsiteY132" fmla="*/ 786022 h 2033355"/>
              <a:gd name="connsiteX133" fmla="*/ 2906713 w 12188936"/>
              <a:gd name="connsiteY133" fmla="*/ 662856 h 2033355"/>
              <a:gd name="connsiteX134" fmla="*/ 3148566 w 12188936"/>
              <a:gd name="connsiteY134" fmla="*/ 839767 h 2033355"/>
              <a:gd name="connsiteX135" fmla="*/ 2445401 w 12188936"/>
              <a:gd name="connsiteY135" fmla="*/ 1242855 h 2033355"/>
              <a:gd name="connsiteX136" fmla="*/ 2864165 w 12188936"/>
              <a:gd name="connsiteY136" fmla="*/ 1607874 h 2033355"/>
              <a:gd name="connsiteX137" fmla="*/ 1549650 w 12188936"/>
              <a:gd name="connsiteY137" fmla="*/ 857682 h 2033355"/>
              <a:gd name="connsiteX138" fmla="*/ 1818375 w 12188936"/>
              <a:gd name="connsiteY138" fmla="*/ 653899 h 2033355"/>
              <a:gd name="connsiteX139" fmla="*/ 2051271 w 12188936"/>
              <a:gd name="connsiteY139" fmla="*/ 857682 h 2033355"/>
              <a:gd name="connsiteX140" fmla="*/ 1549650 w 12188936"/>
              <a:gd name="connsiteY140" fmla="*/ 857682 h 2033355"/>
              <a:gd name="connsiteX141" fmla="*/ 1845248 w 12188936"/>
              <a:gd name="connsiteY141" fmla="*/ 1607874 h 2033355"/>
              <a:gd name="connsiteX142" fmla="*/ 2346869 w 12188936"/>
              <a:gd name="connsiteY142" fmla="*/ 1370500 h 2033355"/>
              <a:gd name="connsiteX143" fmla="*/ 2149803 w 12188936"/>
              <a:gd name="connsiteY143" fmla="*/ 1198068 h 2033355"/>
              <a:gd name="connsiteX144" fmla="*/ 1845248 w 12188936"/>
              <a:gd name="connsiteY144" fmla="*/ 1357064 h 2033355"/>
              <a:gd name="connsiteX145" fmla="*/ 1540692 w 12188936"/>
              <a:gd name="connsiteY145" fmla="*/ 1081620 h 2033355"/>
              <a:gd name="connsiteX146" fmla="*/ 2324475 w 12188936"/>
              <a:gd name="connsiteY146" fmla="*/ 1081620 h 2033355"/>
              <a:gd name="connsiteX147" fmla="*/ 2333433 w 12188936"/>
              <a:gd name="connsiteY147" fmla="*/ 936060 h 2033355"/>
              <a:gd name="connsiteX148" fmla="*/ 1818375 w 12188936"/>
              <a:gd name="connsiteY148" fmla="*/ 412046 h 2033355"/>
              <a:gd name="connsiteX149" fmla="*/ 1260770 w 12188936"/>
              <a:gd name="connsiteY149" fmla="*/ 1014439 h 2033355"/>
              <a:gd name="connsiteX150" fmla="*/ 1845248 w 12188936"/>
              <a:gd name="connsiteY150" fmla="*/ 1607874 h 2033355"/>
              <a:gd name="connsiteX151" fmla="*/ 282162 w 12188936"/>
              <a:gd name="connsiteY151" fmla="*/ 644941 h 2033355"/>
              <a:gd name="connsiteX152" fmla="*/ 282162 w 12188936"/>
              <a:gd name="connsiteY152" fmla="*/ 264247 h 2033355"/>
              <a:gd name="connsiteX153" fmla="*/ 618068 w 12188936"/>
              <a:gd name="connsiteY153" fmla="*/ 264247 h 2033355"/>
              <a:gd name="connsiteX154" fmla="*/ 828570 w 12188936"/>
              <a:gd name="connsiteY154" fmla="*/ 454594 h 2033355"/>
              <a:gd name="connsiteX155" fmla="*/ 620308 w 12188936"/>
              <a:gd name="connsiteY155" fmla="*/ 644941 h 2033355"/>
              <a:gd name="connsiteX156" fmla="*/ 282162 w 12188936"/>
              <a:gd name="connsiteY156" fmla="*/ 644941 h 2033355"/>
              <a:gd name="connsiteX157" fmla="*/ 282162 w 12188936"/>
              <a:gd name="connsiteY157" fmla="*/ 1330191 h 2033355"/>
              <a:gd name="connsiteX158" fmla="*/ 282162 w 12188936"/>
              <a:gd name="connsiteY158" fmla="*/ 895752 h 2033355"/>
              <a:gd name="connsiteX159" fmla="*/ 633744 w 12188936"/>
              <a:gd name="connsiteY159" fmla="*/ 895752 h 2033355"/>
              <a:gd name="connsiteX160" fmla="*/ 880076 w 12188936"/>
              <a:gd name="connsiteY160" fmla="*/ 1112971 h 2033355"/>
              <a:gd name="connsiteX161" fmla="*/ 633744 w 12188936"/>
              <a:gd name="connsiteY161" fmla="*/ 1330191 h 2033355"/>
              <a:gd name="connsiteX162" fmla="*/ 282162 w 12188936"/>
              <a:gd name="connsiteY162" fmla="*/ 1330191 h 2033355"/>
              <a:gd name="connsiteX163" fmla="*/ 0 w 12188936"/>
              <a:gd name="connsiteY163" fmla="*/ 1581001 h 2033355"/>
              <a:gd name="connsiteX164" fmla="*/ 627026 w 12188936"/>
              <a:gd name="connsiteY164" fmla="*/ 1581001 h 2033355"/>
              <a:gd name="connsiteX165" fmla="*/ 1166716 w 12188936"/>
              <a:gd name="connsiteY165" fmla="*/ 1119689 h 2033355"/>
              <a:gd name="connsiteX166" fmla="*/ 967412 w 12188936"/>
              <a:gd name="connsiteY166" fmla="*/ 747953 h 2033355"/>
              <a:gd name="connsiteX167" fmla="*/ 1110732 w 12188936"/>
              <a:gd name="connsiteY167" fmla="*/ 438918 h 2033355"/>
              <a:gd name="connsiteX168" fmla="*/ 611350 w 12188936"/>
              <a:gd name="connsiteY168" fmla="*/ 13436 h 2033355"/>
              <a:gd name="connsiteX169" fmla="*/ 0 w 12188936"/>
              <a:gd name="connsiteY169" fmla="*/ 13436 h 2033355"/>
              <a:gd name="connsiteX170" fmla="*/ 0 w 12188936"/>
              <a:gd name="connsiteY170" fmla="*/ 1581001 h 2033355"/>
              <a:gd name="connsiteX171" fmla="*/ 6664390 w 12188936"/>
              <a:gd name="connsiteY171" fmla="*/ 2033356 h 2033355"/>
              <a:gd name="connsiteX172" fmla="*/ 7221996 w 12188936"/>
              <a:gd name="connsiteY172" fmla="*/ 1520538 h 2033355"/>
              <a:gd name="connsiteX173" fmla="*/ 7221996 w 12188936"/>
              <a:gd name="connsiteY173" fmla="*/ 438918 h 2033355"/>
              <a:gd name="connsiteX174" fmla="*/ 6944313 w 12188936"/>
              <a:gd name="connsiteY174" fmla="*/ 438918 h 2033355"/>
              <a:gd name="connsiteX175" fmla="*/ 6944313 w 12188936"/>
              <a:gd name="connsiteY175" fmla="*/ 546408 h 2033355"/>
              <a:gd name="connsiteX176" fmla="*/ 6635278 w 12188936"/>
              <a:gd name="connsiteY176" fmla="*/ 412046 h 2033355"/>
              <a:gd name="connsiteX177" fmla="*/ 6106785 w 12188936"/>
              <a:gd name="connsiteY177" fmla="*/ 998763 h 2033355"/>
              <a:gd name="connsiteX178" fmla="*/ 6635278 w 12188936"/>
              <a:gd name="connsiteY178" fmla="*/ 1585480 h 2033355"/>
              <a:gd name="connsiteX179" fmla="*/ 6944313 w 12188936"/>
              <a:gd name="connsiteY179" fmla="*/ 1451118 h 2033355"/>
              <a:gd name="connsiteX180" fmla="*/ 6944313 w 12188936"/>
              <a:gd name="connsiteY180" fmla="*/ 1525017 h 2033355"/>
              <a:gd name="connsiteX181" fmla="*/ 6664390 w 12188936"/>
              <a:gd name="connsiteY181" fmla="*/ 1782546 h 2033355"/>
              <a:gd name="connsiteX182" fmla="*/ 6330723 w 12188936"/>
              <a:gd name="connsiteY182" fmla="*/ 1630268 h 2033355"/>
              <a:gd name="connsiteX183" fmla="*/ 6124700 w 12188936"/>
              <a:gd name="connsiteY183" fmla="*/ 1802700 h 2033355"/>
              <a:gd name="connsiteX184" fmla="*/ 6664390 w 12188936"/>
              <a:gd name="connsiteY184" fmla="*/ 2033356 h 2033355"/>
            </a:gdLst>
            <a:ahLst/>
            <a:cxnLst/>
            <a:rect l="l" t="t" r="r" b="b"/>
            <a:pathLst>
              <a:path w="12188936" h="2033355">
                <a:moveTo>
                  <a:pt x="12014265" y="1587720"/>
                </a:moveTo>
                <a:cubicBezTo>
                  <a:pt x="12061292" y="1587720"/>
                  <a:pt x="12139670" y="1581001"/>
                  <a:pt x="12188936" y="1572044"/>
                </a:cubicBezTo>
                <a:lnTo>
                  <a:pt x="12188936" y="1330191"/>
                </a:lnTo>
                <a:cubicBezTo>
                  <a:pt x="12150867" y="1334670"/>
                  <a:pt x="12110559" y="1341388"/>
                  <a:pt x="12070250" y="1341388"/>
                </a:cubicBezTo>
                <a:cubicBezTo>
                  <a:pt x="11969478" y="1341388"/>
                  <a:pt x="11909014" y="1294361"/>
                  <a:pt x="11909014" y="1177913"/>
                </a:cubicBezTo>
                <a:lnTo>
                  <a:pt x="11909014" y="667335"/>
                </a:lnTo>
                <a:lnTo>
                  <a:pt x="12171021" y="667335"/>
                </a:lnTo>
                <a:lnTo>
                  <a:pt x="12171021" y="438918"/>
                </a:lnTo>
                <a:lnTo>
                  <a:pt x="11909014" y="438918"/>
                </a:lnTo>
                <a:lnTo>
                  <a:pt x="11909014" y="125405"/>
                </a:lnTo>
                <a:lnTo>
                  <a:pt x="11631331" y="125405"/>
                </a:lnTo>
                <a:lnTo>
                  <a:pt x="11631331" y="438918"/>
                </a:lnTo>
                <a:lnTo>
                  <a:pt x="11474575" y="438918"/>
                </a:lnTo>
                <a:lnTo>
                  <a:pt x="11474575" y="667335"/>
                </a:lnTo>
                <a:lnTo>
                  <a:pt x="11631331" y="667335"/>
                </a:lnTo>
                <a:lnTo>
                  <a:pt x="11631331" y="1207025"/>
                </a:lnTo>
                <a:cubicBezTo>
                  <a:pt x="11631331" y="1464554"/>
                  <a:pt x="11776891" y="1587720"/>
                  <a:pt x="12014265" y="1587720"/>
                </a:cubicBezTo>
                <a:close/>
                <a:moveTo>
                  <a:pt x="9962995" y="344864"/>
                </a:moveTo>
                <a:cubicBezTo>
                  <a:pt x="10059288" y="344864"/>
                  <a:pt x="10137666" y="275444"/>
                  <a:pt x="10137666" y="172432"/>
                </a:cubicBezTo>
                <a:cubicBezTo>
                  <a:pt x="10137666" y="69421"/>
                  <a:pt x="10059288" y="0"/>
                  <a:pt x="9962995" y="0"/>
                </a:cubicBezTo>
                <a:cubicBezTo>
                  <a:pt x="9866701" y="0"/>
                  <a:pt x="9788323" y="69421"/>
                  <a:pt x="9788323" y="172432"/>
                </a:cubicBezTo>
                <a:cubicBezTo>
                  <a:pt x="9788323" y="275444"/>
                  <a:pt x="9866701" y="344864"/>
                  <a:pt x="9962995" y="344864"/>
                </a:cubicBezTo>
                <a:close/>
                <a:moveTo>
                  <a:pt x="10348167" y="1581001"/>
                </a:moveTo>
                <a:lnTo>
                  <a:pt x="10625851" y="1581001"/>
                </a:lnTo>
                <a:lnTo>
                  <a:pt x="10625851" y="958454"/>
                </a:lnTo>
                <a:cubicBezTo>
                  <a:pt x="10625851" y="770346"/>
                  <a:pt x="10737819" y="662856"/>
                  <a:pt x="10892336" y="662856"/>
                </a:cubicBezTo>
                <a:cubicBezTo>
                  <a:pt x="11019981" y="662856"/>
                  <a:pt x="11069247" y="750192"/>
                  <a:pt x="11069247" y="902470"/>
                </a:cubicBezTo>
                <a:lnTo>
                  <a:pt x="11069247" y="1294361"/>
                </a:lnTo>
                <a:cubicBezTo>
                  <a:pt x="11069247" y="1482469"/>
                  <a:pt x="11163301" y="1587720"/>
                  <a:pt x="11349169" y="1587720"/>
                </a:cubicBezTo>
                <a:cubicBezTo>
                  <a:pt x="11387239" y="1587720"/>
                  <a:pt x="11429788" y="1587720"/>
                  <a:pt x="11467856" y="1578762"/>
                </a:cubicBezTo>
                <a:lnTo>
                  <a:pt x="11467856" y="1359303"/>
                </a:lnTo>
                <a:lnTo>
                  <a:pt x="11456660" y="1359303"/>
                </a:lnTo>
                <a:cubicBezTo>
                  <a:pt x="11400675" y="1359303"/>
                  <a:pt x="11346930" y="1348106"/>
                  <a:pt x="11346930" y="1256292"/>
                </a:cubicBezTo>
                <a:lnTo>
                  <a:pt x="11346930" y="830810"/>
                </a:lnTo>
                <a:cubicBezTo>
                  <a:pt x="11346930" y="546408"/>
                  <a:pt x="11201371" y="412046"/>
                  <a:pt x="10972954" y="412046"/>
                </a:cubicBezTo>
                <a:cubicBezTo>
                  <a:pt x="10807240" y="412046"/>
                  <a:pt x="10677357" y="490424"/>
                  <a:pt x="10625851" y="566563"/>
                </a:cubicBezTo>
                <a:lnTo>
                  <a:pt x="10625851" y="438918"/>
                </a:lnTo>
                <a:lnTo>
                  <a:pt x="10348167" y="438918"/>
                </a:lnTo>
                <a:lnTo>
                  <a:pt x="10348167" y="1581001"/>
                </a:lnTo>
                <a:close/>
                <a:moveTo>
                  <a:pt x="9824152" y="438918"/>
                </a:moveTo>
                <a:lnTo>
                  <a:pt x="9824152" y="1294361"/>
                </a:lnTo>
                <a:cubicBezTo>
                  <a:pt x="9824152" y="1482469"/>
                  <a:pt x="9918207" y="1587720"/>
                  <a:pt x="10104075" y="1587720"/>
                </a:cubicBezTo>
                <a:cubicBezTo>
                  <a:pt x="10142144" y="1587720"/>
                  <a:pt x="10184693" y="1587720"/>
                  <a:pt x="10222763" y="1578762"/>
                </a:cubicBezTo>
                <a:lnTo>
                  <a:pt x="10222763" y="1359303"/>
                </a:lnTo>
                <a:lnTo>
                  <a:pt x="10211565" y="1359303"/>
                </a:lnTo>
                <a:cubicBezTo>
                  <a:pt x="10155580" y="1359303"/>
                  <a:pt x="10101836" y="1348106"/>
                  <a:pt x="10101836" y="1256292"/>
                </a:cubicBezTo>
                <a:lnTo>
                  <a:pt x="10101836" y="438918"/>
                </a:lnTo>
                <a:lnTo>
                  <a:pt x="9824152" y="438918"/>
                </a:lnTo>
                <a:close/>
                <a:moveTo>
                  <a:pt x="9103073" y="1357064"/>
                </a:moveTo>
                <a:cubicBezTo>
                  <a:pt x="8932881" y="1357064"/>
                  <a:pt x="8809715" y="1222701"/>
                  <a:pt x="8809715" y="1009960"/>
                </a:cubicBezTo>
                <a:cubicBezTo>
                  <a:pt x="8809715" y="797219"/>
                  <a:pt x="8932881" y="662856"/>
                  <a:pt x="9103073" y="662856"/>
                </a:cubicBezTo>
                <a:cubicBezTo>
                  <a:pt x="9273266" y="662856"/>
                  <a:pt x="9396432" y="797219"/>
                  <a:pt x="9396432" y="1009960"/>
                </a:cubicBezTo>
                <a:cubicBezTo>
                  <a:pt x="9396432" y="1222701"/>
                  <a:pt x="9273266" y="1357064"/>
                  <a:pt x="9103073" y="1357064"/>
                </a:cubicBezTo>
                <a:close/>
                <a:moveTo>
                  <a:pt x="9103073" y="1607874"/>
                </a:moveTo>
                <a:cubicBezTo>
                  <a:pt x="9438980" y="1607874"/>
                  <a:pt x="9678594" y="1363782"/>
                  <a:pt x="9678594" y="1009960"/>
                </a:cubicBezTo>
                <a:cubicBezTo>
                  <a:pt x="9678594" y="656138"/>
                  <a:pt x="9438980" y="412046"/>
                  <a:pt x="9103073" y="412046"/>
                </a:cubicBezTo>
                <a:cubicBezTo>
                  <a:pt x="8767166" y="412046"/>
                  <a:pt x="8527553" y="656138"/>
                  <a:pt x="8527553" y="1009960"/>
                </a:cubicBezTo>
                <a:cubicBezTo>
                  <a:pt x="8527553" y="1363782"/>
                  <a:pt x="8767166" y="1607874"/>
                  <a:pt x="9103073" y="1607874"/>
                </a:cubicBezTo>
                <a:close/>
                <a:moveTo>
                  <a:pt x="7705701" y="747953"/>
                </a:moveTo>
                <a:lnTo>
                  <a:pt x="7705701" y="264247"/>
                </a:lnTo>
                <a:lnTo>
                  <a:pt x="7945315" y="264247"/>
                </a:lnTo>
                <a:cubicBezTo>
                  <a:pt x="8131183" y="264247"/>
                  <a:pt x="8218519" y="356061"/>
                  <a:pt x="8218519" y="506100"/>
                </a:cubicBezTo>
                <a:cubicBezTo>
                  <a:pt x="8218519" y="640462"/>
                  <a:pt x="8144619" y="747953"/>
                  <a:pt x="7945315" y="747953"/>
                </a:cubicBezTo>
                <a:lnTo>
                  <a:pt x="7705701" y="747953"/>
                </a:lnTo>
                <a:close/>
                <a:moveTo>
                  <a:pt x="7423540" y="1581001"/>
                </a:moveTo>
                <a:lnTo>
                  <a:pt x="7705701" y="1581001"/>
                </a:lnTo>
                <a:lnTo>
                  <a:pt x="7705701" y="998763"/>
                </a:lnTo>
                <a:lnTo>
                  <a:pt x="7958751" y="998763"/>
                </a:lnTo>
                <a:cubicBezTo>
                  <a:pt x="8308094" y="998763"/>
                  <a:pt x="8505159" y="797219"/>
                  <a:pt x="8505159" y="506100"/>
                </a:cubicBezTo>
                <a:cubicBezTo>
                  <a:pt x="8505159" y="214980"/>
                  <a:pt x="8308094" y="13436"/>
                  <a:pt x="7958751" y="13436"/>
                </a:cubicBezTo>
                <a:lnTo>
                  <a:pt x="7423540" y="13436"/>
                </a:lnTo>
                <a:lnTo>
                  <a:pt x="7423540" y="1581001"/>
                </a:lnTo>
                <a:close/>
                <a:moveTo>
                  <a:pt x="6671108" y="1334670"/>
                </a:moveTo>
                <a:cubicBezTo>
                  <a:pt x="6518830" y="1334670"/>
                  <a:pt x="6388947" y="1215983"/>
                  <a:pt x="6388947" y="998763"/>
                </a:cubicBezTo>
                <a:cubicBezTo>
                  <a:pt x="6388947" y="781543"/>
                  <a:pt x="6518830" y="662856"/>
                  <a:pt x="6671108" y="662856"/>
                </a:cubicBezTo>
                <a:cubicBezTo>
                  <a:pt x="6823386" y="662856"/>
                  <a:pt x="6953270" y="781543"/>
                  <a:pt x="6953270" y="998763"/>
                </a:cubicBezTo>
                <a:cubicBezTo>
                  <a:pt x="6953270" y="1215983"/>
                  <a:pt x="6823386" y="1334670"/>
                  <a:pt x="6671108" y="1334670"/>
                </a:cubicBezTo>
                <a:close/>
                <a:moveTo>
                  <a:pt x="4554896" y="344864"/>
                </a:moveTo>
                <a:cubicBezTo>
                  <a:pt x="4648950" y="344864"/>
                  <a:pt x="4729567" y="270965"/>
                  <a:pt x="4729567" y="172432"/>
                </a:cubicBezTo>
                <a:cubicBezTo>
                  <a:pt x="4729567" y="73900"/>
                  <a:pt x="4648950" y="0"/>
                  <a:pt x="4554896" y="0"/>
                </a:cubicBezTo>
                <a:cubicBezTo>
                  <a:pt x="4460842" y="0"/>
                  <a:pt x="4380224" y="73900"/>
                  <a:pt x="4380224" y="172432"/>
                </a:cubicBezTo>
                <a:cubicBezTo>
                  <a:pt x="4380224" y="270965"/>
                  <a:pt x="4460842" y="344864"/>
                  <a:pt x="4554896" y="344864"/>
                </a:cubicBezTo>
                <a:close/>
                <a:moveTo>
                  <a:pt x="5941071" y="1587720"/>
                </a:moveTo>
                <a:cubicBezTo>
                  <a:pt x="5979140" y="1587720"/>
                  <a:pt x="6021689" y="1587720"/>
                  <a:pt x="6059758" y="1578762"/>
                </a:cubicBezTo>
                <a:lnTo>
                  <a:pt x="6059758" y="1359303"/>
                </a:lnTo>
                <a:lnTo>
                  <a:pt x="6048561" y="1359303"/>
                </a:lnTo>
                <a:cubicBezTo>
                  <a:pt x="5992577" y="1359303"/>
                  <a:pt x="5938832" y="1348106"/>
                  <a:pt x="5938832" y="1256292"/>
                </a:cubicBezTo>
                <a:lnTo>
                  <a:pt x="5938832" y="830810"/>
                </a:lnTo>
                <a:cubicBezTo>
                  <a:pt x="5938832" y="546408"/>
                  <a:pt x="5793272" y="412046"/>
                  <a:pt x="5564856" y="412046"/>
                </a:cubicBezTo>
                <a:cubicBezTo>
                  <a:pt x="5399142" y="412046"/>
                  <a:pt x="5269258" y="490424"/>
                  <a:pt x="5217752" y="566563"/>
                </a:cubicBezTo>
                <a:lnTo>
                  <a:pt x="5217752" y="438918"/>
                </a:lnTo>
                <a:lnTo>
                  <a:pt x="4940069" y="438918"/>
                </a:lnTo>
                <a:lnTo>
                  <a:pt x="4940069" y="1581001"/>
                </a:lnTo>
                <a:lnTo>
                  <a:pt x="5217752" y="1581001"/>
                </a:lnTo>
                <a:lnTo>
                  <a:pt x="5217752" y="958454"/>
                </a:lnTo>
                <a:cubicBezTo>
                  <a:pt x="5217752" y="770346"/>
                  <a:pt x="5329721" y="662856"/>
                  <a:pt x="5484238" y="662856"/>
                </a:cubicBezTo>
                <a:cubicBezTo>
                  <a:pt x="5611882" y="662856"/>
                  <a:pt x="5661149" y="750192"/>
                  <a:pt x="5661149" y="902470"/>
                </a:cubicBezTo>
                <a:lnTo>
                  <a:pt x="5661149" y="1294361"/>
                </a:lnTo>
                <a:cubicBezTo>
                  <a:pt x="5661149" y="1482469"/>
                  <a:pt x="5755203" y="1587720"/>
                  <a:pt x="5941071" y="1587720"/>
                </a:cubicBezTo>
                <a:close/>
                <a:moveTo>
                  <a:pt x="4416054" y="438918"/>
                </a:moveTo>
                <a:lnTo>
                  <a:pt x="4416054" y="1294361"/>
                </a:lnTo>
                <a:cubicBezTo>
                  <a:pt x="4416054" y="1482469"/>
                  <a:pt x="4510109" y="1587720"/>
                  <a:pt x="4695977" y="1587720"/>
                </a:cubicBezTo>
                <a:cubicBezTo>
                  <a:pt x="4734046" y="1587720"/>
                  <a:pt x="4776594" y="1587720"/>
                  <a:pt x="4814664" y="1578762"/>
                </a:cubicBezTo>
                <a:lnTo>
                  <a:pt x="4814664" y="1359303"/>
                </a:lnTo>
                <a:lnTo>
                  <a:pt x="4803467" y="1359303"/>
                </a:lnTo>
                <a:cubicBezTo>
                  <a:pt x="4747482" y="1359303"/>
                  <a:pt x="4693737" y="1348106"/>
                  <a:pt x="4693737" y="1256292"/>
                </a:cubicBezTo>
                <a:lnTo>
                  <a:pt x="4693737" y="438918"/>
                </a:lnTo>
                <a:lnTo>
                  <a:pt x="4416054" y="438918"/>
                </a:lnTo>
                <a:close/>
                <a:moveTo>
                  <a:pt x="3638990" y="1581001"/>
                </a:moveTo>
                <a:lnTo>
                  <a:pt x="3916673" y="1581001"/>
                </a:lnTo>
                <a:lnTo>
                  <a:pt x="3916673" y="1001002"/>
                </a:lnTo>
                <a:cubicBezTo>
                  <a:pt x="3916673" y="761389"/>
                  <a:pt x="4026403" y="687489"/>
                  <a:pt x="4212271" y="687489"/>
                </a:cubicBezTo>
                <a:cubicBezTo>
                  <a:pt x="4234665" y="687489"/>
                  <a:pt x="4259298" y="689729"/>
                  <a:pt x="4270495" y="691968"/>
                </a:cubicBezTo>
                <a:lnTo>
                  <a:pt x="4270495" y="427721"/>
                </a:lnTo>
                <a:cubicBezTo>
                  <a:pt x="4254819" y="425482"/>
                  <a:pt x="4241383" y="425482"/>
                  <a:pt x="4227947" y="425482"/>
                </a:cubicBezTo>
                <a:cubicBezTo>
                  <a:pt x="4057754" y="425482"/>
                  <a:pt x="3968179" y="492663"/>
                  <a:pt x="3914433" y="566563"/>
                </a:cubicBezTo>
                <a:lnTo>
                  <a:pt x="3914433" y="438918"/>
                </a:lnTo>
                <a:lnTo>
                  <a:pt x="3638990" y="438918"/>
                </a:lnTo>
                <a:lnTo>
                  <a:pt x="3638990" y="1581001"/>
                </a:lnTo>
                <a:close/>
                <a:moveTo>
                  <a:pt x="2891038" y="1374979"/>
                </a:moveTo>
                <a:cubicBezTo>
                  <a:pt x="2810420" y="1374979"/>
                  <a:pt x="2727563" y="1334670"/>
                  <a:pt x="2727563" y="1240616"/>
                </a:cubicBezTo>
                <a:cubicBezTo>
                  <a:pt x="2727563" y="1110732"/>
                  <a:pt x="2852968" y="1059226"/>
                  <a:pt x="3153045" y="1059226"/>
                </a:cubicBezTo>
                <a:cubicBezTo>
                  <a:pt x="3153045" y="1269728"/>
                  <a:pt x="3058991" y="1374979"/>
                  <a:pt x="2891038" y="1374979"/>
                </a:cubicBezTo>
                <a:close/>
                <a:moveTo>
                  <a:pt x="2864165" y="1607874"/>
                </a:moveTo>
                <a:cubicBezTo>
                  <a:pt x="3043315" y="1607874"/>
                  <a:pt x="3146327" y="1538453"/>
                  <a:pt x="3202311" y="1471272"/>
                </a:cubicBezTo>
                <a:cubicBezTo>
                  <a:pt x="3222466" y="1525017"/>
                  <a:pt x="3282929" y="1587720"/>
                  <a:pt x="3410573" y="1587720"/>
                </a:cubicBezTo>
                <a:cubicBezTo>
                  <a:pt x="3437446" y="1587720"/>
                  <a:pt x="3477755" y="1585480"/>
                  <a:pt x="3515824" y="1574283"/>
                </a:cubicBezTo>
                <a:lnTo>
                  <a:pt x="3515824" y="1352585"/>
                </a:lnTo>
                <a:cubicBezTo>
                  <a:pt x="3482233" y="1352585"/>
                  <a:pt x="3417291" y="1359303"/>
                  <a:pt x="3417291" y="1240616"/>
                </a:cubicBezTo>
                <a:lnTo>
                  <a:pt x="3417291" y="904709"/>
                </a:lnTo>
                <a:cubicBezTo>
                  <a:pt x="3417291" y="535212"/>
                  <a:pt x="3204551" y="412046"/>
                  <a:pt x="2906713" y="412046"/>
                </a:cubicBezTo>
                <a:cubicBezTo>
                  <a:pt x="2669339" y="412046"/>
                  <a:pt x="2510343" y="528493"/>
                  <a:pt x="2456598" y="571042"/>
                </a:cubicBezTo>
                <a:lnTo>
                  <a:pt x="2588722" y="786022"/>
                </a:lnTo>
                <a:cubicBezTo>
                  <a:pt x="2642467" y="743474"/>
                  <a:pt x="2756675" y="662856"/>
                  <a:pt x="2906713" y="662856"/>
                </a:cubicBezTo>
                <a:cubicBezTo>
                  <a:pt x="3052273" y="662856"/>
                  <a:pt x="3137369" y="718841"/>
                  <a:pt x="3148566" y="839767"/>
                </a:cubicBezTo>
                <a:cubicBezTo>
                  <a:pt x="2976134" y="839767"/>
                  <a:pt x="2445401" y="833049"/>
                  <a:pt x="2445401" y="1242855"/>
                </a:cubicBezTo>
                <a:cubicBezTo>
                  <a:pt x="2445401" y="1480229"/>
                  <a:pt x="2637988" y="1607874"/>
                  <a:pt x="2864165" y="1607874"/>
                </a:cubicBezTo>
                <a:close/>
                <a:moveTo>
                  <a:pt x="1549650" y="857682"/>
                </a:moveTo>
                <a:cubicBezTo>
                  <a:pt x="1585480" y="721080"/>
                  <a:pt x="1692970" y="653899"/>
                  <a:pt x="1818375" y="653899"/>
                </a:cubicBezTo>
                <a:cubicBezTo>
                  <a:pt x="1925865" y="653899"/>
                  <a:pt x="2040074" y="705404"/>
                  <a:pt x="2051271" y="857682"/>
                </a:cubicBezTo>
                <a:lnTo>
                  <a:pt x="1549650" y="857682"/>
                </a:lnTo>
                <a:close/>
                <a:moveTo>
                  <a:pt x="1845248" y="1607874"/>
                </a:moveTo>
                <a:cubicBezTo>
                  <a:pt x="2087101" y="1607874"/>
                  <a:pt x="2266251" y="1477990"/>
                  <a:pt x="2346869" y="1370500"/>
                </a:cubicBezTo>
                <a:lnTo>
                  <a:pt x="2149803" y="1198068"/>
                </a:lnTo>
                <a:cubicBezTo>
                  <a:pt x="2098298" y="1263010"/>
                  <a:pt x="2004244" y="1357064"/>
                  <a:pt x="1845248" y="1357064"/>
                </a:cubicBezTo>
                <a:cubicBezTo>
                  <a:pt x="1670576" y="1357064"/>
                  <a:pt x="1549650" y="1236137"/>
                  <a:pt x="1540692" y="1081620"/>
                </a:cubicBezTo>
                <a:lnTo>
                  <a:pt x="2324475" y="1081620"/>
                </a:lnTo>
                <a:cubicBezTo>
                  <a:pt x="2331193" y="1034593"/>
                  <a:pt x="2333433" y="1001002"/>
                  <a:pt x="2333433" y="936060"/>
                </a:cubicBezTo>
                <a:cubicBezTo>
                  <a:pt x="2333433" y="660617"/>
                  <a:pt x="2174437" y="412046"/>
                  <a:pt x="1818375" y="412046"/>
                </a:cubicBezTo>
                <a:cubicBezTo>
                  <a:pt x="1493665" y="412046"/>
                  <a:pt x="1260770" y="665096"/>
                  <a:pt x="1260770" y="1014439"/>
                </a:cubicBezTo>
                <a:cubicBezTo>
                  <a:pt x="1260770" y="1357064"/>
                  <a:pt x="1500384" y="1607874"/>
                  <a:pt x="1845248" y="1607874"/>
                </a:cubicBezTo>
                <a:close/>
                <a:moveTo>
                  <a:pt x="282162" y="644941"/>
                </a:moveTo>
                <a:lnTo>
                  <a:pt x="282162" y="264247"/>
                </a:lnTo>
                <a:lnTo>
                  <a:pt x="618068" y="264247"/>
                </a:lnTo>
                <a:cubicBezTo>
                  <a:pt x="759149" y="264247"/>
                  <a:pt x="828570" y="338146"/>
                  <a:pt x="828570" y="454594"/>
                </a:cubicBezTo>
                <a:cubicBezTo>
                  <a:pt x="828570" y="571042"/>
                  <a:pt x="756910" y="644941"/>
                  <a:pt x="620308" y="644941"/>
                </a:cubicBezTo>
                <a:lnTo>
                  <a:pt x="282162" y="644941"/>
                </a:lnTo>
                <a:close/>
                <a:moveTo>
                  <a:pt x="282162" y="1330191"/>
                </a:moveTo>
                <a:lnTo>
                  <a:pt x="282162" y="895752"/>
                </a:lnTo>
                <a:lnTo>
                  <a:pt x="633744" y="895752"/>
                </a:lnTo>
                <a:cubicBezTo>
                  <a:pt x="792740" y="895752"/>
                  <a:pt x="880076" y="976369"/>
                  <a:pt x="880076" y="1112971"/>
                </a:cubicBezTo>
                <a:cubicBezTo>
                  <a:pt x="880076" y="1249573"/>
                  <a:pt x="797219" y="1330191"/>
                  <a:pt x="633744" y="1330191"/>
                </a:cubicBezTo>
                <a:lnTo>
                  <a:pt x="282162" y="1330191"/>
                </a:lnTo>
                <a:close/>
                <a:moveTo>
                  <a:pt x="0" y="1581001"/>
                </a:moveTo>
                <a:lnTo>
                  <a:pt x="627026" y="1581001"/>
                </a:lnTo>
                <a:cubicBezTo>
                  <a:pt x="985327" y="1581001"/>
                  <a:pt x="1166716" y="1395133"/>
                  <a:pt x="1166716" y="1119689"/>
                </a:cubicBezTo>
                <a:cubicBezTo>
                  <a:pt x="1166716" y="962933"/>
                  <a:pt x="1099535" y="821852"/>
                  <a:pt x="967412" y="747953"/>
                </a:cubicBezTo>
                <a:cubicBezTo>
                  <a:pt x="1065944" y="674053"/>
                  <a:pt x="1110732" y="562084"/>
                  <a:pt x="1110732" y="438918"/>
                </a:cubicBezTo>
                <a:cubicBezTo>
                  <a:pt x="1110732" y="192587"/>
                  <a:pt x="945018" y="13436"/>
                  <a:pt x="611350" y="13436"/>
                </a:cubicBezTo>
                <a:lnTo>
                  <a:pt x="0" y="13436"/>
                </a:lnTo>
                <a:lnTo>
                  <a:pt x="0" y="1581001"/>
                </a:lnTo>
                <a:close/>
                <a:moveTo>
                  <a:pt x="6664390" y="2033356"/>
                </a:moveTo>
                <a:cubicBezTo>
                  <a:pt x="6879371" y="2033356"/>
                  <a:pt x="7221996" y="1919148"/>
                  <a:pt x="7221996" y="1520538"/>
                </a:cubicBezTo>
                <a:lnTo>
                  <a:pt x="7221996" y="438918"/>
                </a:lnTo>
                <a:lnTo>
                  <a:pt x="6944313" y="438918"/>
                </a:lnTo>
                <a:lnTo>
                  <a:pt x="6944313" y="546408"/>
                </a:lnTo>
                <a:cubicBezTo>
                  <a:pt x="6886089" y="472509"/>
                  <a:pt x="6798753" y="412046"/>
                  <a:pt x="6635278" y="412046"/>
                </a:cubicBezTo>
                <a:cubicBezTo>
                  <a:pt x="6350877" y="412046"/>
                  <a:pt x="6106785" y="640462"/>
                  <a:pt x="6106785" y="998763"/>
                </a:cubicBezTo>
                <a:cubicBezTo>
                  <a:pt x="6106785" y="1357064"/>
                  <a:pt x="6350877" y="1585480"/>
                  <a:pt x="6635278" y="1585480"/>
                </a:cubicBezTo>
                <a:cubicBezTo>
                  <a:pt x="6798753" y="1585480"/>
                  <a:pt x="6886089" y="1527256"/>
                  <a:pt x="6944313" y="1451118"/>
                </a:cubicBezTo>
                <a:lnTo>
                  <a:pt x="6944313" y="1525017"/>
                </a:lnTo>
                <a:cubicBezTo>
                  <a:pt x="6944313" y="1692970"/>
                  <a:pt x="6823386" y="1782546"/>
                  <a:pt x="6664390" y="1782546"/>
                </a:cubicBezTo>
                <a:cubicBezTo>
                  <a:pt x="6489719" y="1782546"/>
                  <a:pt x="6377750" y="1684013"/>
                  <a:pt x="6330723" y="1630268"/>
                </a:cubicBezTo>
                <a:lnTo>
                  <a:pt x="6124700" y="1802700"/>
                </a:lnTo>
                <a:cubicBezTo>
                  <a:pt x="6171727" y="1856445"/>
                  <a:pt x="6330723" y="2033356"/>
                  <a:pt x="6664390" y="2033356"/>
                </a:cubicBezTo>
                <a:close/>
              </a:path>
            </a:pathLst>
          </a:custGeom>
          <a:solidFill>
            <a:schemeClr val="tx1"/>
          </a:solidFill>
          <a:ln w="8133">
            <a:noFill/>
            <a:prstDash val="solid"/>
          </a:ln>
        </p:spPr>
        <p:txBody>
          <a:bodyPr anchor="ctr"/>
          <a:lstStyle/>
          <a:p>
            <a:endParaRPr/>
          </a:p>
        </p:txBody>
      </p:sp>
      <p:sp>
        <p:nvSpPr>
          <p:cNvPr id="18" name="Picture Placeholder 3">
            <a:extLst>
              <a:ext uri="{FF2B5EF4-FFF2-40B4-BE49-F238E27FC236}">
                <a16:creationId xmlns:a16="http://schemas.microsoft.com/office/drawing/2014/main" id="{1829E33E-FACA-B0C9-8541-8CF1759F9FA6}"/>
              </a:ext>
            </a:extLst>
          </p:cNvPr>
          <p:cNvSpPr>
            <a:spLocks noGrp="1"/>
          </p:cNvSpPr>
          <p:nvPr>
            <p:ph type="pic" idx="11" hasCustomPrompt="1"/>
          </p:nvPr>
        </p:nvSpPr>
        <p:spPr>
          <a:xfrm>
            <a:off x="384174" y="5976200"/>
            <a:ext cx="2714625" cy="521438"/>
          </a:xfrm>
          <a:prstGeom prst="rect">
            <a:avLst/>
          </a:prstGeom>
          <a:noFill/>
        </p:spPr>
        <p:txBody>
          <a:bodyPr tIns="0" rIns="0" anchor="ctr"/>
          <a:lstStyle>
            <a:lvl1pPr marL="0" indent="0" algn="ctr">
              <a:buNone/>
              <a:defRPr sz="1200"/>
            </a:lvl1pPr>
          </a:lstStyle>
          <a:p>
            <a:r>
              <a:t>Click icon to add customer logo</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slide full picture">
    <p:bg>
      <p:bgRef idx="1001">
        <a:schemeClr val="bg1"/>
      </p:bgRef>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AFD27B72-65A4-C608-8786-69872669571D}"/>
              </a:ext>
            </a:extLst>
          </p:cNvPr>
          <p:cNvSpPr>
            <a:spLocks noGrp="1"/>
          </p:cNvSpPr>
          <p:nvPr>
            <p:ph type="pic" idx="11" hasCustomPrompt="1"/>
          </p:nvPr>
        </p:nvSpPr>
        <p:spPr>
          <a:xfrm>
            <a:off x="0" y="0"/>
            <a:ext cx="12192000" cy="6858000"/>
          </a:xfrm>
          <a:custGeom>
            <a:avLst/>
            <a:gdLst>
              <a:gd name="connsiteX0" fmla="*/ 836307 w 12192000"/>
              <a:gd name="connsiteY0" fmla="*/ 510663 h 6858000"/>
              <a:gd name="connsiteX1" fmla="*/ 798737 w 12192000"/>
              <a:gd name="connsiteY1" fmla="*/ 555941 h 6858000"/>
              <a:gd name="connsiteX2" fmla="*/ 775295 w 12192000"/>
              <a:gd name="connsiteY2" fmla="*/ 536674 h 6858000"/>
              <a:gd name="connsiteX3" fmla="*/ 836307 w 12192000"/>
              <a:gd name="connsiteY3" fmla="*/ 510663 h 6858000"/>
              <a:gd name="connsiteX4" fmla="*/ 424636 w 12192000"/>
              <a:gd name="connsiteY4" fmla="*/ 487222 h 6858000"/>
              <a:gd name="connsiteX5" fmla="*/ 475051 w 12192000"/>
              <a:gd name="connsiteY5" fmla="*/ 487222 h 6858000"/>
              <a:gd name="connsiteX6" fmla="*/ 510374 w 12192000"/>
              <a:gd name="connsiteY6" fmla="*/ 518370 h 6858000"/>
              <a:gd name="connsiteX7" fmla="*/ 475051 w 12192000"/>
              <a:gd name="connsiteY7" fmla="*/ 549519 h 6858000"/>
              <a:gd name="connsiteX8" fmla="*/ 424636 w 12192000"/>
              <a:gd name="connsiteY8" fmla="*/ 549519 h 6858000"/>
              <a:gd name="connsiteX9" fmla="*/ 1689514 w 12192000"/>
              <a:gd name="connsiteY9" fmla="*/ 453826 h 6858000"/>
              <a:gd name="connsiteX10" fmla="*/ 1731581 w 12192000"/>
              <a:gd name="connsiteY10" fmla="*/ 503599 h 6858000"/>
              <a:gd name="connsiteX11" fmla="*/ 1689514 w 12192000"/>
              <a:gd name="connsiteY11" fmla="*/ 553372 h 6858000"/>
              <a:gd name="connsiteX12" fmla="*/ 1647448 w 12192000"/>
              <a:gd name="connsiteY12" fmla="*/ 503599 h 6858000"/>
              <a:gd name="connsiteX13" fmla="*/ 1689514 w 12192000"/>
              <a:gd name="connsiteY13" fmla="*/ 453826 h 6858000"/>
              <a:gd name="connsiteX14" fmla="*/ 1340782 w 12192000"/>
              <a:gd name="connsiteY14" fmla="*/ 453826 h 6858000"/>
              <a:gd name="connsiteX15" fmla="*/ 1381242 w 12192000"/>
              <a:gd name="connsiteY15" fmla="*/ 501993 h 6858000"/>
              <a:gd name="connsiteX16" fmla="*/ 1340782 w 12192000"/>
              <a:gd name="connsiteY16" fmla="*/ 550161 h 6858000"/>
              <a:gd name="connsiteX17" fmla="*/ 1300321 w 12192000"/>
              <a:gd name="connsiteY17" fmla="*/ 501993 h 6858000"/>
              <a:gd name="connsiteX18" fmla="*/ 1340782 w 12192000"/>
              <a:gd name="connsiteY18" fmla="*/ 453826 h 6858000"/>
              <a:gd name="connsiteX19" fmla="*/ 644922 w 12192000"/>
              <a:gd name="connsiteY19" fmla="*/ 452541 h 6858000"/>
              <a:gd name="connsiteX20" fmla="*/ 678318 w 12192000"/>
              <a:gd name="connsiteY20" fmla="*/ 481763 h 6858000"/>
              <a:gd name="connsiteX21" fmla="*/ 606388 w 12192000"/>
              <a:gd name="connsiteY21" fmla="*/ 481763 h 6858000"/>
              <a:gd name="connsiteX22" fmla="*/ 644922 w 12192000"/>
              <a:gd name="connsiteY22" fmla="*/ 452541 h 6858000"/>
              <a:gd name="connsiteX23" fmla="*/ 1792914 w 12192000"/>
              <a:gd name="connsiteY23" fmla="*/ 421714 h 6858000"/>
              <a:gd name="connsiteX24" fmla="*/ 1792914 w 12192000"/>
              <a:gd name="connsiteY24" fmla="*/ 544381 h 6858000"/>
              <a:gd name="connsiteX25" fmla="*/ 1833054 w 12192000"/>
              <a:gd name="connsiteY25" fmla="*/ 586447 h 6858000"/>
              <a:gd name="connsiteX26" fmla="*/ 1850073 w 12192000"/>
              <a:gd name="connsiteY26" fmla="*/ 585162 h 6858000"/>
              <a:gd name="connsiteX27" fmla="*/ 1850073 w 12192000"/>
              <a:gd name="connsiteY27" fmla="*/ 553693 h 6858000"/>
              <a:gd name="connsiteX28" fmla="*/ 1848467 w 12192000"/>
              <a:gd name="connsiteY28" fmla="*/ 553693 h 6858000"/>
              <a:gd name="connsiteX29" fmla="*/ 1832733 w 12192000"/>
              <a:gd name="connsiteY29" fmla="*/ 538922 h 6858000"/>
              <a:gd name="connsiteX30" fmla="*/ 1832733 w 12192000"/>
              <a:gd name="connsiteY30" fmla="*/ 421714 h 6858000"/>
              <a:gd name="connsiteX31" fmla="*/ 1017417 w 12192000"/>
              <a:gd name="connsiteY31" fmla="*/ 421714 h 6858000"/>
              <a:gd name="connsiteX32" fmla="*/ 1017417 w 12192000"/>
              <a:gd name="connsiteY32" fmla="*/ 544381 h 6858000"/>
              <a:gd name="connsiteX33" fmla="*/ 1057557 w 12192000"/>
              <a:gd name="connsiteY33" fmla="*/ 586447 h 6858000"/>
              <a:gd name="connsiteX34" fmla="*/ 1074576 w 12192000"/>
              <a:gd name="connsiteY34" fmla="*/ 585162 h 6858000"/>
              <a:gd name="connsiteX35" fmla="*/ 1074576 w 12192000"/>
              <a:gd name="connsiteY35" fmla="*/ 553693 h 6858000"/>
              <a:gd name="connsiteX36" fmla="*/ 1072971 w 12192000"/>
              <a:gd name="connsiteY36" fmla="*/ 553693 h 6858000"/>
              <a:gd name="connsiteX37" fmla="*/ 1057236 w 12192000"/>
              <a:gd name="connsiteY37" fmla="*/ 538922 h 6858000"/>
              <a:gd name="connsiteX38" fmla="*/ 1057236 w 12192000"/>
              <a:gd name="connsiteY38" fmla="*/ 421714 h 6858000"/>
              <a:gd name="connsiteX39" fmla="*/ 990444 w 12192000"/>
              <a:gd name="connsiteY39" fmla="*/ 419787 h 6858000"/>
              <a:gd name="connsiteX40" fmla="*/ 945487 w 12192000"/>
              <a:gd name="connsiteY40" fmla="*/ 440018 h 6858000"/>
              <a:gd name="connsiteX41" fmla="*/ 945487 w 12192000"/>
              <a:gd name="connsiteY41" fmla="*/ 421714 h 6858000"/>
              <a:gd name="connsiteX42" fmla="*/ 905990 w 12192000"/>
              <a:gd name="connsiteY42" fmla="*/ 421714 h 6858000"/>
              <a:gd name="connsiteX43" fmla="*/ 905990 w 12192000"/>
              <a:gd name="connsiteY43" fmla="*/ 585484 h 6858000"/>
              <a:gd name="connsiteX44" fmla="*/ 945808 w 12192000"/>
              <a:gd name="connsiteY44" fmla="*/ 585484 h 6858000"/>
              <a:gd name="connsiteX45" fmla="*/ 945808 w 12192000"/>
              <a:gd name="connsiteY45" fmla="*/ 502314 h 6858000"/>
              <a:gd name="connsiteX46" fmla="*/ 988196 w 12192000"/>
              <a:gd name="connsiteY46" fmla="*/ 457358 h 6858000"/>
              <a:gd name="connsiteX47" fmla="*/ 996545 w 12192000"/>
              <a:gd name="connsiteY47" fmla="*/ 458000 h 6858000"/>
              <a:gd name="connsiteX48" fmla="*/ 996545 w 12192000"/>
              <a:gd name="connsiteY48" fmla="*/ 420108 h 6858000"/>
              <a:gd name="connsiteX49" fmla="*/ 990444 w 12192000"/>
              <a:gd name="connsiteY49" fmla="*/ 419787 h 6858000"/>
              <a:gd name="connsiteX50" fmla="*/ 1957647 w 12192000"/>
              <a:gd name="connsiteY50" fmla="*/ 417861 h 6858000"/>
              <a:gd name="connsiteX51" fmla="*/ 1907874 w 12192000"/>
              <a:gd name="connsiteY51" fmla="*/ 440018 h 6858000"/>
              <a:gd name="connsiteX52" fmla="*/ 1907874 w 12192000"/>
              <a:gd name="connsiteY52" fmla="*/ 421714 h 6858000"/>
              <a:gd name="connsiteX53" fmla="*/ 1868055 w 12192000"/>
              <a:gd name="connsiteY53" fmla="*/ 421714 h 6858000"/>
              <a:gd name="connsiteX54" fmla="*/ 1868055 w 12192000"/>
              <a:gd name="connsiteY54" fmla="*/ 585484 h 6858000"/>
              <a:gd name="connsiteX55" fmla="*/ 1907874 w 12192000"/>
              <a:gd name="connsiteY55" fmla="*/ 585484 h 6858000"/>
              <a:gd name="connsiteX56" fmla="*/ 1907874 w 12192000"/>
              <a:gd name="connsiteY56" fmla="*/ 496213 h 6858000"/>
              <a:gd name="connsiteX57" fmla="*/ 1946087 w 12192000"/>
              <a:gd name="connsiteY57" fmla="*/ 453826 h 6858000"/>
              <a:gd name="connsiteX58" fmla="*/ 1971455 w 12192000"/>
              <a:gd name="connsiteY58" fmla="*/ 488185 h 6858000"/>
              <a:gd name="connsiteX59" fmla="*/ 1971455 w 12192000"/>
              <a:gd name="connsiteY59" fmla="*/ 544381 h 6858000"/>
              <a:gd name="connsiteX60" fmla="*/ 2011595 w 12192000"/>
              <a:gd name="connsiteY60" fmla="*/ 586447 h 6858000"/>
              <a:gd name="connsiteX61" fmla="*/ 2028614 w 12192000"/>
              <a:gd name="connsiteY61" fmla="*/ 585162 h 6858000"/>
              <a:gd name="connsiteX62" fmla="*/ 2028614 w 12192000"/>
              <a:gd name="connsiteY62" fmla="*/ 553693 h 6858000"/>
              <a:gd name="connsiteX63" fmla="*/ 2027008 w 12192000"/>
              <a:gd name="connsiteY63" fmla="*/ 553693 h 6858000"/>
              <a:gd name="connsiteX64" fmla="*/ 2011273 w 12192000"/>
              <a:gd name="connsiteY64" fmla="*/ 538922 h 6858000"/>
              <a:gd name="connsiteX65" fmla="*/ 2011273 w 12192000"/>
              <a:gd name="connsiteY65" fmla="*/ 477910 h 6858000"/>
              <a:gd name="connsiteX66" fmla="*/ 1957647 w 12192000"/>
              <a:gd name="connsiteY66" fmla="*/ 417861 h 6858000"/>
              <a:gd name="connsiteX67" fmla="*/ 1689514 w 12192000"/>
              <a:gd name="connsiteY67" fmla="*/ 417861 h 6858000"/>
              <a:gd name="connsiteX68" fmla="*/ 1606988 w 12192000"/>
              <a:gd name="connsiteY68" fmla="*/ 503599 h 6858000"/>
              <a:gd name="connsiteX69" fmla="*/ 1689514 w 12192000"/>
              <a:gd name="connsiteY69" fmla="*/ 589337 h 6858000"/>
              <a:gd name="connsiteX70" fmla="*/ 1772042 w 12192000"/>
              <a:gd name="connsiteY70" fmla="*/ 503599 h 6858000"/>
              <a:gd name="connsiteX71" fmla="*/ 1689514 w 12192000"/>
              <a:gd name="connsiteY71" fmla="*/ 417861 h 6858000"/>
              <a:gd name="connsiteX72" fmla="*/ 1335644 w 12192000"/>
              <a:gd name="connsiteY72" fmla="*/ 417861 h 6858000"/>
              <a:gd name="connsiteX73" fmla="*/ 1259860 w 12192000"/>
              <a:gd name="connsiteY73" fmla="*/ 501993 h 6858000"/>
              <a:gd name="connsiteX74" fmla="*/ 1335644 w 12192000"/>
              <a:gd name="connsiteY74" fmla="*/ 586126 h 6858000"/>
              <a:gd name="connsiteX75" fmla="*/ 1379958 w 12192000"/>
              <a:gd name="connsiteY75" fmla="*/ 566859 h 6858000"/>
              <a:gd name="connsiteX76" fmla="*/ 1379958 w 12192000"/>
              <a:gd name="connsiteY76" fmla="*/ 577456 h 6858000"/>
              <a:gd name="connsiteX77" fmla="*/ 1339819 w 12192000"/>
              <a:gd name="connsiteY77" fmla="*/ 614384 h 6858000"/>
              <a:gd name="connsiteX78" fmla="*/ 1291972 w 12192000"/>
              <a:gd name="connsiteY78" fmla="*/ 592548 h 6858000"/>
              <a:gd name="connsiteX79" fmla="*/ 1262429 w 12192000"/>
              <a:gd name="connsiteY79" fmla="*/ 617274 h 6858000"/>
              <a:gd name="connsiteX80" fmla="*/ 1339819 w 12192000"/>
              <a:gd name="connsiteY80" fmla="*/ 650349 h 6858000"/>
              <a:gd name="connsiteX81" fmla="*/ 1419777 w 12192000"/>
              <a:gd name="connsiteY81" fmla="*/ 576813 h 6858000"/>
              <a:gd name="connsiteX82" fmla="*/ 1419777 w 12192000"/>
              <a:gd name="connsiteY82" fmla="*/ 421714 h 6858000"/>
              <a:gd name="connsiteX83" fmla="*/ 1379958 w 12192000"/>
              <a:gd name="connsiteY83" fmla="*/ 421714 h 6858000"/>
              <a:gd name="connsiteX84" fmla="*/ 1379958 w 12192000"/>
              <a:gd name="connsiteY84" fmla="*/ 437128 h 6858000"/>
              <a:gd name="connsiteX85" fmla="*/ 1335644 w 12192000"/>
              <a:gd name="connsiteY85" fmla="*/ 417861 h 6858000"/>
              <a:gd name="connsiteX86" fmla="*/ 1182150 w 12192000"/>
              <a:gd name="connsiteY86" fmla="*/ 417861 h 6858000"/>
              <a:gd name="connsiteX87" fmla="*/ 1132377 w 12192000"/>
              <a:gd name="connsiteY87" fmla="*/ 440018 h 6858000"/>
              <a:gd name="connsiteX88" fmla="*/ 1132377 w 12192000"/>
              <a:gd name="connsiteY88" fmla="*/ 421714 h 6858000"/>
              <a:gd name="connsiteX89" fmla="*/ 1092559 w 12192000"/>
              <a:gd name="connsiteY89" fmla="*/ 421714 h 6858000"/>
              <a:gd name="connsiteX90" fmla="*/ 1092559 w 12192000"/>
              <a:gd name="connsiteY90" fmla="*/ 585484 h 6858000"/>
              <a:gd name="connsiteX91" fmla="*/ 1132377 w 12192000"/>
              <a:gd name="connsiteY91" fmla="*/ 585484 h 6858000"/>
              <a:gd name="connsiteX92" fmla="*/ 1132377 w 12192000"/>
              <a:gd name="connsiteY92" fmla="*/ 496213 h 6858000"/>
              <a:gd name="connsiteX93" fmla="*/ 1170590 w 12192000"/>
              <a:gd name="connsiteY93" fmla="*/ 453826 h 6858000"/>
              <a:gd name="connsiteX94" fmla="*/ 1195958 w 12192000"/>
              <a:gd name="connsiteY94" fmla="*/ 488185 h 6858000"/>
              <a:gd name="connsiteX95" fmla="*/ 1195958 w 12192000"/>
              <a:gd name="connsiteY95" fmla="*/ 544381 h 6858000"/>
              <a:gd name="connsiteX96" fmla="*/ 1236098 w 12192000"/>
              <a:gd name="connsiteY96" fmla="*/ 586447 h 6858000"/>
              <a:gd name="connsiteX97" fmla="*/ 1253117 w 12192000"/>
              <a:gd name="connsiteY97" fmla="*/ 585162 h 6858000"/>
              <a:gd name="connsiteX98" fmla="*/ 1253117 w 12192000"/>
              <a:gd name="connsiteY98" fmla="*/ 553693 h 6858000"/>
              <a:gd name="connsiteX99" fmla="*/ 1251511 w 12192000"/>
              <a:gd name="connsiteY99" fmla="*/ 553693 h 6858000"/>
              <a:gd name="connsiteX100" fmla="*/ 1235777 w 12192000"/>
              <a:gd name="connsiteY100" fmla="*/ 538922 h 6858000"/>
              <a:gd name="connsiteX101" fmla="*/ 1235777 w 12192000"/>
              <a:gd name="connsiteY101" fmla="*/ 477910 h 6858000"/>
              <a:gd name="connsiteX102" fmla="*/ 1182150 w 12192000"/>
              <a:gd name="connsiteY102" fmla="*/ 417861 h 6858000"/>
              <a:gd name="connsiteX103" fmla="*/ 800985 w 12192000"/>
              <a:gd name="connsiteY103" fmla="*/ 417861 h 6858000"/>
              <a:gd name="connsiteX104" fmla="*/ 736440 w 12192000"/>
              <a:gd name="connsiteY104" fmla="*/ 440660 h 6858000"/>
              <a:gd name="connsiteX105" fmla="*/ 755386 w 12192000"/>
              <a:gd name="connsiteY105" fmla="*/ 471487 h 6858000"/>
              <a:gd name="connsiteX106" fmla="*/ 800985 w 12192000"/>
              <a:gd name="connsiteY106" fmla="*/ 453826 h 6858000"/>
              <a:gd name="connsiteX107" fmla="*/ 835665 w 12192000"/>
              <a:gd name="connsiteY107" fmla="*/ 479194 h 6858000"/>
              <a:gd name="connsiteX108" fmla="*/ 734835 w 12192000"/>
              <a:gd name="connsiteY108" fmla="*/ 536995 h 6858000"/>
              <a:gd name="connsiteX109" fmla="*/ 794883 w 12192000"/>
              <a:gd name="connsiteY109" fmla="*/ 589337 h 6858000"/>
              <a:gd name="connsiteX110" fmla="*/ 843372 w 12192000"/>
              <a:gd name="connsiteY110" fmla="*/ 569749 h 6858000"/>
              <a:gd name="connsiteX111" fmla="*/ 873236 w 12192000"/>
              <a:gd name="connsiteY111" fmla="*/ 586447 h 6858000"/>
              <a:gd name="connsiteX112" fmla="*/ 888328 w 12192000"/>
              <a:gd name="connsiteY112" fmla="*/ 584520 h 6858000"/>
              <a:gd name="connsiteX113" fmla="*/ 888328 w 12192000"/>
              <a:gd name="connsiteY113" fmla="*/ 552730 h 6858000"/>
              <a:gd name="connsiteX114" fmla="*/ 874199 w 12192000"/>
              <a:gd name="connsiteY114" fmla="*/ 536674 h 6858000"/>
              <a:gd name="connsiteX115" fmla="*/ 874199 w 12192000"/>
              <a:gd name="connsiteY115" fmla="*/ 488506 h 6858000"/>
              <a:gd name="connsiteX116" fmla="*/ 800985 w 12192000"/>
              <a:gd name="connsiteY116" fmla="*/ 417861 h 6858000"/>
              <a:gd name="connsiteX117" fmla="*/ 644922 w 12192000"/>
              <a:gd name="connsiteY117" fmla="*/ 417861 h 6858000"/>
              <a:gd name="connsiteX118" fmla="*/ 564964 w 12192000"/>
              <a:gd name="connsiteY118" fmla="*/ 504241 h 6858000"/>
              <a:gd name="connsiteX119" fmla="*/ 648775 w 12192000"/>
              <a:gd name="connsiteY119" fmla="*/ 589337 h 6858000"/>
              <a:gd name="connsiteX120" fmla="*/ 720706 w 12192000"/>
              <a:gd name="connsiteY120" fmla="*/ 555299 h 6858000"/>
              <a:gd name="connsiteX121" fmla="*/ 692447 w 12192000"/>
              <a:gd name="connsiteY121" fmla="*/ 530573 h 6858000"/>
              <a:gd name="connsiteX122" fmla="*/ 648775 w 12192000"/>
              <a:gd name="connsiteY122" fmla="*/ 553372 h 6858000"/>
              <a:gd name="connsiteX123" fmla="*/ 605104 w 12192000"/>
              <a:gd name="connsiteY123" fmla="*/ 513875 h 6858000"/>
              <a:gd name="connsiteX124" fmla="*/ 717494 w 12192000"/>
              <a:gd name="connsiteY124" fmla="*/ 513875 h 6858000"/>
              <a:gd name="connsiteX125" fmla="*/ 718779 w 12192000"/>
              <a:gd name="connsiteY125" fmla="*/ 493002 h 6858000"/>
              <a:gd name="connsiteX126" fmla="*/ 644922 w 12192000"/>
              <a:gd name="connsiteY126" fmla="*/ 417861 h 6858000"/>
              <a:gd name="connsiteX127" fmla="*/ 1489138 w 12192000"/>
              <a:gd name="connsiteY127" fmla="*/ 396667 h 6858000"/>
              <a:gd name="connsiteX128" fmla="*/ 1523497 w 12192000"/>
              <a:gd name="connsiteY128" fmla="*/ 396667 h 6858000"/>
              <a:gd name="connsiteX129" fmla="*/ 1562674 w 12192000"/>
              <a:gd name="connsiteY129" fmla="*/ 431348 h 6858000"/>
              <a:gd name="connsiteX130" fmla="*/ 1523497 w 12192000"/>
              <a:gd name="connsiteY130" fmla="*/ 466028 h 6858000"/>
              <a:gd name="connsiteX131" fmla="*/ 1489138 w 12192000"/>
              <a:gd name="connsiteY131" fmla="*/ 466028 h 6858000"/>
              <a:gd name="connsiteX132" fmla="*/ 424636 w 12192000"/>
              <a:gd name="connsiteY132" fmla="*/ 396667 h 6858000"/>
              <a:gd name="connsiteX133" fmla="*/ 472803 w 12192000"/>
              <a:gd name="connsiteY133" fmla="*/ 396667 h 6858000"/>
              <a:gd name="connsiteX134" fmla="*/ 502988 w 12192000"/>
              <a:gd name="connsiteY134" fmla="*/ 423962 h 6858000"/>
              <a:gd name="connsiteX135" fmla="*/ 473124 w 12192000"/>
              <a:gd name="connsiteY135" fmla="*/ 451257 h 6858000"/>
              <a:gd name="connsiteX136" fmla="*/ 424636 w 12192000"/>
              <a:gd name="connsiteY136" fmla="*/ 451257 h 6858000"/>
              <a:gd name="connsiteX137" fmla="*/ 2052055 w 12192000"/>
              <a:gd name="connsiteY137" fmla="*/ 376758 h 6858000"/>
              <a:gd name="connsiteX138" fmla="*/ 2052055 w 12192000"/>
              <a:gd name="connsiteY138" fmla="*/ 421714 h 6858000"/>
              <a:gd name="connsiteX139" fmla="*/ 2029577 w 12192000"/>
              <a:gd name="connsiteY139" fmla="*/ 421714 h 6858000"/>
              <a:gd name="connsiteX140" fmla="*/ 2029577 w 12192000"/>
              <a:gd name="connsiteY140" fmla="*/ 454468 h 6858000"/>
              <a:gd name="connsiteX141" fmla="*/ 2052055 w 12192000"/>
              <a:gd name="connsiteY141" fmla="*/ 454468 h 6858000"/>
              <a:gd name="connsiteX142" fmla="*/ 2052055 w 12192000"/>
              <a:gd name="connsiteY142" fmla="*/ 531857 h 6858000"/>
              <a:gd name="connsiteX143" fmla="*/ 2106966 w 12192000"/>
              <a:gd name="connsiteY143" fmla="*/ 586447 h 6858000"/>
              <a:gd name="connsiteX144" fmla="*/ 2132013 w 12192000"/>
              <a:gd name="connsiteY144" fmla="*/ 584199 h 6858000"/>
              <a:gd name="connsiteX145" fmla="*/ 2132013 w 12192000"/>
              <a:gd name="connsiteY145" fmla="*/ 549519 h 6858000"/>
              <a:gd name="connsiteX146" fmla="*/ 2114994 w 12192000"/>
              <a:gd name="connsiteY146" fmla="*/ 551124 h 6858000"/>
              <a:gd name="connsiteX147" fmla="*/ 2091874 w 12192000"/>
              <a:gd name="connsiteY147" fmla="*/ 527683 h 6858000"/>
              <a:gd name="connsiteX148" fmla="*/ 2091874 w 12192000"/>
              <a:gd name="connsiteY148" fmla="*/ 454468 h 6858000"/>
              <a:gd name="connsiteX149" fmla="*/ 2129444 w 12192000"/>
              <a:gd name="connsiteY149" fmla="*/ 454468 h 6858000"/>
              <a:gd name="connsiteX150" fmla="*/ 2129444 w 12192000"/>
              <a:gd name="connsiteY150" fmla="*/ 421714 h 6858000"/>
              <a:gd name="connsiteX151" fmla="*/ 2091874 w 12192000"/>
              <a:gd name="connsiteY151" fmla="*/ 421714 h 6858000"/>
              <a:gd name="connsiteX152" fmla="*/ 2091874 w 12192000"/>
              <a:gd name="connsiteY152" fmla="*/ 376758 h 6858000"/>
              <a:gd name="connsiteX153" fmla="*/ 1448677 w 12192000"/>
              <a:gd name="connsiteY153" fmla="*/ 360702 h 6858000"/>
              <a:gd name="connsiteX154" fmla="*/ 1448677 w 12192000"/>
              <a:gd name="connsiteY154" fmla="*/ 585484 h 6858000"/>
              <a:gd name="connsiteX155" fmla="*/ 1489138 w 12192000"/>
              <a:gd name="connsiteY155" fmla="*/ 585484 h 6858000"/>
              <a:gd name="connsiteX156" fmla="*/ 1489138 w 12192000"/>
              <a:gd name="connsiteY156" fmla="*/ 501993 h 6858000"/>
              <a:gd name="connsiteX157" fmla="*/ 1525424 w 12192000"/>
              <a:gd name="connsiteY157" fmla="*/ 501993 h 6858000"/>
              <a:gd name="connsiteX158" fmla="*/ 1603776 w 12192000"/>
              <a:gd name="connsiteY158" fmla="*/ 431348 h 6858000"/>
              <a:gd name="connsiteX159" fmla="*/ 1525424 w 12192000"/>
              <a:gd name="connsiteY159" fmla="*/ 360702 h 6858000"/>
              <a:gd name="connsiteX160" fmla="*/ 384175 w 12192000"/>
              <a:gd name="connsiteY160" fmla="*/ 360702 h 6858000"/>
              <a:gd name="connsiteX161" fmla="*/ 384175 w 12192000"/>
              <a:gd name="connsiteY161" fmla="*/ 585484 h 6858000"/>
              <a:gd name="connsiteX162" fmla="*/ 474088 w 12192000"/>
              <a:gd name="connsiteY162" fmla="*/ 585484 h 6858000"/>
              <a:gd name="connsiteX163" fmla="*/ 551477 w 12192000"/>
              <a:gd name="connsiteY163" fmla="*/ 519334 h 6858000"/>
              <a:gd name="connsiteX164" fmla="*/ 522898 w 12192000"/>
              <a:gd name="connsiteY164" fmla="*/ 466028 h 6858000"/>
              <a:gd name="connsiteX165" fmla="*/ 543449 w 12192000"/>
              <a:gd name="connsiteY165" fmla="*/ 421714 h 6858000"/>
              <a:gd name="connsiteX166" fmla="*/ 471840 w 12192000"/>
              <a:gd name="connsiteY166" fmla="*/ 360702 h 6858000"/>
              <a:gd name="connsiteX167" fmla="*/ 1812823 w 12192000"/>
              <a:gd name="connsiteY167" fmla="*/ 358775 h 6858000"/>
              <a:gd name="connsiteX168" fmla="*/ 1787776 w 12192000"/>
              <a:gd name="connsiteY168" fmla="*/ 383501 h 6858000"/>
              <a:gd name="connsiteX169" fmla="*/ 1812823 w 12192000"/>
              <a:gd name="connsiteY169" fmla="*/ 408227 h 6858000"/>
              <a:gd name="connsiteX170" fmla="*/ 1837870 w 12192000"/>
              <a:gd name="connsiteY170" fmla="*/ 383501 h 6858000"/>
              <a:gd name="connsiteX171" fmla="*/ 1812823 w 12192000"/>
              <a:gd name="connsiteY171" fmla="*/ 358775 h 6858000"/>
              <a:gd name="connsiteX172" fmla="*/ 1037327 w 12192000"/>
              <a:gd name="connsiteY172" fmla="*/ 358775 h 6858000"/>
              <a:gd name="connsiteX173" fmla="*/ 1012279 w 12192000"/>
              <a:gd name="connsiteY173" fmla="*/ 383501 h 6858000"/>
              <a:gd name="connsiteX174" fmla="*/ 1037327 w 12192000"/>
              <a:gd name="connsiteY174" fmla="*/ 408227 h 6858000"/>
              <a:gd name="connsiteX175" fmla="*/ 1062374 w 12192000"/>
              <a:gd name="connsiteY175" fmla="*/ 383501 h 6858000"/>
              <a:gd name="connsiteX176" fmla="*/ 1037327 w 12192000"/>
              <a:gd name="connsiteY176" fmla="*/ 358775 h 6858000"/>
              <a:gd name="connsiteX177" fmla="*/ 0 w 12192000"/>
              <a:gd name="connsiteY177" fmla="*/ 0 h 6858000"/>
              <a:gd name="connsiteX178" fmla="*/ 12192000 w 12192000"/>
              <a:gd name="connsiteY178" fmla="*/ 0 h 6858000"/>
              <a:gd name="connsiteX179" fmla="*/ 12192000 w 12192000"/>
              <a:gd name="connsiteY179" fmla="*/ 6858000 h 6858000"/>
              <a:gd name="connsiteX180" fmla="*/ 0 w 12192000"/>
              <a:gd name="connsiteY180" fmla="*/ 6858000 h 6858000"/>
            </a:gdLst>
            <a:ahLst/>
            <a:cxnLst/>
            <a:rect l="l" t="t" r="r" b="b"/>
            <a:pathLst>
              <a:path w="12192000" h="6858000">
                <a:moveTo>
                  <a:pt x="836307" y="510663"/>
                </a:moveTo>
                <a:cubicBezTo>
                  <a:pt x="836307" y="540848"/>
                  <a:pt x="822821" y="555941"/>
                  <a:pt x="798737" y="555941"/>
                </a:cubicBezTo>
                <a:cubicBezTo>
                  <a:pt x="787177" y="555941"/>
                  <a:pt x="775295" y="550161"/>
                  <a:pt x="775295" y="536674"/>
                </a:cubicBezTo>
                <a:cubicBezTo>
                  <a:pt x="775295" y="518049"/>
                  <a:pt x="793278" y="510663"/>
                  <a:pt x="836307" y="510663"/>
                </a:cubicBezTo>
                <a:close/>
                <a:moveTo>
                  <a:pt x="424636" y="487222"/>
                </a:moveTo>
                <a:lnTo>
                  <a:pt x="475051" y="487222"/>
                </a:lnTo>
                <a:cubicBezTo>
                  <a:pt x="497850" y="487222"/>
                  <a:pt x="510374" y="498782"/>
                  <a:pt x="510374" y="518370"/>
                </a:cubicBezTo>
                <a:cubicBezTo>
                  <a:pt x="510374" y="537958"/>
                  <a:pt x="498493" y="549519"/>
                  <a:pt x="475051" y="549519"/>
                </a:cubicBezTo>
                <a:lnTo>
                  <a:pt x="424636" y="549519"/>
                </a:lnTo>
                <a:close/>
                <a:moveTo>
                  <a:pt x="1689514" y="453826"/>
                </a:moveTo>
                <a:cubicBezTo>
                  <a:pt x="1713919" y="453826"/>
                  <a:pt x="1731581" y="473093"/>
                  <a:pt x="1731581" y="503599"/>
                </a:cubicBezTo>
                <a:cubicBezTo>
                  <a:pt x="1731581" y="534105"/>
                  <a:pt x="1713919" y="553372"/>
                  <a:pt x="1689514" y="553372"/>
                </a:cubicBezTo>
                <a:cubicBezTo>
                  <a:pt x="1665110" y="553372"/>
                  <a:pt x="1647448" y="534105"/>
                  <a:pt x="1647448" y="503599"/>
                </a:cubicBezTo>
                <a:cubicBezTo>
                  <a:pt x="1647448" y="473093"/>
                  <a:pt x="1665110" y="453826"/>
                  <a:pt x="1689514" y="453826"/>
                </a:cubicBezTo>
                <a:close/>
                <a:moveTo>
                  <a:pt x="1340782" y="453826"/>
                </a:moveTo>
                <a:cubicBezTo>
                  <a:pt x="1362618" y="453826"/>
                  <a:pt x="1381242" y="470845"/>
                  <a:pt x="1381242" y="501993"/>
                </a:cubicBezTo>
                <a:cubicBezTo>
                  <a:pt x="1381242" y="533142"/>
                  <a:pt x="1362618" y="550161"/>
                  <a:pt x="1340782" y="550161"/>
                </a:cubicBezTo>
                <a:cubicBezTo>
                  <a:pt x="1318946" y="550161"/>
                  <a:pt x="1300321" y="533142"/>
                  <a:pt x="1300321" y="501993"/>
                </a:cubicBezTo>
                <a:cubicBezTo>
                  <a:pt x="1300321" y="470845"/>
                  <a:pt x="1318946" y="453826"/>
                  <a:pt x="1340782" y="453826"/>
                </a:cubicBezTo>
                <a:close/>
                <a:moveTo>
                  <a:pt x="644922" y="452541"/>
                </a:moveTo>
                <a:cubicBezTo>
                  <a:pt x="660335" y="452541"/>
                  <a:pt x="676713" y="459927"/>
                  <a:pt x="678318" y="481763"/>
                </a:cubicBezTo>
                <a:lnTo>
                  <a:pt x="606388" y="481763"/>
                </a:lnTo>
                <a:cubicBezTo>
                  <a:pt x="611526" y="462175"/>
                  <a:pt x="626939" y="452541"/>
                  <a:pt x="644922" y="452541"/>
                </a:cubicBezTo>
                <a:close/>
                <a:moveTo>
                  <a:pt x="1792914" y="421714"/>
                </a:moveTo>
                <a:lnTo>
                  <a:pt x="1792914" y="544381"/>
                </a:lnTo>
                <a:cubicBezTo>
                  <a:pt x="1792914" y="571355"/>
                  <a:pt x="1806401" y="586447"/>
                  <a:pt x="1833054" y="586447"/>
                </a:cubicBezTo>
                <a:cubicBezTo>
                  <a:pt x="1838513" y="586447"/>
                  <a:pt x="1844614" y="586447"/>
                  <a:pt x="1850073" y="585162"/>
                </a:cubicBezTo>
                <a:lnTo>
                  <a:pt x="1850073" y="553693"/>
                </a:lnTo>
                <a:lnTo>
                  <a:pt x="1848467" y="553693"/>
                </a:lnTo>
                <a:cubicBezTo>
                  <a:pt x="1840439" y="553693"/>
                  <a:pt x="1832733" y="552087"/>
                  <a:pt x="1832733" y="538922"/>
                </a:cubicBezTo>
                <a:lnTo>
                  <a:pt x="1832733" y="421714"/>
                </a:lnTo>
                <a:close/>
                <a:moveTo>
                  <a:pt x="1017417" y="421714"/>
                </a:moveTo>
                <a:lnTo>
                  <a:pt x="1017417" y="544381"/>
                </a:lnTo>
                <a:cubicBezTo>
                  <a:pt x="1017417" y="571355"/>
                  <a:pt x="1030904" y="586447"/>
                  <a:pt x="1057557" y="586447"/>
                </a:cubicBezTo>
                <a:cubicBezTo>
                  <a:pt x="1063016" y="586447"/>
                  <a:pt x="1069117" y="586447"/>
                  <a:pt x="1074576" y="585162"/>
                </a:cubicBezTo>
                <a:lnTo>
                  <a:pt x="1074576" y="553693"/>
                </a:lnTo>
                <a:lnTo>
                  <a:pt x="1072971" y="553693"/>
                </a:lnTo>
                <a:cubicBezTo>
                  <a:pt x="1064943" y="553693"/>
                  <a:pt x="1057236" y="552087"/>
                  <a:pt x="1057236" y="538922"/>
                </a:cubicBezTo>
                <a:lnTo>
                  <a:pt x="1057236" y="421714"/>
                </a:lnTo>
                <a:close/>
                <a:moveTo>
                  <a:pt x="990444" y="419787"/>
                </a:moveTo>
                <a:cubicBezTo>
                  <a:pt x="966039" y="419787"/>
                  <a:pt x="953194" y="429421"/>
                  <a:pt x="945487" y="440018"/>
                </a:cubicBezTo>
                <a:lnTo>
                  <a:pt x="945487" y="421714"/>
                </a:lnTo>
                <a:lnTo>
                  <a:pt x="905990" y="421714"/>
                </a:lnTo>
                <a:lnTo>
                  <a:pt x="905990" y="585484"/>
                </a:lnTo>
                <a:lnTo>
                  <a:pt x="945808" y="585484"/>
                </a:lnTo>
                <a:lnTo>
                  <a:pt x="945808" y="502314"/>
                </a:lnTo>
                <a:cubicBezTo>
                  <a:pt x="945808" y="467955"/>
                  <a:pt x="961543" y="457358"/>
                  <a:pt x="988196" y="457358"/>
                </a:cubicBezTo>
                <a:cubicBezTo>
                  <a:pt x="991407" y="457358"/>
                  <a:pt x="994939" y="457679"/>
                  <a:pt x="996545" y="458000"/>
                </a:cubicBezTo>
                <a:lnTo>
                  <a:pt x="996545" y="420108"/>
                </a:lnTo>
                <a:cubicBezTo>
                  <a:pt x="994297" y="419787"/>
                  <a:pt x="992370" y="419787"/>
                  <a:pt x="990444" y="419787"/>
                </a:cubicBezTo>
                <a:close/>
                <a:moveTo>
                  <a:pt x="1957647" y="417861"/>
                </a:moveTo>
                <a:cubicBezTo>
                  <a:pt x="1933884" y="417861"/>
                  <a:pt x="1915260" y="429100"/>
                  <a:pt x="1907874" y="440018"/>
                </a:cubicBezTo>
                <a:lnTo>
                  <a:pt x="1907874" y="421714"/>
                </a:lnTo>
                <a:lnTo>
                  <a:pt x="1868055" y="421714"/>
                </a:lnTo>
                <a:lnTo>
                  <a:pt x="1868055" y="585484"/>
                </a:lnTo>
                <a:lnTo>
                  <a:pt x="1907874" y="585484"/>
                </a:lnTo>
                <a:lnTo>
                  <a:pt x="1907874" y="496213"/>
                </a:lnTo>
                <a:cubicBezTo>
                  <a:pt x="1907874" y="469239"/>
                  <a:pt x="1923930" y="453826"/>
                  <a:pt x="1946087" y="453826"/>
                </a:cubicBezTo>
                <a:cubicBezTo>
                  <a:pt x="1964390" y="453826"/>
                  <a:pt x="1971455" y="466349"/>
                  <a:pt x="1971455" y="488185"/>
                </a:cubicBezTo>
                <a:lnTo>
                  <a:pt x="1971455" y="544381"/>
                </a:lnTo>
                <a:cubicBezTo>
                  <a:pt x="1971455" y="571355"/>
                  <a:pt x="1984942" y="586447"/>
                  <a:pt x="2011595" y="586447"/>
                </a:cubicBezTo>
                <a:cubicBezTo>
                  <a:pt x="2017054" y="586447"/>
                  <a:pt x="2023155" y="586447"/>
                  <a:pt x="2028614" y="585162"/>
                </a:cubicBezTo>
                <a:lnTo>
                  <a:pt x="2028614" y="553693"/>
                </a:lnTo>
                <a:lnTo>
                  <a:pt x="2027008" y="553693"/>
                </a:lnTo>
                <a:cubicBezTo>
                  <a:pt x="2018980" y="553693"/>
                  <a:pt x="2011273" y="552087"/>
                  <a:pt x="2011273" y="538922"/>
                </a:cubicBezTo>
                <a:lnTo>
                  <a:pt x="2011273" y="477910"/>
                </a:lnTo>
                <a:cubicBezTo>
                  <a:pt x="2011273" y="437128"/>
                  <a:pt x="1990401" y="417861"/>
                  <a:pt x="1957647" y="417861"/>
                </a:cubicBezTo>
                <a:close/>
                <a:moveTo>
                  <a:pt x="1689514" y="417861"/>
                </a:moveTo>
                <a:cubicBezTo>
                  <a:pt x="1641347" y="417861"/>
                  <a:pt x="1606988" y="452862"/>
                  <a:pt x="1606988" y="503599"/>
                </a:cubicBezTo>
                <a:cubicBezTo>
                  <a:pt x="1606988" y="554335"/>
                  <a:pt x="1641347" y="589337"/>
                  <a:pt x="1689514" y="589337"/>
                </a:cubicBezTo>
                <a:cubicBezTo>
                  <a:pt x="1737682" y="589337"/>
                  <a:pt x="1772042" y="554335"/>
                  <a:pt x="1772042" y="503599"/>
                </a:cubicBezTo>
                <a:cubicBezTo>
                  <a:pt x="1772042" y="452862"/>
                  <a:pt x="1737682" y="417861"/>
                  <a:pt x="1689514" y="417861"/>
                </a:cubicBezTo>
                <a:close/>
                <a:moveTo>
                  <a:pt x="1335644" y="417861"/>
                </a:moveTo>
                <a:cubicBezTo>
                  <a:pt x="1294862" y="417861"/>
                  <a:pt x="1259860" y="450615"/>
                  <a:pt x="1259860" y="501993"/>
                </a:cubicBezTo>
                <a:cubicBezTo>
                  <a:pt x="1259860" y="553372"/>
                  <a:pt x="1294862" y="586126"/>
                  <a:pt x="1335644" y="586126"/>
                </a:cubicBezTo>
                <a:cubicBezTo>
                  <a:pt x="1359086" y="586126"/>
                  <a:pt x="1371609" y="577777"/>
                  <a:pt x="1379958" y="566859"/>
                </a:cubicBezTo>
                <a:lnTo>
                  <a:pt x="1379958" y="577456"/>
                </a:lnTo>
                <a:cubicBezTo>
                  <a:pt x="1379958" y="601539"/>
                  <a:pt x="1362618" y="614384"/>
                  <a:pt x="1339819" y="614384"/>
                </a:cubicBezTo>
                <a:cubicBezTo>
                  <a:pt x="1314772" y="614384"/>
                  <a:pt x="1298716" y="600255"/>
                  <a:pt x="1291972" y="592548"/>
                </a:cubicBezTo>
                <a:lnTo>
                  <a:pt x="1262429" y="617274"/>
                </a:lnTo>
                <a:cubicBezTo>
                  <a:pt x="1269173" y="624981"/>
                  <a:pt x="1291972" y="650349"/>
                  <a:pt x="1339819" y="650349"/>
                </a:cubicBezTo>
                <a:cubicBezTo>
                  <a:pt x="1370646" y="650349"/>
                  <a:pt x="1419777" y="633972"/>
                  <a:pt x="1419777" y="576813"/>
                </a:cubicBezTo>
                <a:lnTo>
                  <a:pt x="1419777" y="421714"/>
                </a:lnTo>
                <a:lnTo>
                  <a:pt x="1379958" y="421714"/>
                </a:lnTo>
                <a:lnTo>
                  <a:pt x="1379958" y="437128"/>
                </a:lnTo>
                <a:cubicBezTo>
                  <a:pt x="1371609" y="426531"/>
                  <a:pt x="1359086" y="417861"/>
                  <a:pt x="1335644" y="417861"/>
                </a:cubicBezTo>
                <a:close/>
                <a:moveTo>
                  <a:pt x="1182150" y="417861"/>
                </a:moveTo>
                <a:cubicBezTo>
                  <a:pt x="1158388" y="417861"/>
                  <a:pt x="1139763" y="429100"/>
                  <a:pt x="1132377" y="440018"/>
                </a:cubicBezTo>
                <a:lnTo>
                  <a:pt x="1132377" y="421714"/>
                </a:lnTo>
                <a:lnTo>
                  <a:pt x="1092559" y="421714"/>
                </a:lnTo>
                <a:lnTo>
                  <a:pt x="1092559" y="585484"/>
                </a:lnTo>
                <a:lnTo>
                  <a:pt x="1132377" y="585484"/>
                </a:lnTo>
                <a:lnTo>
                  <a:pt x="1132377" y="496213"/>
                </a:lnTo>
                <a:cubicBezTo>
                  <a:pt x="1132377" y="469239"/>
                  <a:pt x="1148433" y="453826"/>
                  <a:pt x="1170590" y="453826"/>
                </a:cubicBezTo>
                <a:cubicBezTo>
                  <a:pt x="1188894" y="453826"/>
                  <a:pt x="1195958" y="466349"/>
                  <a:pt x="1195958" y="488185"/>
                </a:cubicBezTo>
                <a:lnTo>
                  <a:pt x="1195958" y="544381"/>
                </a:lnTo>
                <a:cubicBezTo>
                  <a:pt x="1195958" y="571355"/>
                  <a:pt x="1209445" y="586447"/>
                  <a:pt x="1236098" y="586447"/>
                </a:cubicBezTo>
                <a:cubicBezTo>
                  <a:pt x="1241557" y="586447"/>
                  <a:pt x="1247658" y="586447"/>
                  <a:pt x="1253117" y="585162"/>
                </a:cubicBezTo>
                <a:lnTo>
                  <a:pt x="1253117" y="553693"/>
                </a:lnTo>
                <a:lnTo>
                  <a:pt x="1251511" y="553693"/>
                </a:lnTo>
                <a:cubicBezTo>
                  <a:pt x="1243484" y="553693"/>
                  <a:pt x="1235777" y="552087"/>
                  <a:pt x="1235777" y="538922"/>
                </a:cubicBezTo>
                <a:lnTo>
                  <a:pt x="1235777" y="477910"/>
                </a:lnTo>
                <a:cubicBezTo>
                  <a:pt x="1235777" y="437128"/>
                  <a:pt x="1214904" y="417861"/>
                  <a:pt x="1182150" y="417861"/>
                </a:cubicBezTo>
                <a:close/>
                <a:moveTo>
                  <a:pt x="800985" y="417861"/>
                </a:moveTo>
                <a:cubicBezTo>
                  <a:pt x="766946" y="417861"/>
                  <a:pt x="744147" y="434559"/>
                  <a:pt x="736440" y="440660"/>
                </a:cubicBezTo>
                <a:lnTo>
                  <a:pt x="755386" y="471487"/>
                </a:lnTo>
                <a:cubicBezTo>
                  <a:pt x="763093" y="465386"/>
                  <a:pt x="779470" y="453826"/>
                  <a:pt x="800985" y="453826"/>
                </a:cubicBezTo>
                <a:cubicBezTo>
                  <a:pt x="821857" y="453826"/>
                  <a:pt x="834060" y="461854"/>
                  <a:pt x="835665" y="479194"/>
                </a:cubicBezTo>
                <a:cubicBezTo>
                  <a:pt x="810939" y="479194"/>
                  <a:pt x="734835" y="478231"/>
                  <a:pt x="734835" y="536995"/>
                </a:cubicBezTo>
                <a:cubicBezTo>
                  <a:pt x="734835" y="571033"/>
                  <a:pt x="762451" y="589337"/>
                  <a:pt x="794883" y="589337"/>
                </a:cubicBezTo>
                <a:cubicBezTo>
                  <a:pt x="820573" y="589337"/>
                  <a:pt x="835344" y="579382"/>
                  <a:pt x="843372" y="569749"/>
                </a:cubicBezTo>
                <a:cubicBezTo>
                  <a:pt x="846262" y="577456"/>
                  <a:pt x="854932" y="586447"/>
                  <a:pt x="873236" y="586447"/>
                </a:cubicBezTo>
                <a:cubicBezTo>
                  <a:pt x="877089" y="586447"/>
                  <a:pt x="882869" y="586126"/>
                  <a:pt x="888328" y="584520"/>
                </a:cubicBezTo>
                <a:lnTo>
                  <a:pt x="888328" y="552730"/>
                </a:lnTo>
                <a:cubicBezTo>
                  <a:pt x="883512" y="552730"/>
                  <a:pt x="874199" y="553693"/>
                  <a:pt x="874199" y="536674"/>
                </a:cubicBezTo>
                <a:lnTo>
                  <a:pt x="874199" y="488506"/>
                </a:lnTo>
                <a:cubicBezTo>
                  <a:pt x="874199" y="435522"/>
                  <a:pt x="843693" y="417861"/>
                  <a:pt x="800985" y="417861"/>
                </a:cubicBezTo>
                <a:close/>
                <a:moveTo>
                  <a:pt x="644922" y="417861"/>
                </a:moveTo>
                <a:cubicBezTo>
                  <a:pt x="598360" y="417861"/>
                  <a:pt x="564964" y="454147"/>
                  <a:pt x="564964" y="504241"/>
                </a:cubicBezTo>
                <a:cubicBezTo>
                  <a:pt x="564964" y="553372"/>
                  <a:pt x="599324" y="589337"/>
                  <a:pt x="648775" y="589337"/>
                </a:cubicBezTo>
                <a:cubicBezTo>
                  <a:pt x="683456" y="589337"/>
                  <a:pt x="709145" y="570712"/>
                  <a:pt x="720706" y="555299"/>
                </a:cubicBezTo>
                <a:lnTo>
                  <a:pt x="692447" y="530573"/>
                </a:lnTo>
                <a:cubicBezTo>
                  <a:pt x="685062" y="539885"/>
                  <a:pt x="671575" y="553372"/>
                  <a:pt x="648775" y="553372"/>
                </a:cubicBezTo>
                <a:cubicBezTo>
                  <a:pt x="623728" y="553372"/>
                  <a:pt x="606388" y="536032"/>
                  <a:pt x="605104" y="513875"/>
                </a:cubicBezTo>
                <a:lnTo>
                  <a:pt x="717494" y="513875"/>
                </a:lnTo>
                <a:cubicBezTo>
                  <a:pt x="718458" y="507131"/>
                  <a:pt x="718779" y="502314"/>
                  <a:pt x="718779" y="493002"/>
                </a:cubicBezTo>
                <a:cubicBezTo>
                  <a:pt x="718779" y="453505"/>
                  <a:pt x="695980" y="417861"/>
                  <a:pt x="644922" y="417861"/>
                </a:cubicBezTo>
                <a:close/>
                <a:moveTo>
                  <a:pt x="1489138" y="396667"/>
                </a:moveTo>
                <a:lnTo>
                  <a:pt x="1523497" y="396667"/>
                </a:lnTo>
                <a:cubicBezTo>
                  <a:pt x="1550150" y="396667"/>
                  <a:pt x="1562674" y="409833"/>
                  <a:pt x="1562674" y="431348"/>
                </a:cubicBezTo>
                <a:cubicBezTo>
                  <a:pt x="1562674" y="450615"/>
                  <a:pt x="1552077" y="466028"/>
                  <a:pt x="1523497" y="466028"/>
                </a:cubicBezTo>
                <a:lnTo>
                  <a:pt x="1489138" y="466028"/>
                </a:lnTo>
                <a:close/>
                <a:moveTo>
                  <a:pt x="424636" y="396667"/>
                </a:moveTo>
                <a:lnTo>
                  <a:pt x="472803" y="396667"/>
                </a:lnTo>
                <a:cubicBezTo>
                  <a:pt x="493034" y="396667"/>
                  <a:pt x="502988" y="407264"/>
                  <a:pt x="502988" y="423962"/>
                </a:cubicBezTo>
                <a:cubicBezTo>
                  <a:pt x="502988" y="440660"/>
                  <a:pt x="492713" y="451257"/>
                  <a:pt x="473124" y="451257"/>
                </a:cubicBezTo>
                <a:lnTo>
                  <a:pt x="424636" y="451257"/>
                </a:lnTo>
                <a:close/>
                <a:moveTo>
                  <a:pt x="2052055" y="376758"/>
                </a:moveTo>
                <a:lnTo>
                  <a:pt x="2052055" y="421714"/>
                </a:lnTo>
                <a:lnTo>
                  <a:pt x="2029577" y="421714"/>
                </a:lnTo>
                <a:lnTo>
                  <a:pt x="2029577" y="454468"/>
                </a:lnTo>
                <a:lnTo>
                  <a:pt x="2052055" y="454468"/>
                </a:lnTo>
                <a:lnTo>
                  <a:pt x="2052055" y="531857"/>
                </a:lnTo>
                <a:cubicBezTo>
                  <a:pt x="2052055" y="568786"/>
                  <a:pt x="2072928" y="586447"/>
                  <a:pt x="2106966" y="586447"/>
                </a:cubicBezTo>
                <a:cubicBezTo>
                  <a:pt x="2113710" y="586447"/>
                  <a:pt x="2124949" y="585484"/>
                  <a:pt x="2132013" y="584199"/>
                </a:cubicBezTo>
                <a:lnTo>
                  <a:pt x="2132013" y="549519"/>
                </a:lnTo>
                <a:cubicBezTo>
                  <a:pt x="2126554" y="550161"/>
                  <a:pt x="2120774" y="551124"/>
                  <a:pt x="2114994" y="551124"/>
                </a:cubicBezTo>
                <a:cubicBezTo>
                  <a:pt x="2100544" y="551124"/>
                  <a:pt x="2091874" y="544381"/>
                  <a:pt x="2091874" y="527683"/>
                </a:cubicBezTo>
                <a:lnTo>
                  <a:pt x="2091874" y="454468"/>
                </a:lnTo>
                <a:lnTo>
                  <a:pt x="2129444" y="454468"/>
                </a:lnTo>
                <a:lnTo>
                  <a:pt x="2129444" y="421714"/>
                </a:lnTo>
                <a:lnTo>
                  <a:pt x="2091874" y="421714"/>
                </a:lnTo>
                <a:lnTo>
                  <a:pt x="2091874" y="376758"/>
                </a:lnTo>
                <a:close/>
                <a:moveTo>
                  <a:pt x="1448677" y="360702"/>
                </a:moveTo>
                <a:lnTo>
                  <a:pt x="1448677" y="585484"/>
                </a:lnTo>
                <a:lnTo>
                  <a:pt x="1489138" y="585484"/>
                </a:lnTo>
                <a:lnTo>
                  <a:pt x="1489138" y="501993"/>
                </a:lnTo>
                <a:lnTo>
                  <a:pt x="1525424" y="501993"/>
                </a:lnTo>
                <a:cubicBezTo>
                  <a:pt x="1575518" y="501993"/>
                  <a:pt x="1603776" y="473093"/>
                  <a:pt x="1603776" y="431348"/>
                </a:cubicBezTo>
                <a:cubicBezTo>
                  <a:pt x="1603776" y="389602"/>
                  <a:pt x="1575518" y="360702"/>
                  <a:pt x="1525424" y="360702"/>
                </a:cubicBezTo>
                <a:close/>
                <a:moveTo>
                  <a:pt x="384175" y="360702"/>
                </a:moveTo>
                <a:lnTo>
                  <a:pt x="384175" y="585484"/>
                </a:lnTo>
                <a:lnTo>
                  <a:pt x="474088" y="585484"/>
                </a:lnTo>
                <a:cubicBezTo>
                  <a:pt x="525467" y="585484"/>
                  <a:pt x="551477" y="558831"/>
                  <a:pt x="551477" y="519334"/>
                </a:cubicBezTo>
                <a:cubicBezTo>
                  <a:pt x="551477" y="496855"/>
                  <a:pt x="541844" y="476625"/>
                  <a:pt x="522898" y="466028"/>
                </a:cubicBezTo>
                <a:cubicBezTo>
                  <a:pt x="537027" y="455431"/>
                  <a:pt x="543449" y="439375"/>
                  <a:pt x="543449" y="421714"/>
                </a:cubicBezTo>
                <a:cubicBezTo>
                  <a:pt x="543449" y="386391"/>
                  <a:pt x="519686" y="360702"/>
                  <a:pt x="471840" y="360702"/>
                </a:cubicBezTo>
                <a:close/>
                <a:moveTo>
                  <a:pt x="1812823" y="358775"/>
                </a:moveTo>
                <a:cubicBezTo>
                  <a:pt x="1799015" y="358775"/>
                  <a:pt x="1787776" y="368730"/>
                  <a:pt x="1787776" y="383501"/>
                </a:cubicBezTo>
                <a:cubicBezTo>
                  <a:pt x="1787776" y="398273"/>
                  <a:pt x="1799015" y="408227"/>
                  <a:pt x="1812823" y="408227"/>
                </a:cubicBezTo>
                <a:cubicBezTo>
                  <a:pt x="1826631" y="408227"/>
                  <a:pt x="1837870" y="398273"/>
                  <a:pt x="1837870" y="383501"/>
                </a:cubicBezTo>
                <a:cubicBezTo>
                  <a:pt x="1837870" y="368730"/>
                  <a:pt x="1826631" y="358775"/>
                  <a:pt x="1812823" y="358775"/>
                </a:cubicBezTo>
                <a:close/>
                <a:moveTo>
                  <a:pt x="1037327" y="358775"/>
                </a:moveTo>
                <a:cubicBezTo>
                  <a:pt x="1023840" y="358775"/>
                  <a:pt x="1012279" y="369372"/>
                  <a:pt x="1012279" y="383501"/>
                </a:cubicBezTo>
                <a:cubicBezTo>
                  <a:pt x="1012279" y="397630"/>
                  <a:pt x="1023840" y="408227"/>
                  <a:pt x="1037327" y="408227"/>
                </a:cubicBezTo>
                <a:cubicBezTo>
                  <a:pt x="1050813" y="408227"/>
                  <a:pt x="1062374" y="397630"/>
                  <a:pt x="1062374" y="383501"/>
                </a:cubicBezTo>
                <a:cubicBezTo>
                  <a:pt x="1062374" y="369372"/>
                  <a:pt x="1050813" y="358775"/>
                  <a:pt x="1037327" y="358775"/>
                </a:cubicBezTo>
                <a:close/>
                <a:moveTo>
                  <a:pt x="0" y="0"/>
                </a:moveTo>
                <a:lnTo>
                  <a:pt x="12192000" y="0"/>
                </a:lnTo>
                <a:lnTo>
                  <a:pt x="12192000" y="6858000"/>
                </a:lnTo>
                <a:lnTo>
                  <a:pt x="0" y="6858000"/>
                </a:lnTo>
                <a:close/>
              </a:path>
            </a:pathLst>
          </a:custGeom>
          <a:noFill/>
        </p:spPr>
        <p:txBody>
          <a:bodyPr wrap="square" lIns="72000" tIns="72000" rIns="72000">
            <a:noAutofit/>
          </a:bodyPr>
          <a:lstStyle>
            <a:lvl1pPr marL="0" indent="0" algn="ctr">
              <a:buNone/>
              <a:defRPr sz="1200"/>
            </a:lvl1pPr>
          </a:lstStyle>
          <a:p>
            <a:r>
              <a:t>Click icon to add picture. If the picture placeholder icon appears beneath the text box, select the placeholder, then go to the Insert tab in the top menu and choose Picture. Do NOT move the textbox!</a:t>
            </a:r>
          </a:p>
          <a:p>
            <a:endParaRPr/>
          </a:p>
        </p:txBody>
      </p:sp>
      <p:sp>
        <p:nvSpPr>
          <p:cNvPr id="2" name="Title 1">
            <a:extLst>
              <a:ext uri="{FF2B5EF4-FFF2-40B4-BE49-F238E27FC236}">
                <a16:creationId xmlns:a16="http://schemas.microsoft.com/office/drawing/2014/main" id="{2F620DAD-1B61-93C3-530B-9B622B667CD8}"/>
              </a:ext>
            </a:extLst>
          </p:cNvPr>
          <p:cNvSpPr>
            <a:spLocks noGrp="1"/>
          </p:cNvSpPr>
          <p:nvPr>
            <p:ph type="title"/>
          </p:nvPr>
        </p:nvSpPr>
        <p:spPr>
          <a:xfrm>
            <a:off x="384175" y="1943937"/>
            <a:ext cx="4837113" cy="1918452"/>
          </a:xfrm>
        </p:spPr>
        <p:txBody>
          <a:bodyPr>
            <a:noAutofit/>
          </a:bodyPr>
          <a:lstStyle>
            <a:lvl1pPr>
              <a:lnSpc>
                <a:spcPct val="80000"/>
              </a:lnSpc>
              <a:buNone/>
              <a:defRPr sz="7000"/>
            </a:lvl1pPr>
          </a:lstStyle>
          <a:p>
            <a:r>
              <a:t>Klikk for å redigere tittelstil</a:t>
            </a:r>
          </a:p>
        </p:txBody>
      </p:sp>
      <p:sp>
        <p:nvSpPr>
          <p:cNvPr id="7" name="Text Placeholder 6">
            <a:extLst>
              <a:ext uri="{FF2B5EF4-FFF2-40B4-BE49-F238E27FC236}">
                <a16:creationId xmlns:a16="http://schemas.microsoft.com/office/drawing/2014/main" id="{CEC21A32-3B29-FB79-375A-AFF484FAE380}"/>
              </a:ext>
            </a:extLst>
          </p:cNvPr>
          <p:cNvSpPr>
            <a:spLocks noGrp="1"/>
          </p:cNvSpPr>
          <p:nvPr>
            <p:ph type="body" idx="10"/>
          </p:nvPr>
        </p:nvSpPr>
        <p:spPr>
          <a:xfrm>
            <a:off x="384175" y="4579136"/>
            <a:ext cx="3683000" cy="1396999"/>
          </a:xfrm>
        </p:spPr>
        <p:txBody>
          <a:bodyPr/>
          <a:lstStyle>
            <a:lvl1pPr marL="0" indent="0">
              <a:spcAft>
                <a:spcPts val="1800"/>
              </a:spcAft>
              <a:buNone/>
              <a:defRPr/>
            </a:lvl1pPr>
            <a:lvl2pPr marL="180975" indent="0">
              <a:buNone/>
              <a:defRPr/>
            </a:lvl2pPr>
            <a:lvl3pPr marL="361950" indent="0">
              <a:buNone/>
              <a:defRPr/>
            </a:lvl3pPr>
            <a:lvl4pPr marL="542925" indent="0">
              <a:buNone/>
              <a:defRPr/>
            </a:lvl4pPr>
            <a:lvl5pPr marL="714375" indent="0">
              <a:buNone/>
              <a:defRPr/>
            </a:lvl5pPr>
          </a:lstStyle>
          <a:p>
            <a:pPr lvl="0">
              <a:buNone/>
            </a:pPr>
            <a:r>
              <a:t>Klikk for å redigere tekststiler i malen</a:t>
            </a:r>
          </a:p>
        </p:txBody>
      </p:sp>
      <p:sp>
        <p:nvSpPr>
          <p:cNvPr id="4" name="textruta 12">
            <a:extLst>
              <a:ext uri="{FF2B5EF4-FFF2-40B4-BE49-F238E27FC236}">
                <a16:creationId xmlns:a16="http://schemas.microsoft.com/office/drawing/2014/main" id="{395E3B27-4837-03DF-B7E4-8DDB2D7A082F}"/>
              </a:ext>
            </a:extLst>
          </p:cNvPr>
          <p:cNvSpPr>
            <a:spLocks noGrp="1"/>
          </p:cNvSpPr>
          <p:nvPr/>
        </p:nvSpPr>
        <p:spPr>
          <a:xfrm>
            <a:off x="12270947" y="3170"/>
            <a:ext cx="1681523" cy="1924883"/>
          </a:xfrm>
          <a:prstGeom prst="rect">
            <a:avLst/>
          </a:prstGeom>
          <a:solidFill>
            <a:schemeClr val="bg1"/>
          </a:solidFill>
        </p:spPr>
        <p:txBody>
          <a:bodyPr wrap="square" tIns="108000" anchor="t">
            <a:noAutofit/>
          </a:bodyPr>
          <a:lstStyle/>
          <a:p>
            <a:pPr>
              <a:spcAft>
                <a:spcPts val="600"/>
              </a:spcAft>
              <a:buNone/>
            </a:pPr>
            <a:r>
              <a:rPr sz="900" b="1">
                <a:latin typeface="+mn-lt"/>
                <a:ea typeface="+mn-lt"/>
                <a:cs typeface="+mn-lt"/>
              </a:rPr>
              <a:t>Change logo color</a:t>
            </a:r>
          </a:p>
          <a:p>
            <a:r>
              <a:rPr sz="900">
                <a:solidFill>
                  <a:schemeClr val="tx1"/>
                </a:solidFill>
                <a:latin typeface="+mn-lt"/>
                <a:ea typeface="+mn-lt"/>
                <a:cs typeface="+mn-lt"/>
              </a:rPr>
              <a:t>If you need to change the color of the logo, right-click outside the work area, select </a:t>
            </a:r>
            <a:r>
              <a:rPr sz="900" b="1">
                <a:solidFill>
                  <a:schemeClr val="tx1"/>
                </a:solidFill>
                <a:latin typeface="+mn-lt"/>
                <a:ea typeface="+mn-lt"/>
                <a:cs typeface="+mn-lt"/>
              </a:rPr>
              <a:t>Format Background </a:t>
            </a:r>
            <a:r>
              <a:rPr sz="900">
                <a:solidFill>
                  <a:schemeClr val="tx1"/>
                </a:solidFill>
                <a:latin typeface="+mn-lt"/>
                <a:ea typeface="+mn-lt"/>
                <a:cs typeface="+mn-lt"/>
              </a:rPr>
              <a:t>from the context menu, and select </a:t>
            </a:r>
            <a:r>
              <a:rPr sz="900" b="1">
                <a:solidFill>
                  <a:schemeClr val="tx1"/>
                </a:solidFill>
                <a:latin typeface="+mn-lt"/>
                <a:ea typeface="+mn-lt"/>
                <a:cs typeface="+mn-lt"/>
              </a:rPr>
              <a:t>Solid fill. </a:t>
            </a:r>
            <a:r>
              <a:rPr sz="900">
                <a:solidFill>
                  <a:schemeClr val="tx1"/>
                </a:solidFill>
                <a:latin typeface="+mn-lt"/>
                <a:ea typeface="+mn-lt"/>
                <a:cs typeface="+mn-lt"/>
              </a:rPr>
              <a:t>You may </a:t>
            </a:r>
            <a:r>
              <a:rPr sz="900" b="1">
                <a:solidFill>
                  <a:schemeClr val="tx1"/>
                </a:solidFill>
                <a:latin typeface="+mn-lt"/>
                <a:ea typeface="+mn-lt"/>
                <a:cs typeface="+mn-lt"/>
              </a:rPr>
              <a:t>ONLY</a:t>
            </a:r>
            <a:r>
              <a:rPr sz="900">
                <a:solidFill>
                  <a:schemeClr val="tx1"/>
                </a:solidFill>
                <a:latin typeface="+mn-lt"/>
                <a:ea typeface="+mn-lt"/>
                <a:cs typeface="+mn-lt"/>
              </a:rPr>
              <a:t> use </a:t>
            </a:r>
            <a:br>
              <a:rPr sz="900">
                <a:solidFill>
                  <a:schemeClr val="tx1"/>
                </a:solidFill>
                <a:latin typeface="+mn-lt"/>
                <a:ea typeface="+mn-lt"/>
                <a:cs typeface="+mn-lt"/>
              </a:rPr>
            </a:br>
            <a:r>
              <a:rPr sz="900" b="1">
                <a:solidFill>
                  <a:schemeClr val="tx1"/>
                </a:solidFill>
                <a:latin typeface="+mn-lt"/>
                <a:ea typeface="+mn-lt"/>
                <a:cs typeface="+mn-lt"/>
              </a:rPr>
              <a:t>white</a:t>
            </a:r>
            <a:r>
              <a:rPr sz="900">
                <a:solidFill>
                  <a:schemeClr val="tx1"/>
                </a:solidFill>
                <a:latin typeface="+mn-lt"/>
                <a:ea typeface="+mn-lt"/>
                <a:cs typeface="+mn-lt"/>
              </a:rPr>
              <a:t> or </a:t>
            </a:r>
            <a:r>
              <a:rPr sz="900" b="1">
                <a:solidFill>
                  <a:schemeClr val="tx1"/>
                </a:solidFill>
                <a:latin typeface="+mn-lt"/>
                <a:ea typeface="+mn-lt"/>
                <a:cs typeface="+mn-lt"/>
              </a:rPr>
              <a:t>black</a:t>
            </a:r>
            <a:r>
              <a:rPr sz="900">
                <a:solidFill>
                  <a:schemeClr val="tx1"/>
                </a:solidFill>
                <a:latin typeface="+mn-lt"/>
                <a:ea typeface="+mn-lt"/>
                <a:cs typeface="+mn-lt"/>
              </a:rPr>
              <a:t>.</a:t>
            </a:r>
          </a:p>
          <a:p>
            <a:pPr algn="ctr">
              <a:buNone/>
            </a:pPr>
            <a:endParaRPr sz="900" baseline="0">
              <a:solidFill>
                <a:schemeClr val="tx1">
                  <a:lumMod val="65000"/>
                  <a:lumOff val="35000"/>
                </a:schemeClr>
              </a:solidFill>
              <a:latin typeface="+mn-lt"/>
              <a:ea typeface="+mn-lt"/>
              <a:cs typeface="+mn-lt"/>
            </a:endParaRPr>
          </a:p>
          <a:p>
            <a:pPr algn="ctr">
              <a:buNone/>
            </a:pPr>
            <a:endParaRPr sz="900" baseline="0">
              <a:solidFill>
                <a:schemeClr val="tx1">
                  <a:lumMod val="65000"/>
                  <a:lumOff val="35000"/>
                </a:schemeClr>
              </a:solidFill>
              <a:latin typeface="+mn-lt"/>
              <a:ea typeface="+mn-lt"/>
              <a:cs typeface="+mn-lt"/>
            </a:endParaRPr>
          </a:p>
          <a:p>
            <a:pPr algn="ctr">
              <a:buNone/>
            </a:pPr>
            <a:endParaRPr sz="900" baseline="0">
              <a:solidFill>
                <a:schemeClr val="tx1">
                  <a:lumMod val="65000"/>
                  <a:lumOff val="35000"/>
                </a:schemeClr>
              </a:solidFill>
              <a:latin typeface="+mn-lt"/>
              <a:ea typeface="+mn-lt"/>
              <a:cs typeface="+mn-lt"/>
            </a:endParaRPr>
          </a:p>
        </p:txBody>
      </p:sp>
      <p:sp>
        <p:nvSpPr>
          <p:cNvPr id="6" name="Rektangel 18">
            <a:extLst>
              <a:ext uri="{FF2B5EF4-FFF2-40B4-BE49-F238E27FC236}">
                <a16:creationId xmlns:a16="http://schemas.microsoft.com/office/drawing/2014/main" id="{2AD529EB-EAC6-E442-5614-A183CEDD569F}"/>
              </a:ext>
            </a:extLst>
          </p:cNvPr>
          <p:cNvSpPr>
            <a:spLocks noGrp="1"/>
          </p:cNvSpPr>
          <p:nvPr/>
        </p:nvSpPr>
        <p:spPr>
          <a:xfrm>
            <a:off x="12371130" y="1511303"/>
            <a:ext cx="268449" cy="268449"/>
          </a:xfrm>
          <a:prstGeom prst="rect">
            <a:avLst/>
          </a:prstGeom>
          <a:solidFill>
            <a:schemeClr val="bg1"/>
          </a:solidFill>
          <a:ln w="9525">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latin typeface="+mn-lt"/>
              <a:ea typeface="+mn-lt"/>
              <a:cs typeface="+mn-lt"/>
            </a:endParaRPr>
          </a:p>
        </p:txBody>
      </p:sp>
      <p:sp>
        <p:nvSpPr>
          <p:cNvPr id="8" name="Rektangel 17">
            <a:extLst>
              <a:ext uri="{FF2B5EF4-FFF2-40B4-BE49-F238E27FC236}">
                <a16:creationId xmlns:a16="http://schemas.microsoft.com/office/drawing/2014/main" id="{4F30E437-A07E-F00F-8297-C93E55DCA192}"/>
              </a:ext>
            </a:extLst>
          </p:cNvPr>
          <p:cNvSpPr>
            <a:spLocks noGrp="1"/>
          </p:cNvSpPr>
          <p:nvPr/>
        </p:nvSpPr>
        <p:spPr>
          <a:xfrm>
            <a:off x="12708652" y="1511302"/>
            <a:ext cx="268449" cy="268449"/>
          </a:xfrm>
          <a:prstGeom prst="rect">
            <a:avLst/>
          </a:prstGeom>
          <a:solidFill>
            <a:schemeClr val="tx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latin typeface="+mn-lt"/>
              <a:ea typeface="+mn-lt"/>
              <a:cs typeface="+mn-lt"/>
            </a:endParaRPr>
          </a:p>
        </p:txBody>
      </p:sp>
      <p:sp>
        <p:nvSpPr>
          <p:cNvPr id="10" name="textruta 12">
            <a:extLst>
              <a:ext uri="{FF2B5EF4-FFF2-40B4-BE49-F238E27FC236}">
                <a16:creationId xmlns:a16="http://schemas.microsoft.com/office/drawing/2014/main" id="{B16E25CF-3A8C-27E9-B524-F36F159A3E60}"/>
              </a:ext>
            </a:extLst>
          </p:cNvPr>
          <p:cNvSpPr>
            <a:spLocks noGrp="1"/>
          </p:cNvSpPr>
          <p:nvPr/>
        </p:nvSpPr>
        <p:spPr>
          <a:xfrm>
            <a:off x="12270947" y="3170"/>
            <a:ext cx="1681523" cy="1924883"/>
          </a:xfrm>
          <a:prstGeom prst="rect">
            <a:avLst/>
          </a:prstGeom>
          <a:solidFill>
            <a:schemeClr val="bg1"/>
          </a:solidFill>
        </p:spPr>
        <p:txBody>
          <a:bodyPr wrap="square" tIns="108000" anchor="t">
            <a:noAutofit/>
          </a:bodyPr>
          <a:lstStyle/>
          <a:p>
            <a:pPr>
              <a:spcAft>
                <a:spcPts val="600"/>
              </a:spcAft>
              <a:buNone/>
            </a:pPr>
            <a:r>
              <a:rPr sz="900" b="1">
                <a:latin typeface="+mn-lt"/>
                <a:ea typeface="+mn-lt"/>
                <a:cs typeface="+mn-lt"/>
              </a:rPr>
              <a:t>Change logo color</a:t>
            </a:r>
          </a:p>
          <a:p>
            <a:r>
              <a:rPr sz="900">
                <a:solidFill>
                  <a:schemeClr val="tx1"/>
                </a:solidFill>
                <a:latin typeface="+mn-lt"/>
                <a:ea typeface="+mn-lt"/>
                <a:cs typeface="+mn-lt"/>
              </a:rPr>
              <a:t>If you need to change the color of the logo, right-click outside the work area, select </a:t>
            </a:r>
            <a:r>
              <a:rPr sz="900" b="1">
                <a:solidFill>
                  <a:schemeClr val="tx1"/>
                </a:solidFill>
                <a:latin typeface="+mn-lt"/>
                <a:ea typeface="+mn-lt"/>
                <a:cs typeface="+mn-lt"/>
              </a:rPr>
              <a:t>Format Background </a:t>
            </a:r>
            <a:r>
              <a:rPr sz="900">
                <a:solidFill>
                  <a:schemeClr val="tx1"/>
                </a:solidFill>
                <a:latin typeface="+mn-lt"/>
                <a:ea typeface="+mn-lt"/>
                <a:cs typeface="+mn-lt"/>
              </a:rPr>
              <a:t>from the context menu, and select </a:t>
            </a:r>
            <a:r>
              <a:rPr sz="900" b="1">
                <a:solidFill>
                  <a:schemeClr val="tx1"/>
                </a:solidFill>
                <a:latin typeface="+mn-lt"/>
                <a:ea typeface="+mn-lt"/>
                <a:cs typeface="+mn-lt"/>
              </a:rPr>
              <a:t>Solid fill. </a:t>
            </a:r>
            <a:r>
              <a:rPr sz="900">
                <a:solidFill>
                  <a:schemeClr val="tx1"/>
                </a:solidFill>
                <a:latin typeface="+mn-lt"/>
                <a:ea typeface="+mn-lt"/>
                <a:cs typeface="+mn-lt"/>
              </a:rPr>
              <a:t>You may </a:t>
            </a:r>
            <a:r>
              <a:rPr sz="900" b="1">
                <a:solidFill>
                  <a:schemeClr val="tx1"/>
                </a:solidFill>
                <a:latin typeface="+mn-lt"/>
                <a:ea typeface="+mn-lt"/>
                <a:cs typeface="+mn-lt"/>
              </a:rPr>
              <a:t>ONLY</a:t>
            </a:r>
            <a:r>
              <a:rPr sz="900">
                <a:solidFill>
                  <a:schemeClr val="tx1"/>
                </a:solidFill>
                <a:latin typeface="+mn-lt"/>
                <a:ea typeface="+mn-lt"/>
                <a:cs typeface="+mn-lt"/>
              </a:rPr>
              <a:t> use </a:t>
            </a:r>
            <a:br>
              <a:rPr sz="900">
                <a:solidFill>
                  <a:schemeClr val="tx1"/>
                </a:solidFill>
                <a:latin typeface="+mn-lt"/>
                <a:ea typeface="+mn-lt"/>
                <a:cs typeface="+mn-lt"/>
              </a:rPr>
            </a:br>
            <a:r>
              <a:rPr sz="900" b="1">
                <a:solidFill>
                  <a:schemeClr val="tx1"/>
                </a:solidFill>
                <a:latin typeface="+mn-lt"/>
                <a:ea typeface="+mn-lt"/>
                <a:cs typeface="+mn-lt"/>
              </a:rPr>
              <a:t>white</a:t>
            </a:r>
            <a:r>
              <a:rPr sz="900">
                <a:solidFill>
                  <a:schemeClr val="tx1"/>
                </a:solidFill>
                <a:latin typeface="+mn-lt"/>
                <a:ea typeface="+mn-lt"/>
                <a:cs typeface="+mn-lt"/>
              </a:rPr>
              <a:t> or </a:t>
            </a:r>
            <a:r>
              <a:rPr sz="900" b="1">
                <a:solidFill>
                  <a:schemeClr val="tx1"/>
                </a:solidFill>
                <a:latin typeface="+mn-lt"/>
                <a:ea typeface="+mn-lt"/>
                <a:cs typeface="+mn-lt"/>
              </a:rPr>
              <a:t>black</a:t>
            </a:r>
            <a:r>
              <a:rPr sz="900">
                <a:solidFill>
                  <a:schemeClr val="tx1"/>
                </a:solidFill>
                <a:latin typeface="+mn-lt"/>
                <a:ea typeface="+mn-lt"/>
                <a:cs typeface="+mn-lt"/>
              </a:rPr>
              <a:t>.</a:t>
            </a:r>
          </a:p>
          <a:p>
            <a:pPr algn="ctr">
              <a:buNone/>
            </a:pPr>
            <a:endParaRPr sz="900" baseline="0">
              <a:solidFill>
                <a:schemeClr val="tx1">
                  <a:lumMod val="65000"/>
                  <a:lumOff val="35000"/>
                </a:schemeClr>
              </a:solidFill>
              <a:latin typeface="+mn-lt"/>
              <a:ea typeface="+mn-lt"/>
              <a:cs typeface="+mn-lt"/>
            </a:endParaRPr>
          </a:p>
          <a:p>
            <a:pPr algn="ctr">
              <a:buNone/>
            </a:pPr>
            <a:endParaRPr sz="900" baseline="0">
              <a:solidFill>
                <a:schemeClr val="tx1">
                  <a:lumMod val="65000"/>
                  <a:lumOff val="35000"/>
                </a:schemeClr>
              </a:solidFill>
              <a:latin typeface="+mn-lt"/>
              <a:ea typeface="+mn-lt"/>
              <a:cs typeface="+mn-lt"/>
            </a:endParaRPr>
          </a:p>
          <a:p>
            <a:pPr algn="ctr">
              <a:buNone/>
            </a:pPr>
            <a:endParaRPr sz="900" baseline="0">
              <a:solidFill>
                <a:schemeClr val="tx1">
                  <a:lumMod val="65000"/>
                  <a:lumOff val="35000"/>
                </a:schemeClr>
              </a:solidFill>
              <a:latin typeface="+mn-lt"/>
              <a:ea typeface="+mn-lt"/>
              <a:cs typeface="+mn-lt"/>
            </a:endParaRPr>
          </a:p>
        </p:txBody>
      </p:sp>
      <p:sp>
        <p:nvSpPr>
          <p:cNvPr id="11" name="Rektangel 18">
            <a:extLst>
              <a:ext uri="{FF2B5EF4-FFF2-40B4-BE49-F238E27FC236}">
                <a16:creationId xmlns:a16="http://schemas.microsoft.com/office/drawing/2014/main" id="{294F6496-6C24-1343-26CF-E2020F8A7218}"/>
              </a:ext>
            </a:extLst>
          </p:cNvPr>
          <p:cNvSpPr>
            <a:spLocks noGrp="1"/>
          </p:cNvSpPr>
          <p:nvPr/>
        </p:nvSpPr>
        <p:spPr>
          <a:xfrm>
            <a:off x="12371130" y="1511303"/>
            <a:ext cx="268449" cy="268449"/>
          </a:xfrm>
          <a:prstGeom prst="rect">
            <a:avLst/>
          </a:prstGeom>
          <a:solidFill>
            <a:schemeClr val="bg1"/>
          </a:solidFill>
          <a:ln w="9525">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latin typeface="+mn-lt"/>
              <a:ea typeface="+mn-lt"/>
              <a:cs typeface="+mn-lt"/>
            </a:endParaRPr>
          </a:p>
        </p:txBody>
      </p:sp>
      <p:sp>
        <p:nvSpPr>
          <p:cNvPr id="12" name="Rektangel 17">
            <a:extLst>
              <a:ext uri="{FF2B5EF4-FFF2-40B4-BE49-F238E27FC236}">
                <a16:creationId xmlns:a16="http://schemas.microsoft.com/office/drawing/2014/main" id="{D881FA6D-B3E0-81F7-F995-FEEF6D6DE3B7}"/>
              </a:ext>
            </a:extLst>
          </p:cNvPr>
          <p:cNvSpPr>
            <a:spLocks noGrp="1"/>
          </p:cNvSpPr>
          <p:nvPr/>
        </p:nvSpPr>
        <p:spPr>
          <a:xfrm>
            <a:off x="12708652" y="1511302"/>
            <a:ext cx="268449" cy="268449"/>
          </a:xfrm>
          <a:prstGeom prst="rect">
            <a:avLst/>
          </a:prstGeom>
          <a:solidFill>
            <a:schemeClr val="tx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latin typeface="+mn-lt"/>
              <a:ea typeface="+mn-lt"/>
              <a:cs typeface="+mn-lt"/>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1/2 pictur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20DAD-1B61-93C3-530B-9B622B667CD8}"/>
              </a:ext>
            </a:extLst>
          </p:cNvPr>
          <p:cNvSpPr>
            <a:spLocks noGrp="1"/>
          </p:cNvSpPr>
          <p:nvPr>
            <p:ph type="title"/>
          </p:nvPr>
        </p:nvSpPr>
        <p:spPr>
          <a:xfrm>
            <a:off x="384175" y="1944000"/>
            <a:ext cx="5618163" cy="1918800"/>
          </a:xfrm>
        </p:spPr>
        <p:txBody>
          <a:bodyPr>
            <a:noAutofit/>
          </a:bodyPr>
          <a:lstStyle>
            <a:lvl1pPr>
              <a:lnSpc>
                <a:spcPct val="80000"/>
              </a:lnSpc>
              <a:buNone/>
              <a:defRPr sz="7000"/>
            </a:lvl1pPr>
          </a:lstStyle>
          <a:p>
            <a:r>
              <a:t>Klikk for å redigere tittelstil</a:t>
            </a:r>
          </a:p>
        </p:txBody>
      </p:sp>
      <p:sp>
        <p:nvSpPr>
          <p:cNvPr id="7" name="Text Placeholder 6">
            <a:extLst>
              <a:ext uri="{FF2B5EF4-FFF2-40B4-BE49-F238E27FC236}">
                <a16:creationId xmlns:a16="http://schemas.microsoft.com/office/drawing/2014/main" id="{CEC21A32-3B29-FB79-375A-AFF484FAE380}"/>
              </a:ext>
            </a:extLst>
          </p:cNvPr>
          <p:cNvSpPr>
            <a:spLocks noGrp="1"/>
          </p:cNvSpPr>
          <p:nvPr>
            <p:ph type="body" idx="10"/>
          </p:nvPr>
        </p:nvSpPr>
        <p:spPr>
          <a:xfrm>
            <a:off x="384175" y="4579200"/>
            <a:ext cx="3683000" cy="1396999"/>
          </a:xfrm>
        </p:spPr>
        <p:txBody>
          <a:bodyPr/>
          <a:lstStyle>
            <a:lvl1pPr marL="0" indent="0">
              <a:spcAft>
                <a:spcPts val="1800"/>
              </a:spcAft>
              <a:buNone/>
              <a:defRPr/>
            </a:lvl1pPr>
            <a:lvl2pPr marL="180975" indent="0">
              <a:buNone/>
              <a:defRPr/>
            </a:lvl2pPr>
            <a:lvl3pPr marL="361950" indent="0">
              <a:buNone/>
              <a:defRPr/>
            </a:lvl3pPr>
            <a:lvl4pPr marL="542925" indent="0">
              <a:buNone/>
              <a:defRPr/>
            </a:lvl4pPr>
            <a:lvl5pPr marL="714375" indent="0">
              <a:buNone/>
              <a:defRPr/>
            </a:lvl5pPr>
          </a:lstStyle>
          <a:p>
            <a:pPr lvl="0">
              <a:buNone/>
            </a:pPr>
            <a:r>
              <a:t>Klikk for å redigere tekststiler i malen</a:t>
            </a:r>
          </a:p>
        </p:txBody>
      </p:sp>
      <p:sp>
        <p:nvSpPr>
          <p:cNvPr id="6" name="BearingPoint Logo">
            <a:extLst>
              <a:ext uri="{FF2B5EF4-FFF2-40B4-BE49-F238E27FC236}">
                <a16:creationId xmlns:a16="http://schemas.microsoft.com/office/drawing/2014/main" id="{6189BF88-A1CE-F722-AF94-9A0FB6AD205B}"/>
              </a:ext>
            </a:extLst>
          </p:cNvPr>
          <p:cNvSpPr>
            <a:spLocks noGrp="1"/>
          </p:cNvSpPr>
          <p:nvPr/>
        </p:nvSpPr>
        <p:spPr>
          <a:xfrm>
            <a:off x="384175" y="358775"/>
            <a:ext cx="1747838" cy="291574"/>
          </a:xfrm>
          <a:custGeom>
            <a:avLst/>
            <a:gdLst>
              <a:gd name="connsiteX0" fmla="*/ 12014265 w 12188936"/>
              <a:gd name="connsiteY0" fmla="*/ 1587720 h 2033355"/>
              <a:gd name="connsiteX1" fmla="*/ 12188936 w 12188936"/>
              <a:gd name="connsiteY1" fmla="*/ 1572044 h 2033355"/>
              <a:gd name="connsiteX2" fmla="*/ 12188936 w 12188936"/>
              <a:gd name="connsiteY2" fmla="*/ 1330191 h 2033355"/>
              <a:gd name="connsiteX3" fmla="*/ 12070250 w 12188936"/>
              <a:gd name="connsiteY3" fmla="*/ 1341388 h 2033355"/>
              <a:gd name="connsiteX4" fmla="*/ 11909014 w 12188936"/>
              <a:gd name="connsiteY4" fmla="*/ 1177913 h 2033355"/>
              <a:gd name="connsiteX5" fmla="*/ 11909014 w 12188936"/>
              <a:gd name="connsiteY5" fmla="*/ 667335 h 2033355"/>
              <a:gd name="connsiteX6" fmla="*/ 12171021 w 12188936"/>
              <a:gd name="connsiteY6" fmla="*/ 667335 h 2033355"/>
              <a:gd name="connsiteX7" fmla="*/ 12171021 w 12188936"/>
              <a:gd name="connsiteY7" fmla="*/ 438918 h 2033355"/>
              <a:gd name="connsiteX8" fmla="*/ 11909014 w 12188936"/>
              <a:gd name="connsiteY8" fmla="*/ 438918 h 2033355"/>
              <a:gd name="connsiteX9" fmla="*/ 11909014 w 12188936"/>
              <a:gd name="connsiteY9" fmla="*/ 125405 h 2033355"/>
              <a:gd name="connsiteX10" fmla="*/ 11631331 w 12188936"/>
              <a:gd name="connsiteY10" fmla="*/ 125405 h 2033355"/>
              <a:gd name="connsiteX11" fmla="*/ 11631331 w 12188936"/>
              <a:gd name="connsiteY11" fmla="*/ 438918 h 2033355"/>
              <a:gd name="connsiteX12" fmla="*/ 11474575 w 12188936"/>
              <a:gd name="connsiteY12" fmla="*/ 438918 h 2033355"/>
              <a:gd name="connsiteX13" fmla="*/ 11474575 w 12188936"/>
              <a:gd name="connsiteY13" fmla="*/ 667335 h 2033355"/>
              <a:gd name="connsiteX14" fmla="*/ 11631331 w 12188936"/>
              <a:gd name="connsiteY14" fmla="*/ 667335 h 2033355"/>
              <a:gd name="connsiteX15" fmla="*/ 11631331 w 12188936"/>
              <a:gd name="connsiteY15" fmla="*/ 1207025 h 2033355"/>
              <a:gd name="connsiteX16" fmla="*/ 12014265 w 12188936"/>
              <a:gd name="connsiteY16" fmla="*/ 1587720 h 2033355"/>
              <a:gd name="connsiteX17" fmla="*/ 9962995 w 12188936"/>
              <a:gd name="connsiteY17" fmla="*/ 344864 h 2033355"/>
              <a:gd name="connsiteX18" fmla="*/ 10137666 w 12188936"/>
              <a:gd name="connsiteY18" fmla="*/ 172432 h 2033355"/>
              <a:gd name="connsiteX19" fmla="*/ 9962995 w 12188936"/>
              <a:gd name="connsiteY19" fmla="*/ 0 h 2033355"/>
              <a:gd name="connsiteX20" fmla="*/ 9788323 w 12188936"/>
              <a:gd name="connsiteY20" fmla="*/ 172432 h 2033355"/>
              <a:gd name="connsiteX21" fmla="*/ 9962995 w 12188936"/>
              <a:gd name="connsiteY21" fmla="*/ 344864 h 2033355"/>
              <a:gd name="connsiteX22" fmla="*/ 10348167 w 12188936"/>
              <a:gd name="connsiteY22" fmla="*/ 1581001 h 2033355"/>
              <a:gd name="connsiteX23" fmla="*/ 10625851 w 12188936"/>
              <a:gd name="connsiteY23" fmla="*/ 1581001 h 2033355"/>
              <a:gd name="connsiteX24" fmla="*/ 10625851 w 12188936"/>
              <a:gd name="connsiteY24" fmla="*/ 958454 h 2033355"/>
              <a:gd name="connsiteX25" fmla="*/ 10892336 w 12188936"/>
              <a:gd name="connsiteY25" fmla="*/ 662856 h 2033355"/>
              <a:gd name="connsiteX26" fmla="*/ 11069247 w 12188936"/>
              <a:gd name="connsiteY26" fmla="*/ 902470 h 2033355"/>
              <a:gd name="connsiteX27" fmla="*/ 11069247 w 12188936"/>
              <a:gd name="connsiteY27" fmla="*/ 1294361 h 2033355"/>
              <a:gd name="connsiteX28" fmla="*/ 11349169 w 12188936"/>
              <a:gd name="connsiteY28" fmla="*/ 1587720 h 2033355"/>
              <a:gd name="connsiteX29" fmla="*/ 11467856 w 12188936"/>
              <a:gd name="connsiteY29" fmla="*/ 1578762 h 2033355"/>
              <a:gd name="connsiteX30" fmla="*/ 11467856 w 12188936"/>
              <a:gd name="connsiteY30" fmla="*/ 1359303 h 2033355"/>
              <a:gd name="connsiteX31" fmla="*/ 11456660 w 12188936"/>
              <a:gd name="connsiteY31" fmla="*/ 1359303 h 2033355"/>
              <a:gd name="connsiteX32" fmla="*/ 11346930 w 12188936"/>
              <a:gd name="connsiteY32" fmla="*/ 1256292 h 2033355"/>
              <a:gd name="connsiteX33" fmla="*/ 11346930 w 12188936"/>
              <a:gd name="connsiteY33" fmla="*/ 830810 h 2033355"/>
              <a:gd name="connsiteX34" fmla="*/ 10972954 w 12188936"/>
              <a:gd name="connsiteY34" fmla="*/ 412046 h 2033355"/>
              <a:gd name="connsiteX35" fmla="*/ 10625851 w 12188936"/>
              <a:gd name="connsiteY35" fmla="*/ 566563 h 2033355"/>
              <a:gd name="connsiteX36" fmla="*/ 10625851 w 12188936"/>
              <a:gd name="connsiteY36" fmla="*/ 438918 h 2033355"/>
              <a:gd name="connsiteX37" fmla="*/ 10348167 w 12188936"/>
              <a:gd name="connsiteY37" fmla="*/ 438918 h 2033355"/>
              <a:gd name="connsiteX38" fmla="*/ 10348167 w 12188936"/>
              <a:gd name="connsiteY38" fmla="*/ 1581001 h 2033355"/>
              <a:gd name="connsiteX39" fmla="*/ 9824152 w 12188936"/>
              <a:gd name="connsiteY39" fmla="*/ 438918 h 2033355"/>
              <a:gd name="connsiteX40" fmla="*/ 9824152 w 12188936"/>
              <a:gd name="connsiteY40" fmla="*/ 1294361 h 2033355"/>
              <a:gd name="connsiteX41" fmla="*/ 10104075 w 12188936"/>
              <a:gd name="connsiteY41" fmla="*/ 1587720 h 2033355"/>
              <a:gd name="connsiteX42" fmla="*/ 10222763 w 12188936"/>
              <a:gd name="connsiteY42" fmla="*/ 1578762 h 2033355"/>
              <a:gd name="connsiteX43" fmla="*/ 10222763 w 12188936"/>
              <a:gd name="connsiteY43" fmla="*/ 1359303 h 2033355"/>
              <a:gd name="connsiteX44" fmla="*/ 10211565 w 12188936"/>
              <a:gd name="connsiteY44" fmla="*/ 1359303 h 2033355"/>
              <a:gd name="connsiteX45" fmla="*/ 10101836 w 12188936"/>
              <a:gd name="connsiteY45" fmla="*/ 1256292 h 2033355"/>
              <a:gd name="connsiteX46" fmla="*/ 10101836 w 12188936"/>
              <a:gd name="connsiteY46" fmla="*/ 438918 h 2033355"/>
              <a:gd name="connsiteX47" fmla="*/ 9824152 w 12188936"/>
              <a:gd name="connsiteY47" fmla="*/ 438918 h 2033355"/>
              <a:gd name="connsiteX48" fmla="*/ 9103073 w 12188936"/>
              <a:gd name="connsiteY48" fmla="*/ 1357064 h 2033355"/>
              <a:gd name="connsiteX49" fmla="*/ 8809715 w 12188936"/>
              <a:gd name="connsiteY49" fmla="*/ 1009960 h 2033355"/>
              <a:gd name="connsiteX50" fmla="*/ 9103073 w 12188936"/>
              <a:gd name="connsiteY50" fmla="*/ 662856 h 2033355"/>
              <a:gd name="connsiteX51" fmla="*/ 9396432 w 12188936"/>
              <a:gd name="connsiteY51" fmla="*/ 1009960 h 2033355"/>
              <a:gd name="connsiteX52" fmla="*/ 9103073 w 12188936"/>
              <a:gd name="connsiteY52" fmla="*/ 1357064 h 2033355"/>
              <a:gd name="connsiteX53" fmla="*/ 9103073 w 12188936"/>
              <a:gd name="connsiteY53" fmla="*/ 1607874 h 2033355"/>
              <a:gd name="connsiteX54" fmla="*/ 9678594 w 12188936"/>
              <a:gd name="connsiteY54" fmla="*/ 1009960 h 2033355"/>
              <a:gd name="connsiteX55" fmla="*/ 9103073 w 12188936"/>
              <a:gd name="connsiteY55" fmla="*/ 412046 h 2033355"/>
              <a:gd name="connsiteX56" fmla="*/ 8527553 w 12188936"/>
              <a:gd name="connsiteY56" fmla="*/ 1009960 h 2033355"/>
              <a:gd name="connsiteX57" fmla="*/ 9103073 w 12188936"/>
              <a:gd name="connsiteY57" fmla="*/ 1607874 h 2033355"/>
              <a:gd name="connsiteX58" fmla="*/ 7705701 w 12188936"/>
              <a:gd name="connsiteY58" fmla="*/ 747953 h 2033355"/>
              <a:gd name="connsiteX59" fmla="*/ 7705701 w 12188936"/>
              <a:gd name="connsiteY59" fmla="*/ 264247 h 2033355"/>
              <a:gd name="connsiteX60" fmla="*/ 7945315 w 12188936"/>
              <a:gd name="connsiteY60" fmla="*/ 264247 h 2033355"/>
              <a:gd name="connsiteX61" fmla="*/ 8218519 w 12188936"/>
              <a:gd name="connsiteY61" fmla="*/ 506100 h 2033355"/>
              <a:gd name="connsiteX62" fmla="*/ 7945315 w 12188936"/>
              <a:gd name="connsiteY62" fmla="*/ 747953 h 2033355"/>
              <a:gd name="connsiteX63" fmla="*/ 7705701 w 12188936"/>
              <a:gd name="connsiteY63" fmla="*/ 747953 h 2033355"/>
              <a:gd name="connsiteX64" fmla="*/ 7423540 w 12188936"/>
              <a:gd name="connsiteY64" fmla="*/ 1581001 h 2033355"/>
              <a:gd name="connsiteX65" fmla="*/ 7705701 w 12188936"/>
              <a:gd name="connsiteY65" fmla="*/ 1581001 h 2033355"/>
              <a:gd name="connsiteX66" fmla="*/ 7705701 w 12188936"/>
              <a:gd name="connsiteY66" fmla="*/ 998763 h 2033355"/>
              <a:gd name="connsiteX67" fmla="*/ 7958751 w 12188936"/>
              <a:gd name="connsiteY67" fmla="*/ 998763 h 2033355"/>
              <a:gd name="connsiteX68" fmla="*/ 8505159 w 12188936"/>
              <a:gd name="connsiteY68" fmla="*/ 506100 h 2033355"/>
              <a:gd name="connsiteX69" fmla="*/ 7958751 w 12188936"/>
              <a:gd name="connsiteY69" fmla="*/ 13436 h 2033355"/>
              <a:gd name="connsiteX70" fmla="*/ 7423540 w 12188936"/>
              <a:gd name="connsiteY70" fmla="*/ 13436 h 2033355"/>
              <a:gd name="connsiteX71" fmla="*/ 7423540 w 12188936"/>
              <a:gd name="connsiteY71" fmla="*/ 1581001 h 2033355"/>
              <a:gd name="connsiteX72" fmla="*/ 6671108 w 12188936"/>
              <a:gd name="connsiteY72" fmla="*/ 1334670 h 2033355"/>
              <a:gd name="connsiteX73" fmla="*/ 6388947 w 12188936"/>
              <a:gd name="connsiteY73" fmla="*/ 998763 h 2033355"/>
              <a:gd name="connsiteX74" fmla="*/ 6671108 w 12188936"/>
              <a:gd name="connsiteY74" fmla="*/ 662856 h 2033355"/>
              <a:gd name="connsiteX75" fmla="*/ 6953270 w 12188936"/>
              <a:gd name="connsiteY75" fmla="*/ 998763 h 2033355"/>
              <a:gd name="connsiteX76" fmla="*/ 6671108 w 12188936"/>
              <a:gd name="connsiteY76" fmla="*/ 1334670 h 2033355"/>
              <a:gd name="connsiteX77" fmla="*/ 4554896 w 12188936"/>
              <a:gd name="connsiteY77" fmla="*/ 344864 h 2033355"/>
              <a:gd name="connsiteX78" fmla="*/ 4729567 w 12188936"/>
              <a:gd name="connsiteY78" fmla="*/ 172432 h 2033355"/>
              <a:gd name="connsiteX79" fmla="*/ 4554896 w 12188936"/>
              <a:gd name="connsiteY79" fmla="*/ 0 h 2033355"/>
              <a:gd name="connsiteX80" fmla="*/ 4380224 w 12188936"/>
              <a:gd name="connsiteY80" fmla="*/ 172432 h 2033355"/>
              <a:gd name="connsiteX81" fmla="*/ 4554896 w 12188936"/>
              <a:gd name="connsiteY81" fmla="*/ 344864 h 2033355"/>
              <a:gd name="connsiteX82" fmla="*/ 5941071 w 12188936"/>
              <a:gd name="connsiteY82" fmla="*/ 1587720 h 2033355"/>
              <a:gd name="connsiteX83" fmla="*/ 6059758 w 12188936"/>
              <a:gd name="connsiteY83" fmla="*/ 1578762 h 2033355"/>
              <a:gd name="connsiteX84" fmla="*/ 6059758 w 12188936"/>
              <a:gd name="connsiteY84" fmla="*/ 1359303 h 2033355"/>
              <a:gd name="connsiteX85" fmla="*/ 6048561 w 12188936"/>
              <a:gd name="connsiteY85" fmla="*/ 1359303 h 2033355"/>
              <a:gd name="connsiteX86" fmla="*/ 5938832 w 12188936"/>
              <a:gd name="connsiteY86" fmla="*/ 1256292 h 2033355"/>
              <a:gd name="connsiteX87" fmla="*/ 5938832 w 12188936"/>
              <a:gd name="connsiteY87" fmla="*/ 830810 h 2033355"/>
              <a:gd name="connsiteX88" fmla="*/ 5564856 w 12188936"/>
              <a:gd name="connsiteY88" fmla="*/ 412046 h 2033355"/>
              <a:gd name="connsiteX89" fmla="*/ 5217752 w 12188936"/>
              <a:gd name="connsiteY89" fmla="*/ 566563 h 2033355"/>
              <a:gd name="connsiteX90" fmla="*/ 5217752 w 12188936"/>
              <a:gd name="connsiteY90" fmla="*/ 438918 h 2033355"/>
              <a:gd name="connsiteX91" fmla="*/ 4940069 w 12188936"/>
              <a:gd name="connsiteY91" fmla="*/ 438918 h 2033355"/>
              <a:gd name="connsiteX92" fmla="*/ 4940069 w 12188936"/>
              <a:gd name="connsiteY92" fmla="*/ 1581001 h 2033355"/>
              <a:gd name="connsiteX93" fmla="*/ 5217752 w 12188936"/>
              <a:gd name="connsiteY93" fmla="*/ 1581001 h 2033355"/>
              <a:gd name="connsiteX94" fmla="*/ 5217752 w 12188936"/>
              <a:gd name="connsiteY94" fmla="*/ 958454 h 2033355"/>
              <a:gd name="connsiteX95" fmla="*/ 5484238 w 12188936"/>
              <a:gd name="connsiteY95" fmla="*/ 662856 h 2033355"/>
              <a:gd name="connsiteX96" fmla="*/ 5661149 w 12188936"/>
              <a:gd name="connsiteY96" fmla="*/ 902470 h 2033355"/>
              <a:gd name="connsiteX97" fmla="*/ 5661149 w 12188936"/>
              <a:gd name="connsiteY97" fmla="*/ 1294361 h 2033355"/>
              <a:gd name="connsiteX98" fmla="*/ 5941071 w 12188936"/>
              <a:gd name="connsiteY98" fmla="*/ 1587720 h 2033355"/>
              <a:gd name="connsiteX99" fmla="*/ 4416054 w 12188936"/>
              <a:gd name="connsiteY99" fmla="*/ 438918 h 2033355"/>
              <a:gd name="connsiteX100" fmla="*/ 4416054 w 12188936"/>
              <a:gd name="connsiteY100" fmla="*/ 1294361 h 2033355"/>
              <a:gd name="connsiteX101" fmla="*/ 4695977 w 12188936"/>
              <a:gd name="connsiteY101" fmla="*/ 1587720 h 2033355"/>
              <a:gd name="connsiteX102" fmla="*/ 4814664 w 12188936"/>
              <a:gd name="connsiteY102" fmla="*/ 1578762 h 2033355"/>
              <a:gd name="connsiteX103" fmla="*/ 4814664 w 12188936"/>
              <a:gd name="connsiteY103" fmla="*/ 1359303 h 2033355"/>
              <a:gd name="connsiteX104" fmla="*/ 4803467 w 12188936"/>
              <a:gd name="connsiteY104" fmla="*/ 1359303 h 2033355"/>
              <a:gd name="connsiteX105" fmla="*/ 4693737 w 12188936"/>
              <a:gd name="connsiteY105" fmla="*/ 1256292 h 2033355"/>
              <a:gd name="connsiteX106" fmla="*/ 4693737 w 12188936"/>
              <a:gd name="connsiteY106" fmla="*/ 438918 h 2033355"/>
              <a:gd name="connsiteX107" fmla="*/ 4416054 w 12188936"/>
              <a:gd name="connsiteY107" fmla="*/ 438918 h 2033355"/>
              <a:gd name="connsiteX108" fmla="*/ 3638990 w 12188936"/>
              <a:gd name="connsiteY108" fmla="*/ 1581001 h 2033355"/>
              <a:gd name="connsiteX109" fmla="*/ 3916673 w 12188936"/>
              <a:gd name="connsiteY109" fmla="*/ 1581001 h 2033355"/>
              <a:gd name="connsiteX110" fmla="*/ 3916673 w 12188936"/>
              <a:gd name="connsiteY110" fmla="*/ 1001002 h 2033355"/>
              <a:gd name="connsiteX111" fmla="*/ 4212271 w 12188936"/>
              <a:gd name="connsiteY111" fmla="*/ 687489 h 2033355"/>
              <a:gd name="connsiteX112" fmla="*/ 4270495 w 12188936"/>
              <a:gd name="connsiteY112" fmla="*/ 691968 h 2033355"/>
              <a:gd name="connsiteX113" fmla="*/ 4270495 w 12188936"/>
              <a:gd name="connsiteY113" fmla="*/ 427721 h 2033355"/>
              <a:gd name="connsiteX114" fmla="*/ 4227947 w 12188936"/>
              <a:gd name="connsiteY114" fmla="*/ 425482 h 2033355"/>
              <a:gd name="connsiteX115" fmla="*/ 3914433 w 12188936"/>
              <a:gd name="connsiteY115" fmla="*/ 566563 h 2033355"/>
              <a:gd name="connsiteX116" fmla="*/ 3914433 w 12188936"/>
              <a:gd name="connsiteY116" fmla="*/ 438918 h 2033355"/>
              <a:gd name="connsiteX117" fmla="*/ 3638990 w 12188936"/>
              <a:gd name="connsiteY117" fmla="*/ 438918 h 2033355"/>
              <a:gd name="connsiteX118" fmla="*/ 3638990 w 12188936"/>
              <a:gd name="connsiteY118" fmla="*/ 1581001 h 2033355"/>
              <a:gd name="connsiteX119" fmla="*/ 2891038 w 12188936"/>
              <a:gd name="connsiteY119" fmla="*/ 1374979 h 2033355"/>
              <a:gd name="connsiteX120" fmla="*/ 2727563 w 12188936"/>
              <a:gd name="connsiteY120" fmla="*/ 1240616 h 2033355"/>
              <a:gd name="connsiteX121" fmla="*/ 3153045 w 12188936"/>
              <a:gd name="connsiteY121" fmla="*/ 1059226 h 2033355"/>
              <a:gd name="connsiteX122" fmla="*/ 2891038 w 12188936"/>
              <a:gd name="connsiteY122" fmla="*/ 1374979 h 2033355"/>
              <a:gd name="connsiteX123" fmla="*/ 2864165 w 12188936"/>
              <a:gd name="connsiteY123" fmla="*/ 1607874 h 2033355"/>
              <a:gd name="connsiteX124" fmla="*/ 3202311 w 12188936"/>
              <a:gd name="connsiteY124" fmla="*/ 1471272 h 2033355"/>
              <a:gd name="connsiteX125" fmla="*/ 3410573 w 12188936"/>
              <a:gd name="connsiteY125" fmla="*/ 1587720 h 2033355"/>
              <a:gd name="connsiteX126" fmla="*/ 3515824 w 12188936"/>
              <a:gd name="connsiteY126" fmla="*/ 1574283 h 2033355"/>
              <a:gd name="connsiteX127" fmla="*/ 3515824 w 12188936"/>
              <a:gd name="connsiteY127" fmla="*/ 1352585 h 2033355"/>
              <a:gd name="connsiteX128" fmla="*/ 3417291 w 12188936"/>
              <a:gd name="connsiteY128" fmla="*/ 1240616 h 2033355"/>
              <a:gd name="connsiteX129" fmla="*/ 3417291 w 12188936"/>
              <a:gd name="connsiteY129" fmla="*/ 904709 h 2033355"/>
              <a:gd name="connsiteX130" fmla="*/ 2906713 w 12188936"/>
              <a:gd name="connsiteY130" fmla="*/ 412046 h 2033355"/>
              <a:gd name="connsiteX131" fmla="*/ 2456598 w 12188936"/>
              <a:gd name="connsiteY131" fmla="*/ 571042 h 2033355"/>
              <a:gd name="connsiteX132" fmla="*/ 2588722 w 12188936"/>
              <a:gd name="connsiteY132" fmla="*/ 786022 h 2033355"/>
              <a:gd name="connsiteX133" fmla="*/ 2906713 w 12188936"/>
              <a:gd name="connsiteY133" fmla="*/ 662856 h 2033355"/>
              <a:gd name="connsiteX134" fmla="*/ 3148566 w 12188936"/>
              <a:gd name="connsiteY134" fmla="*/ 839767 h 2033355"/>
              <a:gd name="connsiteX135" fmla="*/ 2445401 w 12188936"/>
              <a:gd name="connsiteY135" fmla="*/ 1242855 h 2033355"/>
              <a:gd name="connsiteX136" fmla="*/ 2864165 w 12188936"/>
              <a:gd name="connsiteY136" fmla="*/ 1607874 h 2033355"/>
              <a:gd name="connsiteX137" fmla="*/ 1549650 w 12188936"/>
              <a:gd name="connsiteY137" fmla="*/ 857682 h 2033355"/>
              <a:gd name="connsiteX138" fmla="*/ 1818375 w 12188936"/>
              <a:gd name="connsiteY138" fmla="*/ 653899 h 2033355"/>
              <a:gd name="connsiteX139" fmla="*/ 2051271 w 12188936"/>
              <a:gd name="connsiteY139" fmla="*/ 857682 h 2033355"/>
              <a:gd name="connsiteX140" fmla="*/ 1549650 w 12188936"/>
              <a:gd name="connsiteY140" fmla="*/ 857682 h 2033355"/>
              <a:gd name="connsiteX141" fmla="*/ 1845248 w 12188936"/>
              <a:gd name="connsiteY141" fmla="*/ 1607874 h 2033355"/>
              <a:gd name="connsiteX142" fmla="*/ 2346869 w 12188936"/>
              <a:gd name="connsiteY142" fmla="*/ 1370500 h 2033355"/>
              <a:gd name="connsiteX143" fmla="*/ 2149803 w 12188936"/>
              <a:gd name="connsiteY143" fmla="*/ 1198068 h 2033355"/>
              <a:gd name="connsiteX144" fmla="*/ 1845248 w 12188936"/>
              <a:gd name="connsiteY144" fmla="*/ 1357064 h 2033355"/>
              <a:gd name="connsiteX145" fmla="*/ 1540692 w 12188936"/>
              <a:gd name="connsiteY145" fmla="*/ 1081620 h 2033355"/>
              <a:gd name="connsiteX146" fmla="*/ 2324475 w 12188936"/>
              <a:gd name="connsiteY146" fmla="*/ 1081620 h 2033355"/>
              <a:gd name="connsiteX147" fmla="*/ 2333433 w 12188936"/>
              <a:gd name="connsiteY147" fmla="*/ 936060 h 2033355"/>
              <a:gd name="connsiteX148" fmla="*/ 1818375 w 12188936"/>
              <a:gd name="connsiteY148" fmla="*/ 412046 h 2033355"/>
              <a:gd name="connsiteX149" fmla="*/ 1260770 w 12188936"/>
              <a:gd name="connsiteY149" fmla="*/ 1014439 h 2033355"/>
              <a:gd name="connsiteX150" fmla="*/ 1845248 w 12188936"/>
              <a:gd name="connsiteY150" fmla="*/ 1607874 h 2033355"/>
              <a:gd name="connsiteX151" fmla="*/ 282162 w 12188936"/>
              <a:gd name="connsiteY151" fmla="*/ 644941 h 2033355"/>
              <a:gd name="connsiteX152" fmla="*/ 282162 w 12188936"/>
              <a:gd name="connsiteY152" fmla="*/ 264247 h 2033355"/>
              <a:gd name="connsiteX153" fmla="*/ 618068 w 12188936"/>
              <a:gd name="connsiteY153" fmla="*/ 264247 h 2033355"/>
              <a:gd name="connsiteX154" fmla="*/ 828570 w 12188936"/>
              <a:gd name="connsiteY154" fmla="*/ 454594 h 2033355"/>
              <a:gd name="connsiteX155" fmla="*/ 620308 w 12188936"/>
              <a:gd name="connsiteY155" fmla="*/ 644941 h 2033355"/>
              <a:gd name="connsiteX156" fmla="*/ 282162 w 12188936"/>
              <a:gd name="connsiteY156" fmla="*/ 644941 h 2033355"/>
              <a:gd name="connsiteX157" fmla="*/ 282162 w 12188936"/>
              <a:gd name="connsiteY157" fmla="*/ 1330191 h 2033355"/>
              <a:gd name="connsiteX158" fmla="*/ 282162 w 12188936"/>
              <a:gd name="connsiteY158" fmla="*/ 895752 h 2033355"/>
              <a:gd name="connsiteX159" fmla="*/ 633744 w 12188936"/>
              <a:gd name="connsiteY159" fmla="*/ 895752 h 2033355"/>
              <a:gd name="connsiteX160" fmla="*/ 880076 w 12188936"/>
              <a:gd name="connsiteY160" fmla="*/ 1112971 h 2033355"/>
              <a:gd name="connsiteX161" fmla="*/ 633744 w 12188936"/>
              <a:gd name="connsiteY161" fmla="*/ 1330191 h 2033355"/>
              <a:gd name="connsiteX162" fmla="*/ 282162 w 12188936"/>
              <a:gd name="connsiteY162" fmla="*/ 1330191 h 2033355"/>
              <a:gd name="connsiteX163" fmla="*/ 0 w 12188936"/>
              <a:gd name="connsiteY163" fmla="*/ 1581001 h 2033355"/>
              <a:gd name="connsiteX164" fmla="*/ 627026 w 12188936"/>
              <a:gd name="connsiteY164" fmla="*/ 1581001 h 2033355"/>
              <a:gd name="connsiteX165" fmla="*/ 1166716 w 12188936"/>
              <a:gd name="connsiteY165" fmla="*/ 1119689 h 2033355"/>
              <a:gd name="connsiteX166" fmla="*/ 967412 w 12188936"/>
              <a:gd name="connsiteY166" fmla="*/ 747953 h 2033355"/>
              <a:gd name="connsiteX167" fmla="*/ 1110732 w 12188936"/>
              <a:gd name="connsiteY167" fmla="*/ 438918 h 2033355"/>
              <a:gd name="connsiteX168" fmla="*/ 611350 w 12188936"/>
              <a:gd name="connsiteY168" fmla="*/ 13436 h 2033355"/>
              <a:gd name="connsiteX169" fmla="*/ 0 w 12188936"/>
              <a:gd name="connsiteY169" fmla="*/ 13436 h 2033355"/>
              <a:gd name="connsiteX170" fmla="*/ 0 w 12188936"/>
              <a:gd name="connsiteY170" fmla="*/ 1581001 h 2033355"/>
              <a:gd name="connsiteX171" fmla="*/ 6664390 w 12188936"/>
              <a:gd name="connsiteY171" fmla="*/ 2033356 h 2033355"/>
              <a:gd name="connsiteX172" fmla="*/ 7221996 w 12188936"/>
              <a:gd name="connsiteY172" fmla="*/ 1520538 h 2033355"/>
              <a:gd name="connsiteX173" fmla="*/ 7221996 w 12188936"/>
              <a:gd name="connsiteY173" fmla="*/ 438918 h 2033355"/>
              <a:gd name="connsiteX174" fmla="*/ 6944313 w 12188936"/>
              <a:gd name="connsiteY174" fmla="*/ 438918 h 2033355"/>
              <a:gd name="connsiteX175" fmla="*/ 6944313 w 12188936"/>
              <a:gd name="connsiteY175" fmla="*/ 546408 h 2033355"/>
              <a:gd name="connsiteX176" fmla="*/ 6635278 w 12188936"/>
              <a:gd name="connsiteY176" fmla="*/ 412046 h 2033355"/>
              <a:gd name="connsiteX177" fmla="*/ 6106785 w 12188936"/>
              <a:gd name="connsiteY177" fmla="*/ 998763 h 2033355"/>
              <a:gd name="connsiteX178" fmla="*/ 6635278 w 12188936"/>
              <a:gd name="connsiteY178" fmla="*/ 1585480 h 2033355"/>
              <a:gd name="connsiteX179" fmla="*/ 6944313 w 12188936"/>
              <a:gd name="connsiteY179" fmla="*/ 1451118 h 2033355"/>
              <a:gd name="connsiteX180" fmla="*/ 6944313 w 12188936"/>
              <a:gd name="connsiteY180" fmla="*/ 1525017 h 2033355"/>
              <a:gd name="connsiteX181" fmla="*/ 6664390 w 12188936"/>
              <a:gd name="connsiteY181" fmla="*/ 1782546 h 2033355"/>
              <a:gd name="connsiteX182" fmla="*/ 6330723 w 12188936"/>
              <a:gd name="connsiteY182" fmla="*/ 1630268 h 2033355"/>
              <a:gd name="connsiteX183" fmla="*/ 6124700 w 12188936"/>
              <a:gd name="connsiteY183" fmla="*/ 1802700 h 2033355"/>
              <a:gd name="connsiteX184" fmla="*/ 6664390 w 12188936"/>
              <a:gd name="connsiteY184" fmla="*/ 2033356 h 2033355"/>
            </a:gdLst>
            <a:ahLst/>
            <a:cxnLst/>
            <a:rect l="l" t="t" r="r" b="b"/>
            <a:pathLst>
              <a:path w="12188936" h="2033355">
                <a:moveTo>
                  <a:pt x="12014265" y="1587720"/>
                </a:moveTo>
                <a:cubicBezTo>
                  <a:pt x="12061292" y="1587720"/>
                  <a:pt x="12139670" y="1581001"/>
                  <a:pt x="12188936" y="1572044"/>
                </a:cubicBezTo>
                <a:lnTo>
                  <a:pt x="12188936" y="1330191"/>
                </a:lnTo>
                <a:cubicBezTo>
                  <a:pt x="12150867" y="1334670"/>
                  <a:pt x="12110559" y="1341388"/>
                  <a:pt x="12070250" y="1341388"/>
                </a:cubicBezTo>
                <a:cubicBezTo>
                  <a:pt x="11969478" y="1341388"/>
                  <a:pt x="11909014" y="1294361"/>
                  <a:pt x="11909014" y="1177913"/>
                </a:cubicBezTo>
                <a:lnTo>
                  <a:pt x="11909014" y="667335"/>
                </a:lnTo>
                <a:lnTo>
                  <a:pt x="12171021" y="667335"/>
                </a:lnTo>
                <a:lnTo>
                  <a:pt x="12171021" y="438918"/>
                </a:lnTo>
                <a:lnTo>
                  <a:pt x="11909014" y="438918"/>
                </a:lnTo>
                <a:lnTo>
                  <a:pt x="11909014" y="125405"/>
                </a:lnTo>
                <a:lnTo>
                  <a:pt x="11631331" y="125405"/>
                </a:lnTo>
                <a:lnTo>
                  <a:pt x="11631331" y="438918"/>
                </a:lnTo>
                <a:lnTo>
                  <a:pt x="11474575" y="438918"/>
                </a:lnTo>
                <a:lnTo>
                  <a:pt x="11474575" y="667335"/>
                </a:lnTo>
                <a:lnTo>
                  <a:pt x="11631331" y="667335"/>
                </a:lnTo>
                <a:lnTo>
                  <a:pt x="11631331" y="1207025"/>
                </a:lnTo>
                <a:cubicBezTo>
                  <a:pt x="11631331" y="1464554"/>
                  <a:pt x="11776891" y="1587720"/>
                  <a:pt x="12014265" y="1587720"/>
                </a:cubicBezTo>
                <a:close/>
                <a:moveTo>
                  <a:pt x="9962995" y="344864"/>
                </a:moveTo>
                <a:cubicBezTo>
                  <a:pt x="10059288" y="344864"/>
                  <a:pt x="10137666" y="275444"/>
                  <a:pt x="10137666" y="172432"/>
                </a:cubicBezTo>
                <a:cubicBezTo>
                  <a:pt x="10137666" y="69421"/>
                  <a:pt x="10059288" y="0"/>
                  <a:pt x="9962995" y="0"/>
                </a:cubicBezTo>
                <a:cubicBezTo>
                  <a:pt x="9866701" y="0"/>
                  <a:pt x="9788323" y="69421"/>
                  <a:pt x="9788323" y="172432"/>
                </a:cubicBezTo>
                <a:cubicBezTo>
                  <a:pt x="9788323" y="275444"/>
                  <a:pt x="9866701" y="344864"/>
                  <a:pt x="9962995" y="344864"/>
                </a:cubicBezTo>
                <a:close/>
                <a:moveTo>
                  <a:pt x="10348167" y="1581001"/>
                </a:moveTo>
                <a:lnTo>
                  <a:pt x="10625851" y="1581001"/>
                </a:lnTo>
                <a:lnTo>
                  <a:pt x="10625851" y="958454"/>
                </a:lnTo>
                <a:cubicBezTo>
                  <a:pt x="10625851" y="770346"/>
                  <a:pt x="10737819" y="662856"/>
                  <a:pt x="10892336" y="662856"/>
                </a:cubicBezTo>
                <a:cubicBezTo>
                  <a:pt x="11019981" y="662856"/>
                  <a:pt x="11069247" y="750192"/>
                  <a:pt x="11069247" y="902470"/>
                </a:cubicBezTo>
                <a:lnTo>
                  <a:pt x="11069247" y="1294361"/>
                </a:lnTo>
                <a:cubicBezTo>
                  <a:pt x="11069247" y="1482469"/>
                  <a:pt x="11163301" y="1587720"/>
                  <a:pt x="11349169" y="1587720"/>
                </a:cubicBezTo>
                <a:cubicBezTo>
                  <a:pt x="11387239" y="1587720"/>
                  <a:pt x="11429788" y="1587720"/>
                  <a:pt x="11467856" y="1578762"/>
                </a:cubicBezTo>
                <a:lnTo>
                  <a:pt x="11467856" y="1359303"/>
                </a:lnTo>
                <a:lnTo>
                  <a:pt x="11456660" y="1359303"/>
                </a:lnTo>
                <a:cubicBezTo>
                  <a:pt x="11400675" y="1359303"/>
                  <a:pt x="11346930" y="1348106"/>
                  <a:pt x="11346930" y="1256292"/>
                </a:cubicBezTo>
                <a:lnTo>
                  <a:pt x="11346930" y="830810"/>
                </a:lnTo>
                <a:cubicBezTo>
                  <a:pt x="11346930" y="546408"/>
                  <a:pt x="11201371" y="412046"/>
                  <a:pt x="10972954" y="412046"/>
                </a:cubicBezTo>
                <a:cubicBezTo>
                  <a:pt x="10807240" y="412046"/>
                  <a:pt x="10677357" y="490424"/>
                  <a:pt x="10625851" y="566563"/>
                </a:cubicBezTo>
                <a:lnTo>
                  <a:pt x="10625851" y="438918"/>
                </a:lnTo>
                <a:lnTo>
                  <a:pt x="10348167" y="438918"/>
                </a:lnTo>
                <a:lnTo>
                  <a:pt x="10348167" y="1581001"/>
                </a:lnTo>
                <a:close/>
                <a:moveTo>
                  <a:pt x="9824152" y="438918"/>
                </a:moveTo>
                <a:lnTo>
                  <a:pt x="9824152" y="1294361"/>
                </a:lnTo>
                <a:cubicBezTo>
                  <a:pt x="9824152" y="1482469"/>
                  <a:pt x="9918207" y="1587720"/>
                  <a:pt x="10104075" y="1587720"/>
                </a:cubicBezTo>
                <a:cubicBezTo>
                  <a:pt x="10142144" y="1587720"/>
                  <a:pt x="10184693" y="1587720"/>
                  <a:pt x="10222763" y="1578762"/>
                </a:cubicBezTo>
                <a:lnTo>
                  <a:pt x="10222763" y="1359303"/>
                </a:lnTo>
                <a:lnTo>
                  <a:pt x="10211565" y="1359303"/>
                </a:lnTo>
                <a:cubicBezTo>
                  <a:pt x="10155580" y="1359303"/>
                  <a:pt x="10101836" y="1348106"/>
                  <a:pt x="10101836" y="1256292"/>
                </a:cubicBezTo>
                <a:lnTo>
                  <a:pt x="10101836" y="438918"/>
                </a:lnTo>
                <a:lnTo>
                  <a:pt x="9824152" y="438918"/>
                </a:lnTo>
                <a:close/>
                <a:moveTo>
                  <a:pt x="9103073" y="1357064"/>
                </a:moveTo>
                <a:cubicBezTo>
                  <a:pt x="8932881" y="1357064"/>
                  <a:pt x="8809715" y="1222701"/>
                  <a:pt x="8809715" y="1009960"/>
                </a:cubicBezTo>
                <a:cubicBezTo>
                  <a:pt x="8809715" y="797219"/>
                  <a:pt x="8932881" y="662856"/>
                  <a:pt x="9103073" y="662856"/>
                </a:cubicBezTo>
                <a:cubicBezTo>
                  <a:pt x="9273266" y="662856"/>
                  <a:pt x="9396432" y="797219"/>
                  <a:pt x="9396432" y="1009960"/>
                </a:cubicBezTo>
                <a:cubicBezTo>
                  <a:pt x="9396432" y="1222701"/>
                  <a:pt x="9273266" y="1357064"/>
                  <a:pt x="9103073" y="1357064"/>
                </a:cubicBezTo>
                <a:close/>
                <a:moveTo>
                  <a:pt x="9103073" y="1607874"/>
                </a:moveTo>
                <a:cubicBezTo>
                  <a:pt x="9438980" y="1607874"/>
                  <a:pt x="9678594" y="1363782"/>
                  <a:pt x="9678594" y="1009960"/>
                </a:cubicBezTo>
                <a:cubicBezTo>
                  <a:pt x="9678594" y="656138"/>
                  <a:pt x="9438980" y="412046"/>
                  <a:pt x="9103073" y="412046"/>
                </a:cubicBezTo>
                <a:cubicBezTo>
                  <a:pt x="8767166" y="412046"/>
                  <a:pt x="8527553" y="656138"/>
                  <a:pt x="8527553" y="1009960"/>
                </a:cubicBezTo>
                <a:cubicBezTo>
                  <a:pt x="8527553" y="1363782"/>
                  <a:pt x="8767166" y="1607874"/>
                  <a:pt x="9103073" y="1607874"/>
                </a:cubicBezTo>
                <a:close/>
                <a:moveTo>
                  <a:pt x="7705701" y="747953"/>
                </a:moveTo>
                <a:lnTo>
                  <a:pt x="7705701" y="264247"/>
                </a:lnTo>
                <a:lnTo>
                  <a:pt x="7945315" y="264247"/>
                </a:lnTo>
                <a:cubicBezTo>
                  <a:pt x="8131183" y="264247"/>
                  <a:pt x="8218519" y="356061"/>
                  <a:pt x="8218519" y="506100"/>
                </a:cubicBezTo>
                <a:cubicBezTo>
                  <a:pt x="8218519" y="640462"/>
                  <a:pt x="8144619" y="747953"/>
                  <a:pt x="7945315" y="747953"/>
                </a:cubicBezTo>
                <a:lnTo>
                  <a:pt x="7705701" y="747953"/>
                </a:lnTo>
                <a:close/>
                <a:moveTo>
                  <a:pt x="7423540" y="1581001"/>
                </a:moveTo>
                <a:lnTo>
                  <a:pt x="7705701" y="1581001"/>
                </a:lnTo>
                <a:lnTo>
                  <a:pt x="7705701" y="998763"/>
                </a:lnTo>
                <a:lnTo>
                  <a:pt x="7958751" y="998763"/>
                </a:lnTo>
                <a:cubicBezTo>
                  <a:pt x="8308094" y="998763"/>
                  <a:pt x="8505159" y="797219"/>
                  <a:pt x="8505159" y="506100"/>
                </a:cubicBezTo>
                <a:cubicBezTo>
                  <a:pt x="8505159" y="214980"/>
                  <a:pt x="8308094" y="13436"/>
                  <a:pt x="7958751" y="13436"/>
                </a:cubicBezTo>
                <a:lnTo>
                  <a:pt x="7423540" y="13436"/>
                </a:lnTo>
                <a:lnTo>
                  <a:pt x="7423540" y="1581001"/>
                </a:lnTo>
                <a:close/>
                <a:moveTo>
                  <a:pt x="6671108" y="1334670"/>
                </a:moveTo>
                <a:cubicBezTo>
                  <a:pt x="6518830" y="1334670"/>
                  <a:pt x="6388947" y="1215983"/>
                  <a:pt x="6388947" y="998763"/>
                </a:cubicBezTo>
                <a:cubicBezTo>
                  <a:pt x="6388947" y="781543"/>
                  <a:pt x="6518830" y="662856"/>
                  <a:pt x="6671108" y="662856"/>
                </a:cubicBezTo>
                <a:cubicBezTo>
                  <a:pt x="6823386" y="662856"/>
                  <a:pt x="6953270" y="781543"/>
                  <a:pt x="6953270" y="998763"/>
                </a:cubicBezTo>
                <a:cubicBezTo>
                  <a:pt x="6953270" y="1215983"/>
                  <a:pt x="6823386" y="1334670"/>
                  <a:pt x="6671108" y="1334670"/>
                </a:cubicBezTo>
                <a:close/>
                <a:moveTo>
                  <a:pt x="4554896" y="344864"/>
                </a:moveTo>
                <a:cubicBezTo>
                  <a:pt x="4648950" y="344864"/>
                  <a:pt x="4729567" y="270965"/>
                  <a:pt x="4729567" y="172432"/>
                </a:cubicBezTo>
                <a:cubicBezTo>
                  <a:pt x="4729567" y="73900"/>
                  <a:pt x="4648950" y="0"/>
                  <a:pt x="4554896" y="0"/>
                </a:cubicBezTo>
                <a:cubicBezTo>
                  <a:pt x="4460842" y="0"/>
                  <a:pt x="4380224" y="73900"/>
                  <a:pt x="4380224" y="172432"/>
                </a:cubicBezTo>
                <a:cubicBezTo>
                  <a:pt x="4380224" y="270965"/>
                  <a:pt x="4460842" y="344864"/>
                  <a:pt x="4554896" y="344864"/>
                </a:cubicBezTo>
                <a:close/>
                <a:moveTo>
                  <a:pt x="5941071" y="1587720"/>
                </a:moveTo>
                <a:cubicBezTo>
                  <a:pt x="5979140" y="1587720"/>
                  <a:pt x="6021689" y="1587720"/>
                  <a:pt x="6059758" y="1578762"/>
                </a:cubicBezTo>
                <a:lnTo>
                  <a:pt x="6059758" y="1359303"/>
                </a:lnTo>
                <a:lnTo>
                  <a:pt x="6048561" y="1359303"/>
                </a:lnTo>
                <a:cubicBezTo>
                  <a:pt x="5992577" y="1359303"/>
                  <a:pt x="5938832" y="1348106"/>
                  <a:pt x="5938832" y="1256292"/>
                </a:cubicBezTo>
                <a:lnTo>
                  <a:pt x="5938832" y="830810"/>
                </a:lnTo>
                <a:cubicBezTo>
                  <a:pt x="5938832" y="546408"/>
                  <a:pt x="5793272" y="412046"/>
                  <a:pt x="5564856" y="412046"/>
                </a:cubicBezTo>
                <a:cubicBezTo>
                  <a:pt x="5399142" y="412046"/>
                  <a:pt x="5269258" y="490424"/>
                  <a:pt x="5217752" y="566563"/>
                </a:cubicBezTo>
                <a:lnTo>
                  <a:pt x="5217752" y="438918"/>
                </a:lnTo>
                <a:lnTo>
                  <a:pt x="4940069" y="438918"/>
                </a:lnTo>
                <a:lnTo>
                  <a:pt x="4940069" y="1581001"/>
                </a:lnTo>
                <a:lnTo>
                  <a:pt x="5217752" y="1581001"/>
                </a:lnTo>
                <a:lnTo>
                  <a:pt x="5217752" y="958454"/>
                </a:lnTo>
                <a:cubicBezTo>
                  <a:pt x="5217752" y="770346"/>
                  <a:pt x="5329721" y="662856"/>
                  <a:pt x="5484238" y="662856"/>
                </a:cubicBezTo>
                <a:cubicBezTo>
                  <a:pt x="5611882" y="662856"/>
                  <a:pt x="5661149" y="750192"/>
                  <a:pt x="5661149" y="902470"/>
                </a:cubicBezTo>
                <a:lnTo>
                  <a:pt x="5661149" y="1294361"/>
                </a:lnTo>
                <a:cubicBezTo>
                  <a:pt x="5661149" y="1482469"/>
                  <a:pt x="5755203" y="1587720"/>
                  <a:pt x="5941071" y="1587720"/>
                </a:cubicBezTo>
                <a:close/>
                <a:moveTo>
                  <a:pt x="4416054" y="438918"/>
                </a:moveTo>
                <a:lnTo>
                  <a:pt x="4416054" y="1294361"/>
                </a:lnTo>
                <a:cubicBezTo>
                  <a:pt x="4416054" y="1482469"/>
                  <a:pt x="4510109" y="1587720"/>
                  <a:pt x="4695977" y="1587720"/>
                </a:cubicBezTo>
                <a:cubicBezTo>
                  <a:pt x="4734046" y="1587720"/>
                  <a:pt x="4776594" y="1587720"/>
                  <a:pt x="4814664" y="1578762"/>
                </a:cubicBezTo>
                <a:lnTo>
                  <a:pt x="4814664" y="1359303"/>
                </a:lnTo>
                <a:lnTo>
                  <a:pt x="4803467" y="1359303"/>
                </a:lnTo>
                <a:cubicBezTo>
                  <a:pt x="4747482" y="1359303"/>
                  <a:pt x="4693737" y="1348106"/>
                  <a:pt x="4693737" y="1256292"/>
                </a:cubicBezTo>
                <a:lnTo>
                  <a:pt x="4693737" y="438918"/>
                </a:lnTo>
                <a:lnTo>
                  <a:pt x="4416054" y="438918"/>
                </a:lnTo>
                <a:close/>
                <a:moveTo>
                  <a:pt x="3638990" y="1581001"/>
                </a:moveTo>
                <a:lnTo>
                  <a:pt x="3916673" y="1581001"/>
                </a:lnTo>
                <a:lnTo>
                  <a:pt x="3916673" y="1001002"/>
                </a:lnTo>
                <a:cubicBezTo>
                  <a:pt x="3916673" y="761389"/>
                  <a:pt x="4026403" y="687489"/>
                  <a:pt x="4212271" y="687489"/>
                </a:cubicBezTo>
                <a:cubicBezTo>
                  <a:pt x="4234665" y="687489"/>
                  <a:pt x="4259298" y="689729"/>
                  <a:pt x="4270495" y="691968"/>
                </a:cubicBezTo>
                <a:lnTo>
                  <a:pt x="4270495" y="427721"/>
                </a:lnTo>
                <a:cubicBezTo>
                  <a:pt x="4254819" y="425482"/>
                  <a:pt x="4241383" y="425482"/>
                  <a:pt x="4227947" y="425482"/>
                </a:cubicBezTo>
                <a:cubicBezTo>
                  <a:pt x="4057754" y="425482"/>
                  <a:pt x="3968179" y="492663"/>
                  <a:pt x="3914433" y="566563"/>
                </a:cubicBezTo>
                <a:lnTo>
                  <a:pt x="3914433" y="438918"/>
                </a:lnTo>
                <a:lnTo>
                  <a:pt x="3638990" y="438918"/>
                </a:lnTo>
                <a:lnTo>
                  <a:pt x="3638990" y="1581001"/>
                </a:lnTo>
                <a:close/>
                <a:moveTo>
                  <a:pt x="2891038" y="1374979"/>
                </a:moveTo>
                <a:cubicBezTo>
                  <a:pt x="2810420" y="1374979"/>
                  <a:pt x="2727563" y="1334670"/>
                  <a:pt x="2727563" y="1240616"/>
                </a:cubicBezTo>
                <a:cubicBezTo>
                  <a:pt x="2727563" y="1110732"/>
                  <a:pt x="2852968" y="1059226"/>
                  <a:pt x="3153045" y="1059226"/>
                </a:cubicBezTo>
                <a:cubicBezTo>
                  <a:pt x="3153045" y="1269728"/>
                  <a:pt x="3058991" y="1374979"/>
                  <a:pt x="2891038" y="1374979"/>
                </a:cubicBezTo>
                <a:close/>
                <a:moveTo>
                  <a:pt x="2864165" y="1607874"/>
                </a:moveTo>
                <a:cubicBezTo>
                  <a:pt x="3043315" y="1607874"/>
                  <a:pt x="3146327" y="1538453"/>
                  <a:pt x="3202311" y="1471272"/>
                </a:cubicBezTo>
                <a:cubicBezTo>
                  <a:pt x="3222466" y="1525017"/>
                  <a:pt x="3282929" y="1587720"/>
                  <a:pt x="3410573" y="1587720"/>
                </a:cubicBezTo>
                <a:cubicBezTo>
                  <a:pt x="3437446" y="1587720"/>
                  <a:pt x="3477755" y="1585480"/>
                  <a:pt x="3515824" y="1574283"/>
                </a:cubicBezTo>
                <a:lnTo>
                  <a:pt x="3515824" y="1352585"/>
                </a:lnTo>
                <a:cubicBezTo>
                  <a:pt x="3482233" y="1352585"/>
                  <a:pt x="3417291" y="1359303"/>
                  <a:pt x="3417291" y="1240616"/>
                </a:cubicBezTo>
                <a:lnTo>
                  <a:pt x="3417291" y="904709"/>
                </a:lnTo>
                <a:cubicBezTo>
                  <a:pt x="3417291" y="535212"/>
                  <a:pt x="3204551" y="412046"/>
                  <a:pt x="2906713" y="412046"/>
                </a:cubicBezTo>
                <a:cubicBezTo>
                  <a:pt x="2669339" y="412046"/>
                  <a:pt x="2510343" y="528493"/>
                  <a:pt x="2456598" y="571042"/>
                </a:cubicBezTo>
                <a:lnTo>
                  <a:pt x="2588722" y="786022"/>
                </a:lnTo>
                <a:cubicBezTo>
                  <a:pt x="2642467" y="743474"/>
                  <a:pt x="2756675" y="662856"/>
                  <a:pt x="2906713" y="662856"/>
                </a:cubicBezTo>
                <a:cubicBezTo>
                  <a:pt x="3052273" y="662856"/>
                  <a:pt x="3137369" y="718841"/>
                  <a:pt x="3148566" y="839767"/>
                </a:cubicBezTo>
                <a:cubicBezTo>
                  <a:pt x="2976134" y="839767"/>
                  <a:pt x="2445401" y="833049"/>
                  <a:pt x="2445401" y="1242855"/>
                </a:cubicBezTo>
                <a:cubicBezTo>
                  <a:pt x="2445401" y="1480229"/>
                  <a:pt x="2637988" y="1607874"/>
                  <a:pt x="2864165" y="1607874"/>
                </a:cubicBezTo>
                <a:close/>
                <a:moveTo>
                  <a:pt x="1549650" y="857682"/>
                </a:moveTo>
                <a:cubicBezTo>
                  <a:pt x="1585480" y="721080"/>
                  <a:pt x="1692970" y="653899"/>
                  <a:pt x="1818375" y="653899"/>
                </a:cubicBezTo>
                <a:cubicBezTo>
                  <a:pt x="1925865" y="653899"/>
                  <a:pt x="2040074" y="705404"/>
                  <a:pt x="2051271" y="857682"/>
                </a:cubicBezTo>
                <a:lnTo>
                  <a:pt x="1549650" y="857682"/>
                </a:lnTo>
                <a:close/>
                <a:moveTo>
                  <a:pt x="1845248" y="1607874"/>
                </a:moveTo>
                <a:cubicBezTo>
                  <a:pt x="2087101" y="1607874"/>
                  <a:pt x="2266251" y="1477990"/>
                  <a:pt x="2346869" y="1370500"/>
                </a:cubicBezTo>
                <a:lnTo>
                  <a:pt x="2149803" y="1198068"/>
                </a:lnTo>
                <a:cubicBezTo>
                  <a:pt x="2098298" y="1263010"/>
                  <a:pt x="2004244" y="1357064"/>
                  <a:pt x="1845248" y="1357064"/>
                </a:cubicBezTo>
                <a:cubicBezTo>
                  <a:pt x="1670576" y="1357064"/>
                  <a:pt x="1549650" y="1236137"/>
                  <a:pt x="1540692" y="1081620"/>
                </a:cubicBezTo>
                <a:lnTo>
                  <a:pt x="2324475" y="1081620"/>
                </a:lnTo>
                <a:cubicBezTo>
                  <a:pt x="2331193" y="1034593"/>
                  <a:pt x="2333433" y="1001002"/>
                  <a:pt x="2333433" y="936060"/>
                </a:cubicBezTo>
                <a:cubicBezTo>
                  <a:pt x="2333433" y="660617"/>
                  <a:pt x="2174437" y="412046"/>
                  <a:pt x="1818375" y="412046"/>
                </a:cubicBezTo>
                <a:cubicBezTo>
                  <a:pt x="1493665" y="412046"/>
                  <a:pt x="1260770" y="665096"/>
                  <a:pt x="1260770" y="1014439"/>
                </a:cubicBezTo>
                <a:cubicBezTo>
                  <a:pt x="1260770" y="1357064"/>
                  <a:pt x="1500384" y="1607874"/>
                  <a:pt x="1845248" y="1607874"/>
                </a:cubicBezTo>
                <a:close/>
                <a:moveTo>
                  <a:pt x="282162" y="644941"/>
                </a:moveTo>
                <a:lnTo>
                  <a:pt x="282162" y="264247"/>
                </a:lnTo>
                <a:lnTo>
                  <a:pt x="618068" y="264247"/>
                </a:lnTo>
                <a:cubicBezTo>
                  <a:pt x="759149" y="264247"/>
                  <a:pt x="828570" y="338146"/>
                  <a:pt x="828570" y="454594"/>
                </a:cubicBezTo>
                <a:cubicBezTo>
                  <a:pt x="828570" y="571042"/>
                  <a:pt x="756910" y="644941"/>
                  <a:pt x="620308" y="644941"/>
                </a:cubicBezTo>
                <a:lnTo>
                  <a:pt x="282162" y="644941"/>
                </a:lnTo>
                <a:close/>
                <a:moveTo>
                  <a:pt x="282162" y="1330191"/>
                </a:moveTo>
                <a:lnTo>
                  <a:pt x="282162" y="895752"/>
                </a:lnTo>
                <a:lnTo>
                  <a:pt x="633744" y="895752"/>
                </a:lnTo>
                <a:cubicBezTo>
                  <a:pt x="792740" y="895752"/>
                  <a:pt x="880076" y="976369"/>
                  <a:pt x="880076" y="1112971"/>
                </a:cubicBezTo>
                <a:cubicBezTo>
                  <a:pt x="880076" y="1249573"/>
                  <a:pt x="797219" y="1330191"/>
                  <a:pt x="633744" y="1330191"/>
                </a:cubicBezTo>
                <a:lnTo>
                  <a:pt x="282162" y="1330191"/>
                </a:lnTo>
                <a:close/>
                <a:moveTo>
                  <a:pt x="0" y="1581001"/>
                </a:moveTo>
                <a:lnTo>
                  <a:pt x="627026" y="1581001"/>
                </a:lnTo>
                <a:cubicBezTo>
                  <a:pt x="985327" y="1581001"/>
                  <a:pt x="1166716" y="1395133"/>
                  <a:pt x="1166716" y="1119689"/>
                </a:cubicBezTo>
                <a:cubicBezTo>
                  <a:pt x="1166716" y="962933"/>
                  <a:pt x="1099535" y="821852"/>
                  <a:pt x="967412" y="747953"/>
                </a:cubicBezTo>
                <a:cubicBezTo>
                  <a:pt x="1065944" y="674053"/>
                  <a:pt x="1110732" y="562084"/>
                  <a:pt x="1110732" y="438918"/>
                </a:cubicBezTo>
                <a:cubicBezTo>
                  <a:pt x="1110732" y="192587"/>
                  <a:pt x="945018" y="13436"/>
                  <a:pt x="611350" y="13436"/>
                </a:cubicBezTo>
                <a:lnTo>
                  <a:pt x="0" y="13436"/>
                </a:lnTo>
                <a:lnTo>
                  <a:pt x="0" y="1581001"/>
                </a:lnTo>
                <a:close/>
                <a:moveTo>
                  <a:pt x="6664390" y="2033356"/>
                </a:moveTo>
                <a:cubicBezTo>
                  <a:pt x="6879371" y="2033356"/>
                  <a:pt x="7221996" y="1919148"/>
                  <a:pt x="7221996" y="1520538"/>
                </a:cubicBezTo>
                <a:lnTo>
                  <a:pt x="7221996" y="438918"/>
                </a:lnTo>
                <a:lnTo>
                  <a:pt x="6944313" y="438918"/>
                </a:lnTo>
                <a:lnTo>
                  <a:pt x="6944313" y="546408"/>
                </a:lnTo>
                <a:cubicBezTo>
                  <a:pt x="6886089" y="472509"/>
                  <a:pt x="6798753" y="412046"/>
                  <a:pt x="6635278" y="412046"/>
                </a:cubicBezTo>
                <a:cubicBezTo>
                  <a:pt x="6350877" y="412046"/>
                  <a:pt x="6106785" y="640462"/>
                  <a:pt x="6106785" y="998763"/>
                </a:cubicBezTo>
                <a:cubicBezTo>
                  <a:pt x="6106785" y="1357064"/>
                  <a:pt x="6350877" y="1585480"/>
                  <a:pt x="6635278" y="1585480"/>
                </a:cubicBezTo>
                <a:cubicBezTo>
                  <a:pt x="6798753" y="1585480"/>
                  <a:pt x="6886089" y="1527256"/>
                  <a:pt x="6944313" y="1451118"/>
                </a:cubicBezTo>
                <a:lnTo>
                  <a:pt x="6944313" y="1525017"/>
                </a:lnTo>
                <a:cubicBezTo>
                  <a:pt x="6944313" y="1692970"/>
                  <a:pt x="6823386" y="1782546"/>
                  <a:pt x="6664390" y="1782546"/>
                </a:cubicBezTo>
                <a:cubicBezTo>
                  <a:pt x="6489719" y="1782546"/>
                  <a:pt x="6377750" y="1684013"/>
                  <a:pt x="6330723" y="1630268"/>
                </a:cubicBezTo>
                <a:lnTo>
                  <a:pt x="6124700" y="1802700"/>
                </a:lnTo>
                <a:cubicBezTo>
                  <a:pt x="6171727" y="1856445"/>
                  <a:pt x="6330723" y="2033356"/>
                  <a:pt x="6664390" y="2033356"/>
                </a:cubicBezTo>
                <a:close/>
              </a:path>
            </a:pathLst>
          </a:custGeom>
          <a:solidFill>
            <a:schemeClr val="tx1"/>
          </a:solidFill>
          <a:ln w="8133">
            <a:noFill/>
            <a:prstDash val="solid"/>
          </a:ln>
        </p:spPr>
        <p:txBody>
          <a:bodyPr anchor="ctr"/>
          <a:lstStyle/>
          <a:p>
            <a:endParaRPr/>
          </a:p>
        </p:txBody>
      </p:sp>
      <p:sp>
        <p:nvSpPr>
          <p:cNvPr id="3" name="BearingPoint Logo">
            <a:extLst>
              <a:ext uri="{FF2B5EF4-FFF2-40B4-BE49-F238E27FC236}">
                <a16:creationId xmlns:a16="http://schemas.microsoft.com/office/drawing/2014/main" id="{6871FE7E-2AB1-4308-50E0-EE8AF9602E27}"/>
              </a:ext>
            </a:extLst>
          </p:cNvPr>
          <p:cNvSpPr>
            <a:spLocks noGrp="1"/>
          </p:cNvSpPr>
          <p:nvPr/>
        </p:nvSpPr>
        <p:spPr>
          <a:xfrm>
            <a:off x="384175" y="358775"/>
            <a:ext cx="1747838" cy="291574"/>
          </a:xfrm>
          <a:custGeom>
            <a:avLst/>
            <a:gdLst>
              <a:gd name="connsiteX0" fmla="*/ 12014265 w 12188936"/>
              <a:gd name="connsiteY0" fmla="*/ 1587720 h 2033355"/>
              <a:gd name="connsiteX1" fmla="*/ 12188936 w 12188936"/>
              <a:gd name="connsiteY1" fmla="*/ 1572044 h 2033355"/>
              <a:gd name="connsiteX2" fmla="*/ 12188936 w 12188936"/>
              <a:gd name="connsiteY2" fmla="*/ 1330191 h 2033355"/>
              <a:gd name="connsiteX3" fmla="*/ 12070250 w 12188936"/>
              <a:gd name="connsiteY3" fmla="*/ 1341388 h 2033355"/>
              <a:gd name="connsiteX4" fmla="*/ 11909014 w 12188936"/>
              <a:gd name="connsiteY4" fmla="*/ 1177913 h 2033355"/>
              <a:gd name="connsiteX5" fmla="*/ 11909014 w 12188936"/>
              <a:gd name="connsiteY5" fmla="*/ 667335 h 2033355"/>
              <a:gd name="connsiteX6" fmla="*/ 12171021 w 12188936"/>
              <a:gd name="connsiteY6" fmla="*/ 667335 h 2033355"/>
              <a:gd name="connsiteX7" fmla="*/ 12171021 w 12188936"/>
              <a:gd name="connsiteY7" fmla="*/ 438918 h 2033355"/>
              <a:gd name="connsiteX8" fmla="*/ 11909014 w 12188936"/>
              <a:gd name="connsiteY8" fmla="*/ 438918 h 2033355"/>
              <a:gd name="connsiteX9" fmla="*/ 11909014 w 12188936"/>
              <a:gd name="connsiteY9" fmla="*/ 125405 h 2033355"/>
              <a:gd name="connsiteX10" fmla="*/ 11631331 w 12188936"/>
              <a:gd name="connsiteY10" fmla="*/ 125405 h 2033355"/>
              <a:gd name="connsiteX11" fmla="*/ 11631331 w 12188936"/>
              <a:gd name="connsiteY11" fmla="*/ 438918 h 2033355"/>
              <a:gd name="connsiteX12" fmla="*/ 11474575 w 12188936"/>
              <a:gd name="connsiteY12" fmla="*/ 438918 h 2033355"/>
              <a:gd name="connsiteX13" fmla="*/ 11474575 w 12188936"/>
              <a:gd name="connsiteY13" fmla="*/ 667335 h 2033355"/>
              <a:gd name="connsiteX14" fmla="*/ 11631331 w 12188936"/>
              <a:gd name="connsiteY14" fmla="*/ 667335 h 2033355"/>
              <a:gd name="connsiteX15" fmla="*/ 11631331 w 12188936"/>
              <a:gd name="connsiteY15" fmla="*/ 1207025 h 2033355"/>
              <a:gd name="connsiteX16" fmla="*/ 12014265 w 12188936"/>
              <a:gd name="connsiteY16" fmla="*/ 1587720 h 2033355"/>
              <a:gd name="connsiteX17" fmla="*/ 9962995 w 12188936"/>
              <a:gd name="connsiteY17" fmla="*/ 344864 h 2033355"/>
              <a:gd name="connsiteX18" fmla="*/ 10137666 w 12188936"/>
              <a:gd name="connsiteY18" fmla="*/ 172432 h 2033355"/>
              <a:gd name="connsiteX19" fmla="*/ 9962995 w 12188936"/>
              <a:gd name="connsiteY19" fmla="*/ 0 h 2033355"/>
              <a:gd name="connsiteX20" fmla="*/ 9788323 w 12188936"/>
              <a:gd name="connsiteY20" fmla="*/ 172432 h 2033355"/>
              <a:gd name="connsiteX21" fmla="*/ 9962995 w 12188936"/>
              <a:gd name="connsiteY21" fmla="*/ 344864 h 2033355"/>
              <a:gd name="connsiteX22" fmla="*/ 10348167 w 12188936"/>
              <a:gd name="connsiteY22" fmla="*/ 1581001 h 2033355"/>
              <a:gd name="connsiteX23" fmla="*/ 10625851 w 12188936"/>
              <a:gd name="connsiteY23" fmla="*/ 1581001 h 2033355"/>
              <a:gd name="connsiteX24" fmla="*/ 10625851 w 12188936"/>
              <a:gd name="connsiteY24" fmla="*/ 958454 h 2033355"/>
              <a:gd name="connsiteX25" fmla="*/ 10892336 w 12188936"/>
              <a:gd name="connsiteY25" fmla="*/ 662856 h 2033355"/>
              <a:gd name="connsiteX26" fmla="*/ 11069247 w 12188936"/>
              <a:gd name="connsiteY26" fmla="*/ 902470 h 2033355"/>
              <a:gd name="connsiteX27" fmla="*/ 11069247 w 12188936"/>
              <a:gd name="connsiteY27" fmla="*/ 1294361 h 2033355"/>
              <a:gd name="connsiteX28" fmla="*/ 11349169 w 12188936"/>
              <a:gd name="connsiteY28" fmla="*/ 1587720 h 2033355"/>
              <a:gd name="connsiteX29" fmla="*/ 11467856 w 12188936"/>
              <a:gd name="connsiteY29" fmla="*/ 1578762 h 2033355"/>
              <a:gd name="connsiteX30" fmla="*/ 11467856 w 12188936"/>
              <a:gd name="connsiteY30" fmla="*/ 1359303 h 2033355"/>
              <a:gd name="connsiteX31" fmla="*/ 11456660 w 12188936"/>
              <a:gd name="connsiteY31" fmla="*/ 1359303 h 2033355"/>
              <a:gd name="connsiteX32" fmla="*/ 11346930 w 12188936"/>
              <a:gd name="connsiteY32" fmla="*/ 1256292 h 2033355"/>
              <a:gd name="connsiteX33" fmla="*/ 11346930 w 12188936"/>
              <a:gd name="connsiteY33" fmla="*/ 830810 h 2033355"/>
              <a:gd name="connsiteX34" fmla="*/ 10972954 w 12188936"/>
              <a:gd name="connsiteY34" fmla="*/ 412046 h 2033355"/>
              <a:gd name="connsiteX35" fmla="*/ 10625851 w 12188936"/>
              <a:gd name="connsiteY35" fmla="*/ 566563 h 2033355"/>
              <a:gd name="connsiteX36" fmla="*/ 10625851 w 12188936"/>
              <a:gd name="connsiteY36" fmla="*/ 438918 h 2033355"/>
              <a:gd name="connsiteX37" fmla="*/ 10348167 w 12188936"/>
              <a:gd name="connsiteY37" fmla="*/ 438918 h 2033355"/>
              <a:gd name="connsiteX38" fmla="*/ 10348167 w 12188936"/>
              <a:gd name="connsiteY38" fmla="*/ 1581001 h 2033355"/>
              <a:gd name="connsiteX39" fmla="*/ 9824152 w 12188936"/>
              <a:gd name="connsiteY39" fmla="*/ 438918 h 2033355"/>
              <a:gd name="connsiteX40" fmla="*/ 9824152 w 12188936"/>
              <a:gd name="connsiteY40" fmla="*/ 1294361 h 2033355"/>
              <a:gd name="connsiteX41" fmla="*/ 10104075 w 12188936"/>
              <a:gd name="connsiteY41" fmla="*/ 1587720 h 2033355"/>
              <a:gd name="connsiteX42" fmla="*/ 10222763 w 12188936"/>
              <a:gd name="connsiteY42" fmla="*/ 1578762 h 2033355"/>
              <a:gd name="connsiteX43" fmla="*/ 10222763 w 12188936"/>
              <a:gd name="connsiteY43" fmla="*/ 1359303 h 2033355"/>
              <a:gd name="connsiteX44" fmla="*/ 10211565 w 12188936"/>
              <a:gd name="connsiteY44" fmla="*/ 1359303 h 2033355"/>
              <a:gd name="connsiteX45" fmla="*/ 10101836 w 12188936"/>
              <a:gd name="connsiteY45" fmla="*/ 1256292 h 2033355"/>
              <a:gd name="connsiteX46" fmla="*/ 10101836 w 12188936"/>
              <a:gd name="connsiteY46" fmla="*/ 438918 h 2033355"/>
              <a:gd name="connsiteX47" fmla="*/ 9824152 w 12188936"/>
              <a:gd name="connsiteY47" fmla="*/ 438918 h 2033355"/>
              <a:gd name="connsiteX48" fmla="*/ 9103073 w 12188936"/>
              <a:gd name="connsiteY48" fmla="*/ 1357064 h 2033355"/>
              <a:gd name="connsiteX49" fmla="*/ 8809715 w 12188936"/>
              <a:gd name="connsiteY49" fmla="*/ 1009960 h 2033355"/>
              <a:gd name="connsiteX50" fmla="*/ 9103073 w 12188936"/>
              <a:gd name="connsiteY50" fmla="*/ 662856 h 2033355"/>
              <a:gd name="connsiteX51" fmla="*/ 9396432 w 12188936"/>
              <a:gd name="connsiteY51" fmla="*/ 1009960 h 2033355"/>
              <a:gd name="connsiteX52" fmla="*/ 9103073 w 12188936"/>
              <a:gd name="connsiteY52" fmla="*/ 1357064 h 2033355"/>
              <a:gd name="connsiteX53" fmla="*/ 9103073 w 12188936"/>
              <a:gd name="connsiteY53" fmla="*/ 1607874 h 2033355"/>
              <a:gd name="connsiteX54" fmla="*/ 9678594 w 12188936"/>
              <a:gd name="connsiteY54" fmla="*/ 1009960 h 2033355"/>
              <a:gd name="connsiteX55" fmla="*/ 9103073 w 12188936"/>
              <a:gd name="connsiteY55" fmla="*/ 412046 h 2033355"/>
              <a:gd name="connsiteX56" fmla="*/ 8527553 w 12188936"/>
              <a:gd name="connsiteY56" fmla="*/ 1009960 h 2033355"/>
              <a:gd name="connsiteX57" fmla="*/ 9103073 w 12188936"/>
              <a:gd name="connsiteY57" fmla="*/ 1607874 h 2033355"/>
              <a:gd name="connsiteX58" fmla="*/ 7705701 w 12188936"/>
              <a:gd name="connsiteY58" fmla="*/ 747953 h 2033355"/>
              <a:gd name="connsiteX59" fmla="*/ 7705701 w 12188936"/>
              <a:gd name="connsiteY59" fmla="*/ 264247 h 2033355"/>
              <a:gd name="connsiteX60" fmla="*/ 7945315 w 12188936"/>
              <a:gd name="connsiteY60" fmla="*/ 264247 h 2033355"/>
              <a:gd name="connsiteX61" fmla="*/ 8218519 w 12188936"/>
              <a:gd name="connsiteY61" fmla="*/ 506100 h 2033355"/>
              <a:gd name="connsiteX62" fmla="*/ 7945315 w 12188936"/>
              <a:gd name="connsiteY62" fmla="*/ 747953 h 2033355"/>
              <a:gd name="connsiteX63" fmla="*/ 7705701 w 12188936"/>
              <a:gd name="connsiteY63" fmla="*/ 747953 h 2033355"/>
              <a:gd name="connsiteX64" fmla="*/ 7423540 w 12188936"/>
              <a:gd name="connsiteY64" fmla="*/ 1581001 h 2033355"/>
              <a:gd name="connsiteX65" fmla="*/ 7705701 w 12188936"/>
              <a:gd name="connsiteY65" fmla="*/ 1581001 h 2033355"/>
              <a:gd name="connsiteX66" fmla="*/ 7705701 w 12188936"/>
              <a:gd name="connsiteY66" fmla="*/ 998763 h 2033355"/>
              <a:gd name="connsiteX67" fmla="*/ 7958751 w 12188936"/>
              <a:gd name="connsiteY67" fmla="*/ 998763 h 2033355"/>
              <a:gd name="connsiteX68" fmla="*/ 8505159 w 12188936"/>
              <a:gd name="connsiteY68" fmla="*/ 506100 h 2033355"/>
              <a:gd name="connsiteX69" fmla="*/ 7958751 w 12188936"/>
              <a:gd name="connsiteY69" fmla="*/ 13436 h 2033355"/>
              <a:gd name="connsiteX70" fmla="*/ 7423540 w 12188936"/>
              <a:gd name="connsiteY70" fmla="*/ 13436 h 2033355"/>
              <a:gd name="connsiteX71" fmla="*/ 7423540 w 12188936"/>
              <a:gd name="connsiteY71" fmla="*/ 1581001 h 2033355"/>
              <a:gd name="connsiteX72" fmla="*/ 6671108 w 12188936"/>
              <a:gd name="connsiteY72" fmla="*/ 1334670 h 2033355"/>
              <a:gd name="connsiteX73" fmla="*/ 6388947 w 12188936"/>
              <a:gd name="connsiteY73" fmla="*/ 998763 h 2033355"/>
              <a:gd name="connsiteX74" fmla="*/ 6671108 w 12188936"/>
              <a:gd name="connsiteY74" fmla="*/ 662856 h 2033355"/>
              <a:gd name="connsiteX75" fmla="*/ 6953270 w 12188936"/>
              <a:gd name="connsiteY75" fmla="*/ 998763 h 2033355"/>
              <a:gd name="connsiteX76" fmla="*/ 6671108 w 12188936"/>
              <a:gd name="connsiteY76" fmla="*/ 1334670 h 2033355"/>
              <a:gd name="connsiteX77" fmla="*/ 4554896 w 12188936"/>
              <a:gd name="connsiteY77" fmla="*/ 344864 h 2033355"/>
              <a:gd name="connsiteX78" fmla="*/ 4729567 w 12188936"/>
              <a:gd name="connsiteY78" fmla="*/ 172432 h 2033355"/>
              <a:gd name="connsiteX79" fmla="*/ 4554896 w 12188936"/>
              <a:gd name="connsiteY79" fmla="*/ 0 h 2033355"/>
              <a:gd name="connsiteX80" fmla="*/ 4380224 w 12188936"/>
              <a:gd name="connsiteY80" fmla="*/ 172432 h 2033355"/>
              <a:gd name="connsiteX81" fmla="*/ 4554896 w 12188936"/>
              <a:gd name="connsiteY81" fmla="*/ 344864 h 2033355"/>
              <a:gd name="connsiteX82" fmla="*/ 5941071 w 12188936"/>
              <a:gd name="connsiteY82" fmla="*/ 1587720 h 2033355"/>
              <a:gd name="connsiteX83" fmla="*/ 6059758 w 12188936"/>
              <a:gd name="connsiteY83" fmla="*/ 1578762 h 2033355"/>
              <a:gd name="connsiteX84" fmla="*/ 6059758 w 12188936"/>
              <a:gd name="connsiteY84" fmla="*/ 1359303 h 2033355"/>
              <a:gd name="connsiteX85" fmla="*/ 6048561 w 12188936"/>
              <a:gd name="connsiteY85" fmla="*/ 1359303 h 2033355"/>
              <a:gd name="connsiteX86" fmla="*/ 5938832 w 12188936"/>
              <a:gd name="connsiteY86" fmla="*/ 1256292 h 2033355"/>
              <a:gd name="connsiteX87" fmla="*/ 5938832 w 12188936"/>
              <a:gd name="connsiteY87" fmla="*/ 830810 h 2033355"/>
              <a:gd name="connsiteX88" fmla="*/ 5564856 w 12188936"/>
              <a:gd name="connsiteY88" fmla="*/ 412046 h 2033355"/>
              <a:gd name="connsiteX89" fmla="*/ 5217752 w 12188936"/>
              <a:gd name="connsiteY89" fmla="*/ 566563 h 2033355"/>
              <a:gd name="connsiteX90" fmla="*/ 5217752 w 12188936"/>
              <a:gd name="connsiteY90" fmla="*/ 438918 h 2033355"/>
              <a:gd name="connsiteX91" fmla="*/ 4940069 w 12188936"/>
              <a:gd name="connsiteY91" fmla="*/ 438918 h 2033355"/>
              <a:gd name="connsiteX92" fmla="*/ 4940069 w 12188936"/>
              <a:gd name="connsiteY92" fmla="*/ 1581001 h 2033355"/>
              <a:gd name="connsiteX93" fmla="*/ 5217752 w 12188936"/>
              <a:gd name="connsiteY93" fmla="*/ 1581001 h 2033355"/>
              <a:gd name="connsiteX94" fmla="*/ 5217752 w 12188936"/>
              <a:gd name="connsiteY94" fmla="*/ 958454 h 2033355"/>
              <a:gd name="connsiteX95" fmla="*/ 5484238 w 12188936"/>
              <a:gd name="connsiteY95" fmla="*/ 662856 h 2033355"/>
              <a:gd name="connsiteX96" fmla="*/ 5661149 w 12188936"/>
              <a:gd name="connsiteY96" fmla="*/ 902470 h 2033355"/>
              <a:gd name="connsiteX97" fmla="*/ 5661149 w 12188936"/>
              <a:gd name="connsiteY97" fmla="*/ 1294361 h 2033355"/>
              <a:gd name="connsiteX98" fmla="*/ 5941071 w 12188936"/>
              <a:gd name="connsiteY98" fmla="*/ 1587720 h 2033355"/>
              <a:gd name="connsiteX99" fmla="*/ 4416054 w 12188936"/>
              <a:gd name="connsiteY99" fmla="*/ 438918 h 2033355"/>
              <a:gd name="connsiteX100" fmla="*/ 4416054 w 12188936"/>
              <a:gd name="connsiteY100" fmla="*/ 1294361 h 2033355"/>
              <a:gd name="connsiteX101" fmla="*/ 4695977 w 12188936"/>
              <a:gd name="connsiteY101" fmla="*/ 1587720 h 2033355"/>
              <a:gd name="connsiteX102" fmla="*/ 4814664 w 12188936"/>
              <a:gd name="connsiteY102" fmla="*/ 1578762 h 2033355"/>
              <a:gd name="connsiteX103" fmla="*/ 4814664 w 12188936"/>
              <a:gd name="connsiteY103" fmla="*/ 1359303 h 2033355"/>
              <a:gd name="connsiteX104" fmla="*/ 4803467 w 12188936"/>
              <a:gd name="connsiteY104" fmla="*/ 1359303 h 2033355"/>
              <a:gd name="connsiteX105" fmla="*/ 4693737 w 12188936"/>
              <a:gd name="connsiteY105" fmla="*/ 1256292 h 2033355"/>
              <a:gd name="connsiteX106" fmla="*/ 4693737 w 12188936"/>
              <a:gd name="connsiteY106" fmla="*/ 438918 h 2033355"/>
              <a:gd name="connsiteX107" fmla="*/ 4416054 w 12188936"/>
              <a:gd name="connsiteY107" fmla="*/ 438918 h 2033355"/>
              <a:gd name="connsiteX108" fmla="*/ 3638990 w 12188936"/>
              <a:gd name="connsiteY108" fmla="*/ 1581001 h 2033355"/>
              <a:gd name="connsiteX109" fmla="*/ 3916673 w 12188936"/>
              <a:gd name="connsiteY109" fmla="*/ 1581001 h 2033355"/>
              <a:gd name="connsiteX110" fmla="*/ 3916673 w 12188936"/>
              <a:gd name="connsiteY110" fmla="*/ 1001002 h 2033355"/>
              <a:gd name="connsiteX111" fmla="*/ 4212271 w 12188936"/>
              <a:gd name="connsiteY111" fmla="*/ 687489 h 2033355"/>
              <a:gd name="connsiteX112" fmla="*/ 4270495 w 12188936"/>
              <a:gd name="connsiteY112" fmla="*/ 691968 h 2033355"/>
              <a:gd name="connsiteX113" fmla="*/ 4270495 w 12188936"/>
              <a:gd name="connsiteY113" fmla="*/ 427721 h 2033355"/>
              <a:gd name="connsiteX114" fmla="*/ 4227947 w 12188936"/>
              <a:gd name="connsiteY114" fmla="*/ 425482 h 2033355"/>
              <a:gd name="connsiteX115" fmla="*/ 3914433 w 12188936"/>
              <a:gd name="connsiteY115" fmla="*/ 566563 h 2033355"/>
              <a:gd name="connsiteX116" fmla="*/ 3914433 w 12188936"/>
              <a:gd name="connsiteY116" fmla="*/ 438918 h 2033355"/>
              <a:gd name="connsiteX117" fmla="*/ 3638990 w 12188936"/>
              <a:gd name="connsiteY117" fmla="*/ 438918 h 2033355"/>
              <a:gd name="connsiteX118" fmla="*/ 3638990 w 12188936"/>
              <a:gd name="connsiteY118" fmla="*/ 1581001 h 2033355"/>
              <a:gd name="connsiteX119" fmla="*/ 2891038 w 12188936"/>
              <a:gd name="connsiteY119" fmla="*/ 1374979 h 2033355"/>
              <a:gd name="connsiteX120" fmla="*/ 2727563 w 12188936"/>
              <a:gd name="connsiteY120" fmla="*/ 1240616 h 2033355"/>
              <a:gd name="connsiteX121" fmla="*/ 3153045 w 12188936"/>
              <a:gd name="connsiteY121" fmla="*/ 1059226 h 2033355"/>
              <a:gd name="connsiteX122" fmla="*/ 2891038 w 12188936"/>
              <a:gd name="connsiteY122" fmla="*/ 1374979 h 2033355"/>
              <a:gd name="connsiteX123" fmla="*/ 2864165 w 12188936"/>
              <a:gd name="connsiteY123" fmla="*/ 1607874 h 2033355"/>
              <a:gd name="connsiteX124" fmla="*/ 3202311 w 12188936"/>
              <a:gd name="connsiteY124" fmla="*/ 1471272 h 2033355"/>
              <a:gd name="connsiteX125" fmla="*/ 3410573 w 12188936"/>
              <a:gd name="connsiteY125" fmla="*/ 1587720 h 2033355"/>
              <a:gd name="connsiteX126" fmla="*/ 3515824 w 12188936"/>
              <a:gd name="connsiteY126" fmla="*/ 1574283 h 2033355"/>
              <a:gd name="connsiteX127" fmla="*/ 3515824 w 12188936"/>
              <a:gd name="connsiteY127" fmla="*/ 1352585 h 2033355"/>
              <a:gd name="connsiteX128" fmla="*/ 3417291 w 12188936"/>
              <a:gd name="connsiteY128" fmla="*/ 1240616 h 2033355"/>
              <a:gd name="connsiteX129" fmla="*/ 3417291 w 12188936"/>
              <a:gd name="connsiteY129" fmla="*/ 904709 h 2033355"/>
              <a:gd name="connsiteX130" fmla="*/ 2906713 w 12188936"/>
              <a:gd name="connsiteY130" fmla="*/ 412046 h 2033355"/>
              <a:gd name="connsiteX131" fmla="*/ 2456598 w 12188936"/>
              <a:gd name="connsiteY131" fmla="*/ 571042 h 2033355"/>
              <a:gd name="connsiteX132" fmla="*/ 2588722 w 12188936"/>
              <a:gd name="connsiteY132" fmla="*/ 786022 h 2033355"/>
              <a:gd name="connsiteX133" fmla="*/ 2906713 w 12188936"/>
              <a:gd name="connsiteY133" fmla="*/ 662856 h 2033355"/>
              <a:gd name="connsiteX134" fmla="*/ 3148566 w 12188936"/>
              <a:gd name="connsiteY134" fmla="*/ 839767 h 2033355"/>
              <a:gd name="connsiteX135" fmla="*/ 2445401 w 12188936"/>
              <a:gd name="connsiteY135" fmla="*/ 1242855 h 2033355"/>
              <a:gd name="connsiteX136" fmla="*/ 2864165 w 12188936"/>
              <a:gd name="connsiteY136" fmla="*/ 1607874 h 2033355"/>
              <a:gd name="connsiteX137" fmla="*/ 1549650 w 12188936"/>
              <a:gd name="connsiteY137" fmla="*/ 857682 h 2033355"/>
              <a:gd name="connsiteX138" fmla="*/ 1818375 w 12188936"/>
              <a:gd name="connsiteY138" fmla="*/ 653899 h 2033355"/>
              <a:gd name="connsiteX139" fmla="*/ 2051271 w 12188936"/>
              <a:gd name="connsiteY139" fmla="*/ 857682 h 2033355"/>
              <a:gd name="connsiteX140" fmla="*/ 1549650 w 12188936"/>
              <a:gd name="connsiteY140" fmla="*/ 857682 h 2033355"/>
              <a:gd name="connsiteX141" fmla="*/ 1845248 w 12188936"/>
              <a:gd name="connsiteY141" fmla="*/ 1607874 h 2033355"/>
              <a:gd name="connsiteX142" fmla="*/ 2346869 w 12188936"/>
              <a:gd name="connsiteY142" fmla="*/ 1370500 h 2033355"/>
              <a:gd name="connsiteX143" fmla="*/ 2149803 w 12188936"/>
              <a:gd name="connsiteY143" fmla="*/ 1198068 h 2033355"/>
              <a:gd name="connsiteX144" fmla="*/ 1845248 w 12188936"/>
              <a:gd name="connsiteY144" fmla="*/ 1357064 h 2033355"/>
              <a:gd name="connsiteX145" fmla="*/ 1540692 w 12188936"/>
              <a:gd name="connsiteY145" fmla="*/ 1081620 h 2033355"/>
              <a:gd name="connsiteX146" fmla="*/ 2324475 w 12188936"/>
              <a:gd name="connsiteY146" fmla="*/ 1081620 h 2033355"/>
              <a:gd name="connsiteX147" fmla="*/ 2333433 w 12188936"/>
              <a:gd name="connsiteY147" fmla="*/ 936060 h 2033355"/>
              <a:gd name="connsiteX148" fmla="*/ 1818375 w 12188936"/>
              <a:gd name="connsiteY148" fmla="*/ 412046 h 2033355"/>
              <a:gd name="connsiteX149" fmla="*/ 1260770 w 12188936"/>
              <a:gd name="connsiteY149" fmla="*/ 1014439 h 2033355"/>
              <a:gd name="connsiteX150" fmla="*/ 1845248 w 12188936"/>
              <a:gd name="connsiteY150" fmla="*/ 1607874 h 2033355"/>
              <a:gd name="connsiteX151" fmla="*/ 282162 w 12188936"/>
              <a:gd name="connsiteY151" fmla="*/ 644941 h 2033355"/>
              <a:gd name="connsiteX152" fmla="*/ 282162 w 12188936"/>
              <a:gd name="connsiteY152" fmla="*/ 264247 h 2033355"/>
              <a:gd name="connsiteX153" fmla="*/ 618068 w 12188936"/>
              <a:gd name="connsiteY153" fmla="*/ 264247 h 2033355"/>
              <a:gd name="connsiteX154" fmla="*/ 828570 w 12188936"/>
              <a:gd name="connsiteY154" fmla="*/ 454594 h 2033355"/>
              <a:gd name="connsiteX155" fmla="*/ 620308 w 12188936"/>
              <a:gd name="connsiteY155" fmla="*/ 644941 h 2033355"/>
              <a:gd name="connsiteX156" fmla="*/ 282162 w 12188936"/>
              <a:gd name="connsiteY156" fmla="*/ 644941 h 2033355"/>
              <a:gd name="connsiteX157" fmla="*/ 282162 w 12188936"/>
              <a:gd name="connsiteY157" fmla="*/ 1330191 h 2033355"/>
              <a:gd name="connsiteX158" fmla="*/ 282162 w 12188936"/>
              <a:gd name="connsiteY158" fmla="*/ 895752 h 2033355"/>
              <a:gd name="connsiteX159" fmla="*/ 633744 w 12188936"/>
              <a:gd name="connsiteY159" fmla="*/ 895752 h 2033355"/>
              <a:gd name="connsiteX160" fmla="*/ 880076 w 12188936"/>
              <a:gd name="connsiteY160" fmla="*/ 1112971 h 2033355"/>
              <a:gd name="connsiteX161" fmla="*/ 633744 w 12188936"/>
              <a:gd name="connsiteY161" fmla="*/ 1330191 h 2033355"/>
              <a:gd name="connsiteX162" fmla="*/ 282162 w 12188936"/>
              <a:gd name="connsiteY162" fmla="*/ 1330191 h 2033355"/>
              <a:gd name="connsiteX163" fmla="*/ 0 w 12188936"/>
              <a:gd name="connsiteY163" fmla="*/ 1581001 h 2033355"/>
              <a:gd name="connsiteX164" fmla="*/ 627026 w 12188936"/>
              <a:gd name="connsiteY164" fmla="*/ 1581001 h 2033355"/>
              <a:gd name="connsiteX165" fmla="*/ 1166716 w 12188936"/>
              <a:gd name="connsiteY165" fmla="*/ 1119689 h 2033355"/>
              <a:gd name="connsiteX166" fmla="*/ 967412 w 12188936"/>
              <a:gd name="connsiteY166" fmla="*/ 747953 h 2033355"/>
              <a:gd name="connsiteX167" fmla="*/ 1110732 w 12188936"/>
              <a:gd name="connsiteY167" fmla="*/ 438918 h 2033355"/>
              <a:gd name="connsiteX168" fmla="*/ 611350 w 12188936"/>
              <a:gd name="connsiteY168" fmla="*/ 13436 h 2033355"/>
              <a:gd name="connsiteX169" fmla="*/ 0 w 12188936"/>
              <a:gd name="connsiteY169" fmla="*/ 13436 h 2033355"/>
              <a:gd name="connsiteX170" fmla="*/ 0 w 12188936"/>
              <a:gd name="connsiteY170" fmla="*/ 1581001 h 2033355"/>
              <a:gd name="connsiteX171" fmla="*/ 6664390 w 12188936"/>
              <a:gd name="connsiteY171" fmla="*/ 2033356 h 2033355"/>
              <a:gd name="connsiteX172" fmla="*/ 7221996 w 12188936"/>
              <a:gd name="connsiteY172" fmla="*/ 1520538 h 2033355"/>
              <a:gd name="connsiteX173" fmla="*/ 7221996 w 12188936"/>
              <a:gd name="connsiteY173" fmla="*/ 438918 h 2033355"/>
              <a:gd name="connsiteX174" fmla="*/ 6944313 w 12188936"/>
              <a:gd name="connsiteY174" fmla="*/ 438918 h 2033355"/>
              <a:gd name="connsiteX175" fmla="*/ 6944313 w 12188936"/>
              <a:gd name="connsiteY175" fmla="*/ 546408 h 2033355"/>
              <a:gd name="connsiteX176" fmla="*/ 6635278 w 12188936"/>
              <a:gd name="connsiteY176" fmla="*/ 412046 h 2033355"/>
              <a:gd name="connsiteX177" fmla="*/ 6106785 w 12188936"/>
              <a:gd name="connsiteY177" fmla="*/ 998763 h 2033355"/>
              <a:gd name="connsiteX178" fmla="*/ 6635278 w 12188936"/>
              <a:gd name="connsiteY178" fmla="*/ 1585480 h 2033355"/>
              <a:gd name="connsiteX179" fmla="*/ 6944313 w 12188936"/>
              <a:gd name="connsiteY179" fmla="*/ 1451118 h 2033355"/>
              <a:gd name="connsiteX180" fmla="*/ 6944313 w 12188936"/>
              <a:gd name="connsiteY180" fmla="*/ 1525017 h 2033355"/>
              <a:gd name="connsiteX181" fmla="*/ 6664390 w 12188936"/>
              <a:gd name="connsiteY181" fmla="*/ 1782546 h 2033355"/>
              <a:gd name="connsiteX182" fmla="*/ 6330723 w 12188936"/>
              <a:gd name="connsiteY182" fmla="*/ 1630268 h 2033355"/>
              <a:gd name="connsiteX183" fmla="*/ 6124700 w 12188936"/>
              <a:gd name="connsiteY183" fmla="*/ 1802700 h 2033355"/>
              <a:gd name="connsiteX184" fmla="*/ 6664390 w 12188936"/>
              <a:gd name="connsiteY184" fmla="*/ 2033356 h 2033355"/>
            </a:gdLst>
            <a:ahLst/>
            <a:cxnLst/>
            <a:rect l="l" t="t" r="r" b="b"/>
            <a:pathLst>
              <a:path w="12188936" h="2033355">
                <a:moveTo>
                  <a:pt x="12014265" y="1587720"/>
                </a:moveTo>
                <a:cubicBezTo>
                  <a:pt x="12061292" y="1587720"/>
                  <a:pt x="12139670" y="1581001"/>
                  <a:pt x="12188936" y="1572044"/>
                </a:cubicBezTo>
                <a:lnTo>
                  <a:pt x="12188936" y="1330191"/>
                </a:lnTo>
                <a:cubicBezTo>
                  <a:pt x="12150867" y="1334670"/>
                  <a:pt x="12110559" y="1341388"/>
                  <a:pt x="12070250" y="1341388"/>
                </a:cubicBezTo>
                <a:cubicBezTo>
                  <a:pt x="11969478" y="1341388"/>
                  <a:pt x="11909014" y="1294361"/>
                  <a:pt x="11909014" y="1177913"/>
                </a:cubicBezTo>
                <a:lnTo>
                  <a:pt x="11909014" y="667335"/>
                </a:lnTo>
                <a:lnTo>
                  <a:pt x="12171021" y="667335"/>
                </a:lnTo>
                <a:lnTo>
                  <a:pt x="12171021" y="438918"/>
                </a:lnTo>
                <a:lnTo>
                  <a:pt x="11909014" y="438918"/>
                </a:lnTo>
                <a:lnTo>
                  <a:pt x="11909014" y="125405"/>
                </a:lnTo>
                <a:lnTo>
                  <a:pt x="11631331" y="125405"/>
                </a:lnTo>
                <a:lnTo>
                  <a:pt x="11631331" y="438918"/>
                </a:lnTo>
                <a:lnTo>
                  <a:pt x="11474575" y="438918"/>
                </a:lnTo>
                <a:lnTo>
                  <a:pt x="11474575" y="667335"/>
                </a:lnTo>
                <a:lnTo>
                  <a:pt x="11631331" y="667335"/>
                </a:lnTo>
                <a:lnTo>
                  <a:pt x="11631331" y="1207025"/>
                </a:lnTo>
                <a:cubicBezTo>
                  <a:pt x="11631331" y="1464554"/>
                  <a:pt x="11776891" y="1587720"/>
                  <a:pt x="12014265" y="1587720"/>
                </a:cubicBezTo>
                <a:close/>
                <a:moveTo>
                  <a:pt x="9962995" y="344864"/>
                </a:moveTo>
                <a:cubicBezTo>
                  <a:pt x="10059288" y="344864"/>
                  <a:pt x="10137666" y="275444"/>
                  <a:pt x="10137666" y="172432"/>
                </a:cubicBezTo>
                <a:cubicBezTo>
                  <a:pt x="10137666" y="69421"/>
                  <a:pt x="10059288" y="0"/>
                  <a:pt x="9962995" y="0"/>
                </a:cubicBezTo>
                <a:cubicBezTo>
                  <a:pt x="9866701" y="0"/>
                  <a:pt x="9788323" y="69421"/>
                  <a:pt x="9788323" y="172432"/>
                </a:cubicBezTo>
                <a:cubicBezTo>
                  <a:pt x="9788323" y="275444"/>
                  <a:pt x="9866701" y="344864"/>
                  <a:pt x="9962995" y="344864"/>
                </a:cubicBezTo>
                <a:close/>
                <a:moveTo>
                  <a:pt x="10348167" y="1581001"/>
                </a:moveTo>
                <a:lnTo>
                  <a:pt x="10625851" y="1581001"/>
                </a:lnTo>
                <a:lnTo>
                  <a:pt x="10625851" y="958454"/>
                </a:lnTo>
                <a:cubicBezTo>
                  <a:pt x="10625851" y="770346"/>
                  <a:pt x="10737819" y="662856"/>
                  <a:pt x="10892336" y="662856"/>
                </a:cubicBezTo>
                <a:cubicBezTo>
                  <a:pt x="11019981" y="662856"/>
                  <a:pt x="11069247" y="750192"/>
                  <a:pt x="11069247" y="902470"/>
                </a:cubicBezTo>
                <a:lnTo>
                  <a:pt x="11069247" y="1294361"/>
                </a:lnTo>
                <a:cubicBezTo>
                  <a:pt x="11069247" y="1482469"/>
                  <a:pt x="11163301" y="1587720"/>
                  <a:pt x="11349169" y="1587720"/>
                </a:cubicBezTo>
                <a:cubicBezTo>
                  <a:pt x="11387239" y="1587720"/>
                  <a:pt x="11429788" y="1587720"/>
                  <a:pt x="11467856" y="1578762"/>
                </a:cubicBezTo>
                <a:lnTo>
                  <a:pt x="11467856" y="1359303"/>
                </a:lnTo>
                <a:lnTo>
                  <a:pt x="11456660" y="1359303"/>
                </a:lnTo>
                <a:cubicBezTo>
                  <a:pt x="11400675" y="1359303"/>
                  <a:pt x="11346930" y="1348106"/>
                  <a:pt x="11346930" y="1256292"/>
                </a:cubicBezTo>
                <a:lnTo>
                  <a:pt x="11346930" y="830810"/>
                </a:lnTo>
                <a:cubicBezTo>
                  <a:pt x="11346930" y="546408"/>
                  <a:pt x="11201371" y="412046"/>
                  <a:pt x="10972954" y="412046"/>
                </a:cubicBezTo>
                <a:cubicBezTo>
                  <a:pt x="10807240" y="412046"/>
                  <a:pt x="10677357" y="490424"/>
                  <a:pt x="10625851" y="566563"/>
                </a:cubicBezTo>
                <a:lnTo>
                  <a:pt x="10625851" y="438918"/>
                </a:lnTo>
                <a:lnTo>
                  <a:pt x="10348167" y="438918"/>
                </a:lnTo>
                <a:lnTo>
                  <a:pt x="10348167" y="1581001"/>
                </a:lnTo>
                <a:close/>
                <a:moveTo>
                  <a:pt x="9824152" y="438918"/>
                </a:moveTo>
                <a:lnTo>
                  <a:pt x="9824152" y="1294361"/>
                </a:lnTo>
                <a:cubicBezTo>
                  <a:pt x="9824152" y="1482469"/>
                  <a:pt x="9918207" y="1587720"/>
                  <a:pt x="10104075" y="1587720"/>
                </a:cubicBezTo>
                <a:cubicBezTo>
                  <a:pt x="10142144" y="1587720"/>
                  <a:pt x="10184693" y="1587720"/>
                  <a:pt x="10222763" y="1578762"/>
                </a:cubicBezTo>
                <a:lnTo>
                  <a:pt x="10222763" y="1359303"/>
                </a:lnTo>
                <a:lnTo>
                  <a:pt x="10211565" y="1359303"/>
                </a:lnTo>
                <a:cubicBezTo>
                  <a:pt x="10155580" y="1359303"/>
                  <a:pt x="10101836" y="1348106"/>
                  <a:pt x="10101836" y="1256292"/>
                </a:cubicBezTo>
                <a:lnTo>
                  <a:pt x="10101836" y="438918"/>
                </a:lnTo>
                <a:lnTo>
                  <a:pt x="9824152" y="438918"/>
                </a:lnTo>
                <a:close/>
                <a:moveTo>
                  <a:pt x="9103073" y="1357064"/>
                </a:moveTo>
                <a:cubicBezTo>
                  <a:pt x="8932881" y="1357064"/>
                  <a:pt x="8809715" y="1222701"/>
                  <a:pt x="8809715" y="1009960"/>
                </a:cubicBezTo>
                <a:cubicBezTo>
                  <a:pt x="8809715" y="797219"/>
                  <a:pt x="8932881" y="662856"/>
                  <a:pt x="9103073" y="662856"/>
                </a:cubicBezTo>
                <a:cubicBezTo>
                  <a:pt x="9273266" y="662856"/>
                  <a:pt x="9396432" y="797219"/>
                  <a:pt x="9396432" y="1009960"/>
                </a:cubicBezTo>
                <a:cubicBezTo>
                  <a:pt x="9396432" y="1222701"/>
                  <a:pt x="9273266" y="1357064"/>
                  <a:pt x="9103073" y="1357064"/>
                </a:cubicBezTo>
                <a:close/>
                <a:moveTo>
                  <a:pt x="9103073" y="1607874"/>
                </a:moveTo>
                <a:cubicBezTo>
                  <a:pt x="9438980" y="1607874"/>
                  <a:pt x="9678594" y="1363782"/>
                  <a:pt x="9678594" y="1009960"/>
                </a:cubicBezTo>
                <a:cubicBezTo>
                  <a:pt x="9678594" y="656138"/>
                  <a:pt x="9438980" y="412046"/>
                  <a:pt x="9103073" y="412046"/>
                </a:cubicBezTo>
                <a:cubicBezTo>
                  <a:pt x="8767166" y="412046"/>
                  <a:pt x="8527553" y="656138"/>
                  <a:pt x="8527553" y="1009960"/>
                </a:cubicBezTo>
                <a:cubicBezTo>
                  <a:pt x="8527553" y="1363782"/>
                  <a:pt x="8767166" y="1607874"/>
                  <a:pt x="9103073" y="1607874"/>
                </a:cubicBezTo>
                <a:close/>
                <a:moveTo>
                  <a:pt x="7705701" y="747953"/>
                </a:moveTo>
                <a:lnTo>
                  <a:pt x="7705701" y="264247"/>
                </a:lnTo>
                <a:lnTo>
                  <a:pt x="7945315" y="264247"/>
                </a:lnTo>
                <a:cubicBezTo>
                  <a:pt x="8131183" y="264247"/>
                  <a:pt x="8218519" y="356061"/>
                  <a:pt x="8218519" y="506100"/>
                </a:cubicBezTo>
                <a:cubicBezTo>
                  <a:pt x="8218519" y="640462"/>
                  <a:pt x="8144619" y="747953"/>
                  <a:pt x="7945315" y="747953"/>
                </a:cubicBezTo>
                <a:lnTo>
                  <a:pt x="7705701" y="747953"/>
                </a:lnTo>
                <a:close/>
                <a:moveTo>
                  <a:pt x="7423540" y="1581001"/>
                </a:moveTo>
                <a:lnTo>
                  <a:pt x="7705701" y="1581001"/>
                </a:lnTo>
                <a:lnTo>
                  <a:pt x="7705701" y="998763"/>
                </a:lnTo>
                <a:lnTo>
                  <a:pt x="7958751" y="998763"/>
                </a:lnTo>
                <a:cubicBezTo>
                  <a:pt x="8308094" y="998763"/>
                  <a:pt x="8505159" y="797219"/>
                  <a:pt x="8505159" y="506100"/>
                </a:cubicBezTo>
                <a:cubicBezTo>
                  <a:pt x="8505159" y="214980"/>
                  <a:pt x="8308094" y="13436"/>
                  <a:pt x="7958751" y="13436"/>
                </a:cubicBezTo>
                <a:lnTo>
                  <a:pt x="7423540" y="13436"/>
                </a:lnTo>
                <a:lnTo>
                  <a:pt x="7423540" y="1581001"/>
                </a:lnTo>
                <a:close/>
                <a:moveTo>
                  <a:pt x="6671108" y="1334670"/>
                </a:moveTo>
                <a:cubicBezTo>
                  <a:pt x="6518830" y="1334670"/>
                  <a:pt x="6388947" y="1215983"/>
                  <a:pt x="6388947" y="998763"/>
                </a:cubicBezTo>
                <a:cubicBezTo>
                  <a:pt x="6388947" y="781543"/>
                  <a:pt x="6518830" y="662856"/>
                  <a:pt x="6671108" y="662856"/>
                </a:cubicBezTo>
                <a:cubicBezTo>
                  <a:pt x="6823386" y="662856"/>
                  <a:pt x="6953270" y="781543"/>
                  <a:pt x="6953270" y="998763"/>
                </a:cubicBezTo>
                <a:cubicBezTo>
                  <a:pt x="6953270" y="1215983"/>
                  <a:pt x="6823386" y="1334670"/>
                  <a:pt x="6671108" y="1334670"/>
                </a:cubicBezTo>
                <a:close/>
                <a:moveTo>
                  <a:pt x="4554896" y="344864"/>
                </a:moveTo>
                <a:cubicBezTo>
                  <a:pt x="4648950" y="344864"/>
                  <a:pt x="4729567" y="270965"/>
                  <a:pt x="4729567" y="172432"/>
                </a:cubicBezTo>
                <a:cubicBezTo>
                  <a:pt x="4729567" y="73900"/>
                  <a:pt x="4648950" y="0"/>
                  <a:pt x="4554896" y="0"/>
                </a:cubicBezTo>
                <a:cubicBezTo>
                  <a:pt x="4460842" y="0"/>
                  <a:pt x="4380224" y="73900"/>
                  <a:pt x="4380224" y="172432"/>
                </a:cubicBezTo>
                <a:cubicBezTo>
                  <a:pt x="4380224" y="270965"/>
                  <a:pt x="4460842" y="344864"/>
                  <a:pt x="4554896" y="344864"/>
                </a:cubicBezTo>
                <a:close/>
                <a:moveTo>
                  <a:pt x="5941071" y="1587720"/>
                </a:moveTo>
                <a:cubicBezTo>
                  <a:pt x="5979140" y="1587720"/>
                  <a:pt x="6021689" y="1587720"/>
                  <a:pt x="6059758" y="1578762"/>
                </a:cubicBezTo>
                <a:lnTo>
                  <a:pt x="6059758" y="1359303"/>
                </a:lnTo>
                <a:lnTo>
                  <a:pt x="6048561" y="1359303"/>
                </a:lnTo>
                <a:cubicBezTo>
                  <a:pt x="5992577" y="1359303"/>
                  <a:pt x="5938832" y="1348106"/>
                  <a:pt x="5938832" y="1256292"/>
                </a:cubicBezTo>
                <a:lnTo>
                  <a:pt x="5938832" y="830810"/>
                </a:lnTo>
                <a:cubicBezTo>
                  <a:pt x="5938832" y="546408"/>
                  <a:pt x="5793272" y="412046"/>
                  <a:pt x="5564856" y="412046"/>
                </a:cubicBezTo>
                <a:cubicBezTo>
                  <a:pt x="5399142" y="412046"/>
                  <a:pt x="5269258" y="490424"/>
                  <a:pt x="5217752" y="566563"/>
                </a:cubicBezTo>
                <a:lnTo>
                  <a:pt x="5217752" y="438918"/>
                </a:lnTo>
                <a:lnTo>
                  <a:pt x="4940069" y="438918"/>
                </a:lnTo>
                <a:lnTo>
                  <a:pt x="4940069" y="1581001"/>
                </a:lnTo>
                <a:lnTo>
                  <a:pt x="5217752" y="1581001"/>
                </a:lnTo>
                <a:lnTo>
                  <a:pt x="5217752" y="958454"/>
                </a:lnTo>
                <a:cubicBezTo>
                  <a:pt x="5217752" y="770346"/>
                  <a:pt x="5329721" y="662856"/>
                  <a:pt x="5484238" y="662856"/>
                </a:cubicBezTo>
                <a:cubicBezTo>
                  <a:pt x="5611882" y="662856"/>
                  <a:pt x="5661149" y="750192"/>
                  <a:pt x="5661149" y="902470"/>
                </a:cubicBezTo>
                <a:lnTo>
                  <a:pt x="5661149" y="1294361"/>
                </a:lnTo>
                <a:cubicBezTo>
                  <a:pt x="5661149" y="1482469"/>
                  <a:pt x="5755203" y="1587720"/>
                  <a:pt x="5941071" y="1587720"/>
                </a:cubicBezTo>
                <a:close/>
                <a:moveTo>
                  <a:pt x="4416054" y="438918"/>
                </a:moveTo>
                <a:lnTo>
                  <a:pt x="4416054" y="1294361"/>
                </a:lnTo>
                <a:cubicBezTo>
                  <a:pt x="4416054" y="1482469"/>
                  <a:pt x="4510109" y="1587720"/>
                  <a:pt x="4695977" y="1587720"/>
                </a:cubicBezTo>
                <a:cubicBezTo>
                  <a:pt x="4734046" y="1587720"/>
                  <a:pt x="4776594" y="1587720"/>
                  <a:pt x="4814664" y="1578762"/>
                </a:cubicBezTo>
                <a:lnTo>
                  <a:pt x="4814664" y="1359303"/>
                </a:lnTo>
                <a:lnTo>
                  <a:pt x="4803467" y="1359303"/>
                </a:lnTo>
                <a:cubicBezTo>
                  <a:pt x="4747482" y="1359303"/>
                  <a:pt x="4693737" y="1348106"/>
                  <a:pt x="4693737" y="1256292"/>
                </a:cubicBezTo>
                <a:lnTo>
                  <a:pt x="4693737" y="438918"/>
                </a:lnTo>
                <a:lnTo>
                  <a:pt x="4416054" y="438918"/>
                </a:lnTo>
                <a:close/>
                <a:moveTo>
                  <a:pt x="3638990" y="1581001"/>
                </a:moveTo>
                <a:lnTo>
                  <a:pt x="3916673" y="1581001"/>
                </a:lnTo>
                <a:lnTo>
                  <a:pt x="3916673" y="1001002"/>
                </a:lnTo>
                <a:cubicBezTo>
                  <a:pt x="3916673" y="761389"/>
                  <a:pt x="4026403" y="687489"/>
                  <a:pt x="4212271" y="687489"/>
                </a:cubicBezTo>
                <a:cubicBezTo>
                  <a:pt x="4234665" y="687489"/>
                  <a:pt x="4259298" y="689729"/>
                  <a:pt x="4270495" y="691968"/>
                </a:cubicBezTo>
                <a:lnTo>
                  <a:pt x="4270495" y="427721"/>
                </a:lnTo>
                <a:cubicBezTo>
                  <a:pt x="4254819" y="425482"/>
                  <a:pt x="4241383" y="425482"/>
                  <a:pt x="4227947" y="425482"/>
                </a:cubicBezTo>
                <a:cubicBezTo>
                  <a:pt x="4057754" y="425482"/>
                  <a:pt x="3968179" y="492663"/>
                  <a:pt x="3914433" y="566563"/>
                </a:cubicBezTo>
                <a:lnTo>
                  <a:pt x="3914433" y="438918"/>
                </a:lnTo>
                <a:lnTo>
                  <a:pt x="3638990" y="438918"/>
                </a:lnTo>
                <a:lnTo>
                  <a:pt x="3638990" y="1581001"/>
                </a:lnTo>
                <a:close/>
                <a:moveTo>
                  <a:pt x="2891038" y="1374979"/>
                </a:moveTo>
                <a:cubicBezTo>
                  <a:pt x="2810420" y="1374979"/>
                  <a:pt x="2727563" y="1334670"/>
                  <a:pt x="2727563" y="1240616"/>
                </a:cubicBezTo>
                <a:cubicBezTo>
                  <a:pt x="2727563" y="1110732"/>
                  <a:pt x="2852968" y="1059226"/>
                  <a:pt x="3153045" y="1059226"/>
                </a:cubicBezTo>
                <a:cubicBezTo>
                  <a:pt x="3153045" y="1269728"/>
                  <a:pt x="3058991" y="1374979"/>
                  <a:pt x="2891038" y="1374979"/>
                </a:cubicBezTo>
                <a:close/>
                <a:moveTo>
                  <a:pt x="2864165" y="1607874"/>
                </a:moveTo>
                <a:cubicBezTo>
                  <a:pt x="3043315" y="1607874"/>
                  <a:pt x="3146327" y="1538453"/>
                  <a:pt x="3202311" y="1471272"/>
                </a:cubicBezTo>
                <a:cubicBezTo>
                  <a:pt x="3222466" y="1525017"/>
                  <a:pt x="3282929" y="1587720"/>
                  <a:pt x="3410573" y="1587720"/>
                </a:cubicBezTo>
                <a:cubicBezTo>
                  <a:pt x="3437446" y="1587720"/>
                  <a:pt x="3477755" y="1585480"/>
                  <a:pt x="3515824" y="1574283"/>
                </a:cubicBezTo>
                <a:lnTo>
                  <a:pt x="3515824" y="1352585"/>
                </a:lnTo>
                <a:cubicBezTo>
                  <a:pt x="3482233" y="1352585"/>
                  <a:pt x="3417291" y="1359303"/>
                  <a:pt x="3417291" y="1240616"/>
                </a:cubicBezTo>
                <a:lnTo>
                  <a:pt x="3417291" y="904709"/>
                </a:lnTo>
                <a:cubicBezTo>
                  <a:pt x="3417291" y="535212"/>
                  <a:pt x="3204551" y="412046"/>
                  <a:pt x="2906713" y="412046"/>
                </a:cubicBezTo>
                <a:cubicBezTo>
                  <a:pt x="2669339" y="412046"/>
                  <a:pt x="2510343" y="528493"/>
                  <a:pt x="2456598" y="571042"/>
                </a:cubicBezTo>
                <a:lnTo>
                  <a:pt x="2588722" y="786022"/>
                </a:lnTo>
                <a:cubicBezTo>
                  <a:pt x="2642467" y="743474"/>
                  <a:pt x="2756675" y="662856"/>
                  <a:pt x="2906713" y="662856"/>
                </a:cubicBezTo>
                <a:cubicBezTo>
                  <a:pt x="3052273" y="662856"/>
                  <a:pt x="3137369" y="718841"/>
                  <a:pt x="3148566" y="839767"/>
                </a:cubicBezTo>
                <a:cubicBezTo>
                  <a:pt x="2976134" y="839767"/>
                  <a:pt x="2445401" y="833049"/>
                  <a:pt x="2445401" y="1242855"/>
                </a:cubicBezTo>
                <a:cubicBezTo>
                  <a:pt x="2445401" y="1480229"/>
                  <a:pt x="2637988" y="1607874"/>
                  <a:pt x="2864165" y="1607874"/>
                </a:cubicBezTo>
                <a:close/>
                <a:moveTo>
                  <a:pt x="1549650" y="857682"/>
                </a:moveTo>
                <a:cubicBezTo>
                  <a:pt x="1585480" y="721080"/>
                  <a:pt x="1692970" y="653899"/>
                  <a:pt x="1818375" y="653899"/>
                </a:cubicBezTo>
                <a:cubicBezTo>
                  <a:pt x="1925865" y="653899"/>
                  <a:pt x="2040074" y="705404"/>
                  <a:pt x="2051271" y="857682"/>
                </a:cubicBezTo>
                <a:lnTo>
                  <a:pt x="1549650" y="857682"/>
                </a:lnTo>
                <a:close/>
                <a:moveTo>
                  <a:pt x="1845248" y="1607874"/>
                </a:moveTo>
                <a:cubicBezTo>
                  <a:pt x="2087101" y="1607874"/>
                  <a:pt x="2266251" y="1477990"/>
                  <a:pt x="2346869" y="1370500"/>
                </a:cubicBezTo>
                <a:lnTo>
                  <a:pt x="2149803" y="1198068"/>
                </a:lnTo>
                <a:cubicBezTo>
                  <a:pt x="2098298" y="1263010"/>
                  <a:pt x="2004244" y="1357064"/>
                  <a:pt x="1845248" y="1357064"/>
                </a:cubicBezTo>
                <a:cubicBezTo>
                  <a:pt x="1670576" y="1357064"/>
                  <a:pt x="1549650" y="1236137"/>
                  <a:pt x="1540692" y="1081620"/>
                </a:cubicBezTo>
                <a:lnTo>
                  <a:pt x="2324475" y="1081620"/>
                </a:lnTo>
                <a:cubicBezTo>
                  <a:pt x="2331193" y="1034593"/>
                  <a:pt x="2333433" y="1001002"/>
                  <a:pt x="2333433" y="936060"/>
                </a:cubicBezTo>
                <a:cubicBezTo>
                  <a:pt x="2333433" y="660617"/>
                  <a:pt x="2174437" y="412046"/>
                  <a:pt x="1818375" y="412046"/>
                </a:cubicBezTo>
                <a:cubicBezTo>
                  <a:pt x="1493665" y="412046"/>
                  <a:pt x="1260770" y="665096"/>
                  <a:pt x="1260770" y="1014439"/>
                </a:cubicBezTo>
                <a:cubicBezTo>
                  <a:pt x="1260770" y="1357064"/>
                  <a:pt x="1500384" y="1607874"/>
                  <a:pt x="1845248" y="1607874"/>
                </a:cubicBezTo>
                <a:close/>
                <a:moveTo>
                  <a:pt x="282162" y="644941"/>
                </a:moveTo>
                <a:lnTo>
                  <a:pt x="282162" y="264247"/>
                </a:lnTo>
                <a:lnTo>
                  <a:pt x="618068" y="264247"/>
                </a:lnTo>
                <a:cubicBezTo>
                  <a:pt x="759149" y="264247"/>
                  <a:pt x="828570" y="338146"/>
                  <a:pt x="828570" y="454594"/>
                </a:cubicBezTo>
                <a:cubicBezTo>
                  <a:pt x="828570" y="571042"/>
                  <a:pt x="756910" y="644941"/>
                  <a:pt x="620308" y="644941"/>
                </a:cubicBezTo>
                <a:lnTo>
                  <a:pt x="282162" y="644941"/>
                </a:lnTo>
                <a:close/>
                <a:moveTo>
                  <a:pt x="282162" y="1330191"/>
                </a:moveTo>
                <a:lnTo>
                  <a:pt x="282162" y="895752"/>
                </a:lnTo>
                <a:lnTo>
                  <a:pt x="633744" y="895752"/>
                </a:lnTo>
                <a:cubicBezTo>
                  <a:pt x="792740" y="895752"/>
                  <a:pt x="880076" y="976369"/>
                  <a:pt x="880076" y="1112971"/>
                </a:cubicBezTo>
                <a:cubicBezTo>
                  <a:pt x="880076" y="1249573"/>
                  <a:pt x="797219" y="1330191"/>
                  <a:pt x="633744" y="1330191"/>
                </a:cubicBezTo>
                <a:lnTo>
                  <a:pt x="282162" y="1330191"/>
                </a:lnTo>
                <a:close/>
                <a:moveTo>
                  <a:pt x="0" y="1581001"/>
                </a:moveTo>
                <a:lnTo>
                  <a:pt x="627026" y="1581001"/>
                </a:lnTo>
                <a:cubicBezTo>
                  <a:pt x="985327" y="1581001"/>
                  <a:pt x="1166716" y="1395133"/>
                  <a:pt x="1166716" y="1119689"/>
                </a:cubicBezTo>
                <a:cubicBezTo>
                  <a:pt x="1166716" y="962933"/>
                  <a:pt x="1099535" y="821852"/>
                  <a:pt x="967412" y="747953"/>
                </a:cubicBezTo>
                <a:cubicBezTo>
                  <a:pt x="1065944" y="674053"/>
                  <a:pt x="1110732" y="562084"/>
                  <a:pt x="1110732" y="438918"/>
                </a:cubicBezTo>
                <a:cubicBezTo>
                  <a:pt x="1110732" y="192587"/>
                  <a:pt x="945018" y="13436"/>
                  <a:pt x="611350" y="13436"/>
                </a:cubicBezTo>
                <a:lnTo>
                  <a:pt x="0" y="13436"/>
                </a:lnTo>
                <a:lnTo>
                  <a:pt x="0" y="1581001"/>
                </a:lnTo>
                <a:close/>
                <a:moveTo>
                  <a:pt x="6664390" y="2033356"/>
                </a:moveTo>
                <a:cubicBezTo>
                  <a:pt x="6879371" y="2033356"/>
                  <a:pt x="7221996" y="1919148"/>
                  <a:pt x="7221996" y="1520538"/>
                </a:cubicBezTo>
                <a:lnTo>
                  <a:pt x="7221996" y="438918"/>
                </a:lnTo>
                <a:lnTo>
                  <a:pt x="6944313" y="438918"/>
                </a:lnTo>
                <a:lnTo>
                  <a:pt x="6944313" y="546408"/>
                </a:lnTo>
                <a:cubicBezTo>
                  <a:pt x="6886089" y="472509"/>
                  <a:pt x="6798753" y="412046"/>
                  <a:pt x="6635278" y="412046"/>
                </a:cubicBezTo>
                <a:cubicBezTo>
                  <a:pt x="6350877" y="412046"/>
                  <a:pt x="6106785" y="640462"/>
                  <a:pt x="6106785" y="998763"/>
                </a:cubicBezTo>
                <a:cubicBezTo>
                  <a:pt x="6106785" y="1357064"/>
                  <a:pt x="6350877" y="1585480"/>
                  <a:pt x="6635278" y="1585480"/>
                </a:cubicBezTo>
                <a:cubicBezTo>
                  <a:pt x="6798753" y="1585480"/>
                  <a:pt x="6886089" y="1527256"/>
                  <a:pt x="6944313" y="1451118"/>
                </a:cubicBezTo>
                <a:lnTo>
                  <a:pt x="6944313" y="1525017"/>
                </a:lnTo>
                <a:cubicBezTo>
                  <a:pt x="6944313" y="1692970"/>
                  <a:pt x="6823386" y="1782546"/>
                  <a:pt x="6664390" y="1782546"/>
                </a:cubicBezTo>
                <a:cubicBezTo>
                  <a:pt x="6489719" y="1782546"/>
                  <a:pt x="6377750" y="1684013"/>
                  <a:pt x="6330723" y="1630268"/>
                </a:cubicBezTo>
                <a:lnTo>
                  <a:pt x="6124700" y="1802700"/>
                </a:lnTo>
                <a:cubicBezTo>
                  <a:pt x="6171727" y="1856445"/>
                  <a:pt x="6330723" y="2033356"/>
                  <a:pt x="6664390" y="2033356"/>
                </a:cubicBezTo>
                <a:close/>
              </a:path>
            </a:pathLst>
          </a:custGeom>
          <a:solidFill>
            <a:schemeClr val="tx1"/>
          </a:solidFill>
          <a:ln w="8133">
            <a:noFill/>
            <a:prstDash val="solid"/>
          </a:ln>
        </p:spPr>
        <p:txBody>
          <a:bodyPr anchor="ctr"/>
          <a:lstStyle/>
          <a:p>
            <a:endParaRPr/>
          </a:p>
        </p:txBody>
      </p:sp>
      <p:sp>
        <p:nvSpPr>
          <p:cNvPr id="5" name="Picture Placeholder 3">
            <a:extLst>
              <a:ext uri="{FF2B5EF4-FFF2-40B4-BE49-F238E27FC236}">
                <a16:creationId xmlns:a16="http://schemas.microsoft.com/office/drawing/2014/main" id="{F44F53C6-DA8E-1EF6-9508-8ED7E2082F44}"/>
              </a:ext>
            </a:extLst>
          </p:cNvPr>
          <p:cNvSpPr>
            <a:spLocks noGrp="1"/>
          </p:cNvSpPr>
          <p:nvPr>
            <p:ph type="pic" idx="12" hasCustomPrompt="1"/>
          </p:nvPr>
        </p:nvSpPr>
        <p:spPr>
          <a:xfrm>
            <a:off x="384174" y="5976200"/>
            <a:ext cx="2714625" cy="521438"/>
          </a:xfrm>
          <a:prstGeom prst="rect">
            <a:avLst/>
          </a:prstGeom>
          <a:noFill/>
        </p:spPr>
        <p:txBody>
          <a:bodyPr tIns="0" rIns="0" anchor="ctr"/>
          <a:lstStyle>
            <a:lvl1pPr marL="0" indent="0" algn="ctr">
              <a:buNone/>
              <a:defRPr sz="1200"/>
            </a:lvl1pPr>
          </a:lstStyle>
          <a:p>
            <a:r>
              <a:t>Click icon to add customer logo</a:t>
            </a:r>
          </a:p>
        </p:txBody>
      </p:sp>
      <p:sp>
        <p:nvSpPr>
          <p:cNvPr id="13" name="textruta 12">
            <a:extLst>
              <a:ext uri="{FF2B5EF4-FFF2-40B4-BE49-F238E27FC236}">
                <a16:creationId xmlns:a16="http://schemas.microsoft.com/office/drawing/2014/main" id="{922CE7E6-4220-08B0-9132-060D675740E9}"/>
              </a:ext>
            </a:extLst>
          </p:cNvPr>
          <p:cNvSpPr>
            <a:spLocks noGrp="1"/>
          </p:cNvSpPr>
          <p:nvPr/>
        </p:nvSpPr>
        <p:spPr>
          <a:xfrm>
            <a:off x="12270947" y="3170"/>
            <a:ext cx="1681523" cy="1924883"/>
          </a:xfrm>
          <a:prstGeom prst="rect">
            <a:avLst/>
          </a:prstGeom>
          <a:solidFill>
            <a:schemeClr val="bg1"/>
          </a:solidFill>
        </p:spPr>
        <p:txBody>
          <a:bodyPr wrap="square" tIns="108000" anchor="t">
            <a:noAutofit/>
          </a:bodyPr>
          <a:lstStyle/>
          <a:p>
            <a:pPr>
              <a:spcAft>
                <a:spcPts val="600"/>
              </a:spcAft>
              <a:buNone/>
            </a:pPr>
            <a:r>
              <a:rPr sz="900" b="1">
                <a:latin typeface="+mn-lt"/>
                <a:ea typeface="+mn-lt"/>
                <a:cs typeface="+mn-lt"/>
              </a:rPr>
              <a:t>Change logo color</a:t>
            </a:r>
          </a:p>
          <a:p>
            <a:r>
              <a:rPr sz="900">
                <a:solidFill>
                  <a:schemeClr val="tx1"/>
                </a:solidFill>
                <a:latin typeface="+mn-lt"/>
                <a:ea typeface="+mn-lt"/>
                <a:cs typeface="+mn-lt"/>
              </a:rPr>
              <a:t>If you need to change the color of the logo, right-click outside the work area, select </a:t>
            </a:r>
            <a:r>
              <a:rPr sz="900" b="1">
                <a:solidFill>
                  <a:schemeClr val="tx1"/>
                </a:solidFill>
                <a:latin typeface="+mn-lt"/>
                <a:ea typeface="+mn-lt"/>
                <a:cs typeface="+mn-lt"/>
              </a:rPr>
              <a:t>Format Background </a:t>
            </a:r>
            <a:r>
              <a:rPr sz="900">
                <a:solidFill>
                  <a:schemeClr val="tx1"/>
                </a:solidFill>
                <a:latin typeface="+mn-lt"/>
                <a:ea typeface="+mn-lt"/>
                <a:cs typeface="+mn-lt"/>
              </a:rPr>
              <a:t>from the context menu, and select </a:t>
            </a:r>
            <a:r>
              <a:rPr sz="900" b="1">
                <a:solidFill>
                  <a:schemeClr val="tx1"/>
                </a:solidFill>
                <a:latin typeface="+mn-lt"/>
                <a:ea typeface="+mn-lt"/>
                <a:cs typeface="+mn-lt"/>
              </a:rPr>
              <a:t>Solid fill. </a:t>
            </a:r>
            <a:r>
              <a:rPr sz="900">
                <a:solidFill>
                  <a:schemeClr val="tx1"/>
                </a:solidFill>
                <a:latin typeface="+mn-lt"/>
                <a:ea typeface="+mn-lt"/>
                <a:cs typeface="+mn-lt"/>
              </a:rPr>
              <a:t>You may </a:t>
            </a:r>
            <a:r>
              <a:rPr sz="900" b="1">
                <a:solidFill>
                  <a:schemeClr val="tx1"/>
                </a:solidFill>
                <a:latin typeface="+mn-lt"/>
                <a:ea typeface="+mn-lt"/>
                <a:cs typeface="+mn-lt"/>
              </a:rPr>
              <a:t>ONLY</a:t>
            </a:r>
            <a:r>
              <a:rPr sz="900">
                <a:solidFill>
                  <a:schemeClr val="tx1"/>
                </a:solidFill>
                <a:latin typeface="+mn-lt"/>
                <a:ea typeface="+mn-lt"/>
                <a:cs typeface="+mn-lt"/>
              </a:rPr>
              <a:t> use </a:t>
            </a:r>
            <a:br>
              <a:rPr sz="900">
                <a:solidFill>
                  <a:schemeClr val="tx1"/>
                </a:solidFill>
                <a:latin typeface="+mn-lt"/>
                <a:ea typeface="+mn-lt"/>
                <a:cs typeface="+mn-lt"/>
              </a:rPr>
            </a:br>
            <a:r>
              <a:rPr sz="900" b="1">
                <a:solidFill>
                  <a:schemeClr val="tx1"/>
                </a:solidFill>
                <a:latin typeface="+mn-lt"/>
                <a:ea typeface="+mn-lt"/>
                <a:cs typeface="+mn-lt"/>
              </a:rPr>
              <a:t>white</a:t>
            </a:r>
            <a:r>
              <a:rPr sz="900">
                <a:solidFill>
                  <a:schemeClr val="tx1"/>
                </a:solidFill>
                <a:latin typeface="+mn-lt"/>
                <a:ea typeface="+mn-lt"/>
                <a:cs typeface="+mn-lt"/>
              </a:rPr>
              <a:t> or </a:t>
            </a:r>
            <a:r>
              <a:rPr sz="900" b="1">
                <a:solidFill>
                  <a:schemeClr val="tx1"/>
                </a:solidFill>
                <a:latin typeface="+mn-lt"/>
                <a:ea typeface="+mn-lt"/>
                <a:cs typeface="+mn-lt"/>
              </a:rPr>
              <a:t>black</a:t>
            </a:r>
            <a:r>
              <a:rPr sz="900">
                <a:solidFill>
                  <a:schemeClr val="tx1"/>
                </a:solidFill>
                <a:latin typeface="+mn-lt"/>
                <a:ea typeface="+mn-lt"/>
                <a:cs typeface="+mn-lt"/>
              </a:rPr>
              <a:t>.</a:t>
            </a:r>
          </a:p>
          <a:p>
            <a:pPr algn="ctr">
              <a:buNone/>
            </a:pPr>
            <a:endParaRPr sz="900" baseline="0">
              <a:solidFill>
                <a:schemeClr val="tx1">
                  <a:lumMod val="65000"/>
                  <a:lumOff val="35000"/>
                </a:schemeClr>
              </a:solidFill>
              <a:latin typeface="+mn-lt"/>
              <a:ea typeface="+mn-lt"/>
              <a:cs typeface="+mn-lt"/>
            </a:endParaRPr>
          </a:p>
          <a:p>
            <a:pPr algn="ctr">
              <a:buNone/>
            </a:pPr>
            <a:endParaRPr sz="900" baseline="0">
              <a:solidFill>
                <a:schemeClr val="tx1">
                  <a:lumMod val="65000"/>
                  <a:lumOff val="35000"/>
                </a:schemeClr>
              </a:solidFill>
              <a:latin typeface="+mn-lt"/>
              <a:ea typeface="+mn-lt"/>
              <a:cs typeface="+mn-lt"/>
            </a:endParaRPr>
          </a:p>
          <a:p>
            <a:pPr algn="ctr">
              <a:buNone/>
            </a:pPr>
            <a:endParaRPr sz="900" baseline="0">
              <a:solidFill>
                <a:schemeClr val="tx1">
                  <a:lumMod val="65000"/>
                  <a:lumOff val="35000"/>
                </a:schemeClr>
              </a:solidFill>
              <a:latin typeface="+mn-lt"/>
              <a:ea typeface="+mn-lt"/>
              <a:cs typeface="+mn-lt"/>
            </a:endParaRPr>
          </a:p>
        </p:txBody>
      </p:sp>
      <p:sp>
        <p:nvSpPr>
          <p:cNvPr id="14" name="Rektangel 18">
            <a:extLst>
              <a:ext uri="{FF2B5EF4-FFF2-40B4-BE49-F238E27FC236}">
                <a16:creationId xmlns:a16="http://schemas.microsoft.com/office/drawing/2014/main" id="{8CF8F2B9-9BE5-99ED-27B9-271D1C3A3DE8}"/>
              </a:ext>
            </a:extLst>
          </p:cNvPr>
          <p:cNvSpPr>
            <a:spLocks noGrp="1"/>
          </p:cNvSpPr>
          <p:nvPr/>
        </p:nvSpPr>
        <p:spPr>
          <a:xfrm>
            <a:off x="12371130" y="1511303"/>
            <a:ext cx="268449" cy="268449"/>
          </a:xfrm>
          <a:prstGeom prst="rect">
            <a:avLst/>
          </a:prstGeom>
          <a:solidFill>
            <a:schemeClr val="bg1"/>
          </a:solidFill>
          <a:ln w="9525">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latin typeface="+mn-lt"/>
              <a:ea typeface="+mn-lt"/>
              <a:cs typeface="+mn-lt"/>
            </a:endParaRPr>
          </a:p>
        </p:txBody>
      </p:sp>
      <p:sp>
        <p:nvSpPr>
          <p:cNvPr id="15" name="Rektangel 17">
            <a:extLst>
              <a:ext uri="{FF2B5EF4-FFF2-40B4-BE49-F238E27FC236}">
                <a16:creationId xmlns:a16="http://schemas.microsoft.com/office/drawing/2014/main" id="{701A7BC5-2A61-7494-8AAA-4E8268A0F2E3}"/>
              </a:ext>
            </a:extLst>
          </p:cNvPr>
          <p:cNvSpPr>
            <a:spLocks noGrp="1"/>
          </p:cNvSpPr>
          <p:nvPr/>
        </p:nvSpPr>
        <p:spPr>
          <a:xfrm>
            <a:off x="12708652" y="1511302"/>
            <a:ext cx="268449" cy="268449"/>
          </a:xfrm>
          <a:prstGeom prst="rect">
            <a:avLst/>
          </a:prstGeom>
          <a:solidFill>
            <a:schemeClr val="tx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latin typeface="+mn-lt"/>
              <a:ea typeface="+mn-lt"/>
              <a:cs typeface="+mn-lt"/>
            </a:endParaRPr>
          </a:p>
        </p:txBody>
      </p:sp>
      <p:sp>
        <p:nvSpPr>
          <p:cNvPr id="17" name="textruta 12">
            <a:extLst>
              <a:ext uri="{FF2B5EF4-FFF2-40B4-BE49-F238E27FC236}">
                <a16:creationId xmlns:a16="http://schemas.microsoft.com/office/drawing/2014/main" id="{69E7C860-BCFC-5782-3375-2604113DF15A}"/>
              </a:ext>
            </a:extLst>
          </p:cNvPr>
          <p:cNvSpPr>
            <a:spLocks noGrp="1"/>
          </p:cNvSpPr>
          <p:nvPr/>
        </p:nvSpPr>
        <p:spPr>
          <a:xfrm>
            <a:off x="12270947" y="3170"/>
            <a:ext cx="1681523" cy="1924883"/>
          </a:xfrm>
          <a:prstGeom prst="rect">
            <a:avLst/>
          </a:prstGeom>
          <a:solidFill>
            <a:schemeClr val="bg1"/>
          </a:solidFill>
        </p:spPr>
        <p:txBody>
          <a:bodyPr wrap="square" tIns="108000" anchor="t">
            <a:noAutofit/>
          </a:bodyPr>
          <a:lstStyle/>
          <a:p>
            <a:pPr>
              <a:spcAft>
                <a:spcPts val="600"/>
              </a:spcAft>
              <a:buNone/>
            </a:pPr>
            <a:r>
              <a:rPr sz="900" b="1">
                <a:latin typeface="+mn-lt"/>
                <a:ea typeface="+mn-lt"/>
                <a:cs typeface="+mn-lt"/>
              </a:rPr>
              <a:t>Change logo color</a:t>
            </a:r>
          </a:p>
          <a:p>
            <a:r>
              <a:rPr sz="900">
                <a:solidFill>
                  <a:schemeClr val="tx1"/>
                </a:solidFill>
                <a:latin typeface="+mn-lt"/>
                <a:ea typeface="+mn-lt"/>
                <a:cs typeface="+mn-lt"/>
              </a:rPr>
              <a:t>If you need to change the color of the logo, right-click outside the work area, select </a:t>
            </a:r>
            <a:r>
              <a:rPr sz="900" b="1">
                <a:solidFill>
                  <a:schemeClr val="tx1"/>
                </a:solidFill>
                <a:latin typeface="+mn-lt"/>
                <a:ea typeface="+mn-lt"/>
                <a:cs typeface="+mn-lt"/>
              </a:rPr>
              <a:t>Format Background </a:t>
            </a:r>
            <a:r>
              <a:rPr sz="900">
                <a:solidFill>
                  <a:schemeClr val="tx1"/>
                </a:solidFill>
                <a:latin typeface="+mn-lt"/>
                <a:ea typeface="+mn-lt"/>
                <a:cs typeface="+mn-lt"/>
              </a:rPr>
              <a:t>from the context menu, and select </a:t>
            </a:r>
            <a:r>
              <a:rPr sz="900" b="1">
                <a:solidFill>
                  <a:schemeClr val="tx1"/>
                </a:solidFill>
                <a:latin typeface="+mn-lt"/>
                <a:ea typeface="+mn-lt"/>
                <a:cs typeface="+mn-lt"/>
              </a:rPr>
              <a:t>Solid fill. </a:t>
            </a:r>
            <a:r>
              <a:rPr sz="900">
                <a:solidFill>
                  <a:schemeClr val="tx1"/>
                </a:solidFill>
                <a:latin typeface="+mn-lt"/>
                <a:ea typeface="+mn-lt"/>
                <a:cs typeface="+mn-lt"/>
              </a:rPr>
              <a:t>You may </a:t>
            </a:r>
            <a:r>
              <a:rPr sz="900" b="1">
                <a:solidFill>
                  <a:schemeClr val="tx1"/>
                </a:solidFill>
                <a:latin typeface="+mn-lt"/>
                <a:ea typeface="+mn-lt"/>
                <a:cs typeface="+mn-lt"/>
              </a:rPr>
              <a:t>ONLY</a:t>
            </a:r>
            <a:r>
              <a:rPr sz="900">
                <a:solidFill>
                  <a:schemeClr val="tx1"/>
                </a:solidFill>
                <a:latin typeface="+mn-lt"/>
                <a:ea typeface="+mn-lt"/>
                <a:cs typeface="+mn-lt"/>
              </a:rPr>
              <a:t> use </a:t>
            </a:r>
            <a:br>
              <a:rPr sz="900">
                <a:solidFill>
                  <a:schemeClr val="tx1"/>
                </a:solidFill>
                <a:latin typeface="+mn-lt"/>
                <a:ea typeface="+mn-lt"/>
                <a:cs typeface="+mn-lt"/>
              </a:rPr>
            </a:br>
            <a:r>
              <a:rPr sz="900" b="1">
                <a:solidFill>
                  <a:schemeClr val="tx1"/>
                </a:solidFill>
                <a:latin typeface="+mn-lt"/>
                <a:ea typeface="+mn-lt"/>
                <a:cs typeface="+mn-lt"/>
              </a:rPr>
              <a:t>white</a:t>
            </a:r>
            <a:r>
              <a:rPr sz="900">
                <a:solidFill>
                  <a:schemeClr val="tx1"/>
                </a:solidFill>
                <a:latin typeface="+mn-lt"/>
                <a:ea typeface="+mn-lt"/>
                <a:cs typeface="+mn-lt"/>
              </a:rPr>
              <a:t> or </a:t>
            </a:r>
            <a:r>
              <a:rPr sz="900" b="1">
                <a:solidFill>
                  <a:schemeClr val="tx1"/>
                </a:solidFill>
                <a:latin typeface="+mn-lt"/>
                <a:ea typeface="+mn-lt"/>
                <a:cs typeface="+mn-lt"/>
              </a:rPr>
              <a:t>black</a:t>
            </a:r>
            <a:r>
              <a:rPr sz="900">
                <a:solidFill>
                  <a:schemeClr val="tx1"/>
                </a:solidFill>
                <a:latin typeface="+mn-lt"/>
                <a:ea typeface="+mn-lt"/>
                <a:cs typeface="+mn-lt"/>
              </a:rPr>
              <a:t>.</a:t>
            </a:r>
          </a:p>
          <a:p>
            <a:pPr algn="ctr">
              <a:buNone/>
            </a:pPr>
            <a:endParaRPr sz="900" baseline="0">
              <a:solidFill>
                <a:schemeClr val="tx1">
                  <a:lumMod val="65000"/>
                  <a:lumOff val="35000"/>
                </a:schemeClr>
              </a:solidFill>
              <a:latin typeface="+mn-lt"/>
              <a:ea typeface="+mn-lt"/>
              <a:cs typeface="+mn-lt"/>
            </a:endParaRPr>
          </a:p>
          <a:p>
            <a:pPr algn="ctr">
              <a:buNone/>
            </a:pPr>
            <a:endParaRPr sz="900" baseline="0">
              <a:solidFill>
                <a:schemeClr val="tx1">
                  <a:lumMod val="65000"/>
                  <a:lumOff val="35000"/>
                </a:schemeClr>
              </a:solidFill>
              <a:latin typeface="+mn-lt"/>
              <a:ea typeface="+mn-lt"/>
              <a:cs typeface="+mn-lt"/>
            </a:endParaRPr>
          </a:p>
          <a:p>
            <a:pPr algn="ctr">
              <a:buNone/>
            </a:pPr>
            <a:endParaRPr sz="900" baseline="0">
              <a:solidFill>
                <a:schemeClr val="tx1">
                  <a:lumMod val="65000"/>
                  <a:lumOff val="35000"/>
                </a:schemeClr>
              </a:solidFill>
              <a:latin typeface="+mn-lt"/>
              <a:ea typeface="+mn-lt"/>
              <a:cs typeface="+mn-lt"/>
            </a:endParaRPr>
          </a:p>
        </p:txBody>
      </p:sp>
      <p:sp>
        <p:nvSpPr>
          <p:cNvPr id="18" name="Rektangel 18">
            <a:extLst>
              <a:ext uri="{FF2B5EF4-FFF2-40B4-BE49-F238E27FC236}">
                <a16:creationId xmlns:a16="http://schemas.microsoft.com/office/drawing/2014/main" id="{8AC7B0DF-CD09-5205-EE9C-0F8070EB4079}"/>
              </a:ext>
            </a:extLst>
          </p:cNvPr>
          <p:cNvSpPr>
            <a:spLocks noGrp="1"/>
          </p:cNvSpPr>
          <p:nvPr/>
        </p:nvSpPr>
        <p:spPr>
          <a:xfrm>
            <a:off x="12371130" y="1511303"/>
            <a:ext cx="268449" cy="268449"/>
          </a:xfrm>
          <a:prstGeom prst="rect">
            <a:avLst/>
          </a:prstGeom>
          <a:solidFill>
            <a:schemeClr val="bg1"/>
          </a:solidFill>
          <a:ln w="9525">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latin typeface="+mn-lt"/>
              <a:ea typeface="+mn-lt"/>
              <a:cs typeface="+mn-lt"/>
            </a:endParaRPr>
          </a:p>
        </p:txBody>
      </p:sp>
      <p:sp>
        <p:nvSpPr>
          <p:cNvPr id="19" name="Rektangel 17">
            <a:extLst>
              <a:ext uri="{FF2B5EF4-FFF2-40B4-BE49-F238E27FC236}">
                <a16:creationId xmlns:a16="http://schemas.microsoft.com/office/drawing/2014/main" id="{AE7B5ADD-84FC-458D-4D80-0A8C0DC14F71}"/>
              </a:ext>
            </a:extLst>
          </p:cNvPr>
          <p:cNvSpPr>
            <a:spLocks noGrp="1"/>
          </p:cNvSpPr>
          <p:nvPr/>
        </p:nvSpPr>
        <p:spPr>
          <a:xfrm>
            <a:off x="12708652" y="1511302"/>
            <a:ext cx="268449" cy="268449"/>
          </a:xfrm>
          <a:prstGeom prst="rect">
            <a:avLst/>
          </a:prstGeom>
          <a:solidFill>
            <a:schemeClr val="tx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latin typeface="+mn-lt"/>
              <a:ea typeface="+mn-lt"/>
              <a:cs typeface="+mn-lt"/>
            </a:endParaRPr>
          </a:p>
        </p:txBody>
      </p:sp>
      <p:sp>
        <p:nvSpPr>
          <p:cNvPr id="21" name="Picture Placeholder 20">
            <a:extLst>
              <a:ext uri="{FF2B5EF4-FFF2-40B4-BE49-F238E27FC236}">
                <a16:creationId xmlns:a16="http://schemas.microsoft.com/office/drawing/2014/main" id="{E1104F3D-AEE3-0423-0CAB-D71DF262EEDB}"/>
              </a:ext>
            </a:extLst>
          </p:cNvPr>
          <p:cNvSpPr>
            <a:spLocks noGrp="1"/>
          </p:cNvSpPr>
          <p:nvPr>
            <p:ph type="pic" idx="16"/>
          </p:nvPr>
        </p:nvSpPr>
        <p:spPr>
          <a:xfrm>
            <a:off x="7156450" y="0"/>
            <a:ext cx="5035550" cy="6858000"/>
          </a:xfrm>
        </p:spPr>
        <p:txBody>
          <a:bodyPr/>
          <a:lstStyle/>
          <a:p>
            <a:r>
              <a:t>Klikk på ikonet for å legge til et bilde</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7B4A9EDD-9949-661F-7C7E-85E63CE8975D}"/>
              </a:ext>
            </a:extLst>
          </p:cNvPr>
          <p:cNvSpPr>
            <a:spLocks noGrp="1"/>
          </p:cNvSpPr>
          <p:nvPr>
            <p:ph type="body" idx="13"/>
          </p:nvPr>
        </p:nvSpPr>
        <p:spPr>
          <a:xfrm>
            <a:off x="6188075" y="309600"/>
            <a:ext cx="4649788" cy="5097092"/>
          </a:xfrm>
        </p:spPr>
        <p:txBody>
          <a:bodyPr/>
          <a:lstStyle>
            <a:lvl1pPr marL="539750" indent="-539750">
              <a:spcBef>
                <a:spcPts val="1000"/>
              </a:spcBef>
              <a:spcAft>
                <a:spcPts val="800"/>
              </a:spcAft>
              <a:buFont typeface="+mj-lt"/>
              <a:buAutoNum type="arabicPeriod"/>
              <a:defRPr sz="2000"/>
            </a:lvl1pPr>
            <a:lvl2pPr marL="895350" indent="-355600">
              <a:spcAft>
                <a:spcPts val="1200"/>
              </a:spcAft>
              <a:buFont typeface="Aptos"/>
              <a:buChar char="–"/>
              <a:defRPr sz="1600"/>
            </a:lvl2pPr>
            <a:lvl3pPr marL="361950" indent="0">
              <a:buFont typeface="+mj-lt"/>
              <a:buNone/>
              <a:defRPr sz="1800"/>
            </a:lvl3pPr>
            <a:lvl4pPr marL="771525" indent="-228600">
              <a:buFont typeface="+mj-lt"/>
              <a:buAutoNum type="arabicPeriod"/>
              <a:defRPr sz="1600"/>
            </a:lvl4pPr>
            <a:lvl5pPr marL="942975" indent="-228600">
              <a:buFont typeface="+mj-lt"/>
              <a:buAutoNum type="arabicPeriod"/>
              <a:defRPr sz="1600"/>
            </a:lvl5pPr>
          </a:lstStyle>
          <a:p>
            <a:pPr lvl="0">
              <a:buNone/>
            </a:pPr>
            <a:r>
              <a:t>Klikk for å redigere tekststiler i malen</a:t>
            </a:r>
          </a:p>
          <a:p>
            <a:pPr lvl="1">
              <a:buNone/>
            </a:pPr>
            <a:r>
              <a:t>Andre nivå</a:t>
            </a:r>
          </a:p>
        </p:txBody>
      </p:sp>
      <p:sp>
        <p:nvSpPr>
          <p:cNvPr id="3" name="Text Placeholder 6">
            <a:extLst>
              <a:ext uri="{FF2B5EF4-FFF2-40B4-BE49-F238E27FC236}">
                <a16:creationId xmlns:a16="http://schemas.microsoft.com/office/drawing/2014/main" id="{F5C57028-C6F8-4DD8-147D-1B98D7E521A0}"/>
              </a:ext>
            </a:extLst>
          </p:cNvPr>
          <p:cNvSpPr>
            <a:spLocks noGrp="1"/>
          </p:cNvSpPr>
          <p:nvPr>
            <p:ph type="body" idx="15"/>
          </p:nvPr>
        </p:nvSpPr>
        <p:spPr>
          <a:xfrm>
            <a:off x="392114" y="275622"/>
            <a:ext cx="4649788" cy="866775"/>
          </a:xfrm>
        </p:spPr>
        <p:txBody>
          <a:bodyPr/>
          <a:lstStyle>
            <a:lvl1pPr>
              <a:buNone/>
              <a:defRPr sz="2600" b="1">
                <a:latin typeface="+mj-lt"/>
                <a:ea typeface="+mj-lt"/>
                <a:cs typeface="+mj-lt"/>
              </a:defRPr>
            </a:lvl1pPr>
            <a:lvl2pPr marL="0" indent="0">
              <a:buNone/>
              <a:defRPr sz="2000"/>
            </a:lvl2pPr>
          </a:lstStyle>
          <a:p>
            <a:pPr lvl="0">
              <a:buNone/>
            </a:pPr>
            <a:r>
              <a:t>Klikk for å redigere tekststiler i malen</a:t>
            </a:r>
          </a:p>
          <a:p>
            <a:pPr lvl="1">
              <a:buNone/>
            </a:pPr>
            <a:r>
              <a:t>Andre nivå</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 Gray">
    <p:bg>
      <p:bgPr>
        <a:solidFill>
          <a:srgbClr val="CCC1BC"/>
        </a:solidFill>
        <a:effectLst/>
      </p:bgPr>
    </p:bg>
    <p:spTree>
      <p:nvGrpSpPr>
        <p:cNvPr id="1" name=""/>
        <p:cNvGrpSpPr/>
        <p:nvPr/>
      </p:nvGrpSpPr>
      <p:grpSpPr>
        <a:xfrm>
          <a:off x="0" y="0"/>
          <a:ext cx="0" cy="0"/>
          <a:chOff x="0" y="0"/>
          <a:chExt cx="0" cy="0"/>
        </a:xfrm>
      </p:grpSpPr>
      <p:sp>
        <p:nvSpPr>
          <p:cNvPr id="5" name="Text Placeholder 6">
            <a:extLst>
              <a:ext uri="{FF2B5EF4-FFF2-40B4-BE49-F238E27FC236}">
                <a16:creationId xmlns:a16="http://schemas.microsoft.com/office/drawing/2014/main" id="{560BDE26-7132-BC69-C970-C517F18509AD}"/>
              </a:ext>
            </a:extLst>
          </p:cNvPr>
          <p:cNvSpPr>
            <a:spLocks noGrp="1"/>
          </p:cNvSpPr>
          <p:nvPr>
            <p:ph type="body" idx="13"/>
          </p:nvPr>
        </p:nvSpPr>
        <p:spPr>
          <a:xfrm>
            <a:off x="6188075" y="309600"/>
            <a:ext cx="4649788" cy="5097092"/>
          </a:xfrm>
        </p:spPr>
        <p:txBody>
          <a:bodyPr/>
          <a:lstStyle>
            <a:lvl1pPr marL="539750" indent="-539750">
              <a:spcBef>
                <a:spcPts val="1000"/>
              </a:spcBef>
              <a:spcAft>
                <a:spcPts val="800"/>
              </a:spcAft>
              <a:buFont typeface="+mj-lt"/>
              <a:buAutoNum type="arabicPeriod"/>
              <a:defRPr sz="2000"/>
            </a:lvl1pPr>
            <a:lvl2pPr marL="895350" indent="-355600">
              <a:spcAft>
                <a:spcPts val="1200"/>
              </a:spcAft>
              <a:buFont typeface="Aptos"/>
              <a:buChar char="–"/>
              <a:defRPr sz="1600"/>
            </a:lvl2pPr>
            <a:lvl3pPr marL="361950" indent="0">
              <a:buFont typeface="+mj-lt"/>
              <a:buNone/>
              <a:defRPr sz="1800"/>
            </a:lvl3pPr>
            <a:lvl4pPr marL="771525" indent="-228600">
              <a:buFont typeface="+mj-lt"/>
              <a:buAutoNum type="arabicPeriod"/>
              <a:defRPr sz="1600"/>
            </a:lvl4pPr>
            <a:lvl5pPr marL="942975" indent="-228600">
              <a:buFont typeface="+mj-lt"/>
              <a:buAutoNum type="arabicPeriod"/>
              <a:defRPr sz="1600"/>
            </a:lvl5pPr>
          </a:lstStyle>
          <a:p>
            <a:pPr lvl="0">
              <a:buNone/>
            </a:pPr>
            <a:r>
              <a:t>Klikk for å redigere tekststiler i malen</a:t>
            </a:r>
          </a:p>
          <a:p>
            <a:pPr lvl="1">
              <a:buNone/>
            </a:pPr>
            <a:r>
              <a:t>Andre nivå</a:t>
            </a:r>
          </a:p>
        </p:txBody>
      </p:sp>
      <p:sp>
        <p:nvSpPr>
          <p:cNvPr id="6" name="Text Placeholder 6">
            <a:extLst>
              <a:ext uri="{FF2B5EF4-FFF2-40B4-BE49-F238E27FC236}">
                <a16:creationId xmlns:a16="http://schemas.microsoft.com/office/drawing/2014/main" id="{92572D2C-3C6B-ED6B-414C-B1458FBEB158}"/>
              </a:ext>
            </a:extLst>
          </p:cNvPr>
          <p:cNvSpPr>
            <a:spLocks noGrp="1"/>
          </p:cNvSpPr>
          <p:nvPr>
            <p:ph type="body" idx="15"/>
          </p:nvPr>
        </p:nvSpPr>
        <p:spPr>
          <a:xfrm>
            <a:off x="392114" y="275622"/>
            <a:ext cx="4649788" cy="866775"/>
          </a:xfrm>
        </p:spPr>
        <p:txBody>
          <a:bodyPr/>
          <a:lstStyle>
            <a:lvl1pPr>
              <a:buNone/>
              <a:defRPr sz="2600" b="1">
                <a:latin typeface="+mj-lt"/>
                <a:ea typeface="+mj-lt"/>
                <a:cs typeface="+mj-lt"/>
              </a:defRPr>
            </a:lvl1pPr>
            <a:lvl2pPr marL="0" indent="0">
              <a:buNone/>
              <a:defRPr sz="2000"/>
            </a:lvl2pPr>
          </a:lstStyle>
          <a:p>
            <a:pPr lvl="0">
              <a:buNone/>
            </a:pPr>
            <a:r>
              <a:t>Klikk for å redigere tekststiler i malen</a:t>
            </a:r>
          </a:p>
          <a:p>
            <a:pPr lvl="1">
              <a:buNone/>
            </a:pPr>
            <a:r>
              <a:t>Andre nivå</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hapt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9BE5B-E14E-CBA3-4765-E3225406EDA8}"/>
              </a:ext>
            </a:extLst>
          </p:cNvPr>
          <p:cNvSpPr>
            <a:spLocks noGrp="1"/>
          </p:cNvSpPr>
          <p:nvPr>
            <p:ph type="title"/>
          </p:nvPr>
        </p:nvSpPr>
        <p:spPr>
          <a:xfrm>
            <a:off x="7158039" y="3615162"/>
            <a:ext cx="3679824" cy="1921740"/>
          </a:xfrm>
        </p:spPr>
        <p:txBody>
          <a:bodyPr anchor="b"/>
          <a:lstStyle/>
          <a:p>
            <a:r>
              <a:t>Klikk for å redigere tittelstil</a:t>
            </a:r>
          </a:p>
        </p:txBody>
      </p:sp>
      <p:sp>
        <p:nvSpPr>
          <p:cNvPr id="11" name="Text Placeholder 10">
            <a:extLst>
              <a:ext uri="{FF2B5EF4-FFF2-40B4-BE49-F238E27FC236}">
                <a16:creationId xmlns:a16="http://schemas.microsoft.com/office/drawing/2014/main" id="{412A11DA-FE50-E797-68CE-9E07385BF34A}"/>
              </a:ext>
            </a:extLst>
          </p:cNvPr>
          <p:cNvSpPr>
            <a:spLocks noGrp="1"/>
          </p:cNvSpPr>
          <p:nvPr>
            <p:ph type="body" idx="13" hasCustomPrompt="1"/>
          </p:nvPr>
        </p:nvSpPr>
        <p:spPr>
          <a:xfrm>
            <a:off x="385200" y="3590899"/>
            <a:ext cx="3679825" cy="2449513"/>
          </a:xfrm>
        </p:spPr>
        <p:txBody>
          <a:bodyPr anchor="b"/>
          <a:lstStyle>
            <a:lvl1pPr marL="0" indent="0">
              <a:buNone/>
              <a:defRPr sz="17000" b="1"/>
            </a:lvl1pPr>
            <a:lvl2pPr marL="180975" indent="0">
              <a:buNone/>
              <a:defRPr/>
            </a:lvl2pPr>
          </a:lstStyle>
          <a:p>
            <a:pPr lvl="0">
              <a:buNone/>
            </a:pPr>
            <a:r>
              <a:t>#</a:t>
            </a:r>
          </a:p>
        </p:txBody>
      </p:sp>
      <p:sp>
        <p:nvSpPr>
          <p:cNvPr id="8" name="textruta 12">
            <a:extLst>
              <a:ext uri="{FF2B5EF4-FFF2-40B4-BE49-F238E27FC236}">
                <a16:creationId xmlns:a16="http://schemas.microsoft.com/office/drawing/2014/main" id="{5C3D4CA8-E327-593B-7A27-6BFBD033C592}"/>
              </a:ext>
            </a:extLst>
          </p:cNvPr>
          <p:cNvSpPr>
            <a:spLocks noGrp="1"/>
          </p:cNvSpPr>
          <p:nvPr/>
        </p:nvSpPr>
        <p:spPr>
          <a:xfrm>
            <a:off x="12272400" y="0"/>
            <a:ext cx="1681523" cy="1939925"/>
          </a:xfrm>
          <a:prstGeom prst="rect">
            <a:avLst/>
          </a:prstGeom>
          <a:solidFill>
            <a:schemeClr val="bg1"/>
          </a:solidFill>
        </p:spPr>
        <p:txBody>
          <a:bodyPr wrap="square" tIns="108000" anchor="t">
            <a:noAutofit/>
          </a:bodyPr>
          <a:lstStyle/>
          <a:p>
            <a:pPr>
              <a:spcAft>
                <a:spcPts val="600"/>
              </a:spcAft>
              <a:buNone/>
            </a:pPr>
            <a:r>
              <a:rPr sz="900" b="1">
                <a:latin typeface="+mn-lt"/>
                <a:ea typeface="+mn-lt"/>
                <a:cs typeface="+mn-lt"/>
              </a:rPr>
              <a:t>Change background color</a:t>
            </a:r>
          </a:p>
          <a:p>
            <a:r>
              <a:rPr sz="900">
                <a:solidFill>
                  <a:schemeClr val="tx1"/>
                </a:solidFill>
                <a:latin typeface="+mn-lt"/>
                <a:ea typeface="+mn-lt"/>
                <a:cs typeface="+mn-lt"/>
              </a:rPr>
              <a:t>If you would like, you can change the background color, select </a:t>
            </a:r>
            <a:r>
              <a:rPr sz="900" b="1">
                <a:solidFill>
                  <a:schemeClr val="tx1"/>
                </a:solidFill>
                <a:latin typeface="+mn-lt"/>
                <a:ea typeface="+mn-lt"/>
                <a:cs typeface="+mn-lt"/>
              </a:rPr>
              <a:t>Format Background </a:t>
            </a:r>
            <a:r>
              <a:rPr sz="900">
                <a:solidFill>
                  <a:schemeClr val="tx1"/>
                </a:solidFill>
                <a:latin typeface="+mn-lt"/>
                <a:ea typeface="+mn-lt"/>
                <a:cs typeface="+mn-lt"/>
              </a:rPr>
              <a:t>from the context menu, and select </a:t>
            </a:r>
            <a:r>
              <a:rPr sz="900" b="1">
                <a:solidFill>
                  <a:schemeClr val="tx1"/>
                </a:solidFill>
                <a:latin typeface="+mn-lt"/>
                <a:ea typeface="+mn-lt"/>
                <a:cs typeface="+mn-lt"/>
              </a:rPr>
              <a:t>Solid fill. </a:t>
            </a:r>
            <a:r>
              <a:rPr sz="900">
                <a:solidFill>
                  <a:schemeClr val="tx1"/>
                </a:solidFill>
                <a:latin typeface="+mn-lt"/>
                <a:ea typeface="+mn-lt"/>
                <a:cs typeface="+mn-lt"/>
              </a:rPr>
              <a:t>You may </a:t>
            </a:r>
            <a:r>
              <a:rPr sz="900" b="1">
                <a:solidFill>
                  <a:schemeClr val="tx1"/>
                </a:solidFill>
                <a:latin typeface="+mn-lt"/>
                <a:ea typeface="+mn-lt"/>
                <a:cs typeface="+mn-lt"/>
              </a:rPr>
              <a:t>ONLY</a:t>
            </a:r>
            <a:r>
              <a:rPr sz="900">
                <a:solidFill>
                  <a:schemeClr val="tx1"/>
                </a:solidFill>
                <a:latin typeface="+mn-lt"/>
                <a:ea typeface="+mn-lt"/>
                <a:cs typeface="+mn-lt"/>
              </a:rPr>
              <a:t> use </a:t>
            </a:r>
            <a:r>
              <a:rPr sz="900" b="1">
                <a:solidFill>
                  <a:schemeClr val="tx1"/>
                </a:solidFill>
                <a:latin typeface="+mn-lt"/>
                <a:ea typeface="+mn-lt"/>
                <a:cs typeface="+mn-lt"/>
              </a:rPr>
              <a:t>white, G30 </a:t>
            </a:r>
            <a:r>
              <a:rPr sz="900" b="0">
                <a:solidFill>
                  <a:schemeClr val="tx1"/>
                </a:solidFill>
                <a:latin typeface="+mn-lt"/>
                <a:ea typeface="+mn-lt"/>
                <a:cs typeface="+mn-lt"/>
              </a:rPr>
              <a:t>and</a:t>
            </a:r>
            <a:r>
              <a:rPr sz="900" b="1">
                <a:solidFill>
                  <a:schemeClr val="tx1"/>
                </a:solidFill>
                <a:latin typeface="+mn-lt"/>
                <a:ea typeface="+mn-lt"/>
                <a:cs typeface="+mn-lt"/>
              </a:rPr>
              <a:t> Bearing Red.</a:t>
            </a:r>
            <a:endParaRPr sz="900" baseline="0">
              <a:solidFill>
                <a:schemeClr val="tx1"/>
              </a:solidFill>
              <a:latin typeface="+mn-lt"/>
              <a:ea typeface="+mn-lt"/>
              <a:cs typeface="+mn-lt"/>
            </a:endParaRPr>
          </a:p>
          <a:p>
            <a:pPr algn="ctr">
              <a:buNone/>
            </a:pPr>
            <a:endParaRPr sz="900" baseline="0">
              <a:solidFill>
                <a:schemeClr val="tx1">
                  <a:lumMod val="65000"/>
                  <a:lumOff val="35000"/>
                </a:schemeClr>
              </a:solidFill>
              <a:latin typeface="+mn-lt"/>
              <a:ea typeface="+mn-lt"/>
              <a:cs typeface="+mn-lt"/>
            </a:endParaRPr>
          </a:p>
          <a:p>
            <a:pPr algn="ctr">
              <a:buNone/>
            </a:pPr>
            <a:endParaRPr sz="900" baseline="0">
              <a:solidFill>
                <a:schemeClr val="tx1">
                  <a:lumMod val="65000"/>
                  <a:lumOff val="35000"/>
                </a:schemeClr>
              </a:solidFill>
              <a:latin typeface="+mn-lt"/>
              <a:ea typeface="+mn-lt"/>
              <a:cs typeface="+mn-lt"/>
            </a:endParaRPr>
          </a:p>
          <a:p>
            <a:pPr algn="ctr">
              <a:buNone/>
            </a:pPr>
            <a:endParaRPr sz="900" baseline="0">
              <a:solidFill>
                <a:schemeClr val="tx1">
                  <a:lumMod val="65000"/>
                  <a:lumOff val="35000"/>
                </a:schemeClr>
              </a:solidFill>
              <a:latin typeface="+mn-lt"/>
              <a:ea typeface="+mn-lt"/>
              <a:cs typeface="+mn-lt"/>
            </a:endParaRPr>
          </a:p>
        </p:txBody>
      </p:sp>
      <p:sp>
        <p:nvSpPr>
          <p:cNvPr id="18" name="Rektangel 18">
            <a:extLst>
              <a:ext uri="{FF2B5EF4-FFF2-40B4-BE49-F238E27FC236}">
                <a16:creationId xmlns:a16="http://schemas.microsoft.com/office/drawing/2014/main" id="{313AD901-FAB3-071A-0F6E-4C4E6AB77BCD}"/>
              </a:ext>
            </a:extLst>
          </p:cNvPr>
          <p:cNvSpPr>
            <a:spLocks noGrp="1"/>
          </p:cNvSpPr>
          <p:nvPr/>
        </p:nvSpPr>
        <p:spPr>
          <a:xfrm>
            <a:off x="12371130" y="1511303"/>
            <a:ext cx="268449" cy="268449"/>
          </a:xfrm>
          <a:prstGeom prst="rect">
            <a:avLst/>
          </a:prstGeom>
          <a:solidFill>
            <a:schemeClr val="bg1"/>
          </a:solidFill>
          <a:ln w="9525">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9" name="Rektangel 17">
            <a:extLst>
              <a:ext uri="{FF2B5EF4-FFF2-40B4-BE49-F238E27FC236}">
                <a16:creationId xmlns:a16="http://schemas.microsoft.com/office/drawing/2014/main" id="{C8419852-643B-7786-AB50-459DD946E42F}"/>
              </a:ext>
            </a:extLst>
          </p:cNvPr>
          <p:cNvSpPr>
            <a:spLocks noGrp="1"/>
          </p:cNvSpPr>
          <p:nvPr/>
        </p:nvSpPr>
        <p:spPr>
          <a:xfrm>
            <a:off x="12708652" y="1511302"/>
            <a:ext cx="268449" cy="268449"/>
          </a:xfrm>
          <a:prstGeom prst="rect">
            <a:avLst/>
          </a:prstGeom>
          <a:solidFill>
            <a:srgbClr val="CCC1BC"/>
          </a:solidFill>
          <a:ln w="6350">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0" name="Rektangel 17">
            <a:extLst>
              <a:ext uri="{FF2B5EF4-FFF2-40B4-BE49-F238E27FC236}">
                <a16:creationId xmlns:a16="http://schemas.microsoft.com/office/drawing/2014/main" id="{912DE810-1FCC-7E87-4197-3B9CE0B711AD}"/>
              </a:ext>
            </a:extLst>
          </p:cNvPr>
          <p:cNvSpPr>
            <a:spLocks noGrp="1"/>
          </p:cNvSpPr>
          <p:nvPr/>
        </p:nvSpPr>
        <p:spPr>
          <a:xfrm>
            <a:off x="13046174" y="1511302"/>
            <a:ext cx="268449" cy="268449"/>
          </a:xfrm>
          <a:prstGeom prst="rect">
            <a:avLst/>
          </a:prstGeom>
          <a:solidFill>
            <a:srgbClr val="FF3D47"/>
          </a:solidFill>
          <a:ln w="6350">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hapter - Gray">
    <p:bg>
      <p:bgPr>
        <a:solidFill>
          <a:srgbClr val="CCC1B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9BE5B-E14E-CBA3-4765-E3225406EDA8}"/>
              </a:ext>
            </a:extLst>
          </p:cNvPr>
          <p:cNvSpPr>
            <a:spLocks noGrp="1"/>
          </p:cNvSpPr>
          <p:nvPr>
            <p:ph type="title"/>
          </p:nvPr>
        </p:nvSpPr>
        <p:spPr>
          <a:xfrm>
            <a:off x="7158039" y="3615162"/>
            <a:ext cx="3679824" cy="1921740"/>
          </a:xfrm>
        </p:spPr>
        <p:txBody>
          <a:bodyPr anchor="b"/>
          <a:lstStyle/>
          <a:p>
            <a:r>
              <a:t>Klikk for å redigere tittelstil</a:t>
            </a:r>
          </a:p>
        </p:txBody>
      </p:sp>
      <p:sp>
        <p:nvSpPr>
          <p:cNvPr id="11" name="Text Placeholder 10">
            <a:extLst>
              <a:ext uri="{FF2B5EF4-FFF2-40B4-BE49-F238E27FC236}">
                <a16:creationId xmlns:a16="http://schemas.microsoft.com/office/drawing/2014/main" id="{412A11DA-FE50-E797-68CE-9E07385BF34A}"/>
              </a:ext>
            </a:extLst>
          </p:cNvPr>
          <p:cNvSpPr>
            <a:spLocks noGrp="1"/>
          </p:cNvSpPr>
          <p:nvPr>
            <p:ph type="body" idx="13" hasCustomPrompt="1"/>
          </p:nvPr>
        </p:nvSpPr>
        <p:spPr>
          <a:xfrm>
            <a:off x="385200" y="3590899"/>
            <a:ext cx="3679825" cy="2449513"/>
          </a:xfrm>
        </p:spPr>
        <p:txBody>
          <a:bodyPr anchor="b"/>
          <a:lstStyle>
            <a:lvl1pPr marL="0" indent="0">
              <a:buNone/>
              <a:defRPr sz="17000" b="1"/>
            </a:lvl1pPr>
            <a:lvl2pPr marL="180975" indent="0">
              <a:buNone/>
              <a:defRPr/>
            </a:lvl2pPr>
          </a:lstStyle>
          <a:p>
            <a:pPr lvl="0">
              <a:buNone/>
            </a:pPr>
            <a:r>
              <a:t>#</a:t>
            </a:r>
          </a:p>
        </p:txBody>
      </p:sp>
      <p:sp>
        <p:nvSpPr>
          <p:cNvPr id="4" name="textruta 12">
            <a:extLst>
              <a:ext uri="{FF2B5EF4-FFF2-40B4-BE49-F238E27FC236}">
                <a16:creationId xmlns:a16="http://schemas.microsoft.com/office/drawing/2014/main" id="{C1CD1970-41D8-84DB-99B6-1D4813A7B8F8}"/>
              </a:ext>
            </a:extLst>
          </p:cNvPr>
          <p:cNvSpPr>
            <a:spLocks noGrp="1"/>
          </p:cNvSpPr>
          <p:nvPr/>
        </p:nvSpPr>
        <p:spPr>
          <a:xfrm>
            <a:off x="12272400" y="0"/>
            <a:ext cx="1681523" cy="1939925"/>
          </a:xfrm>
          <a:prstGeom prst="rect">
            <a:avLst/>
          </a:prstGeom>
          <a:solidFill>
            <a:schemeClr val="bg1"/>
          </a:solidFill>
        </p:spPr>
        <p:txBody>
          <a:bodyPr wrap="square" tIns="108000" anchor="t">
            <a:noAutofit/>
          </a:bodyPr>
          <a:lstStyle/>
          <a:p>
            <a:pPr>
              <a:spcAft>
                <a:spcPts val="600"/>
              </a:spcAft>
              <a:buNone/>
            </a:pPr>
            <a:r>
              <a:rPr sz="900" b="1">
                <a:latin typeface="+mn-lt"/>
                <a:ea typeface="+mn-lt"/>
                <a:cs typeface="+mn-lt"/>
              </a:rPr>
              <a:t>Change background color</a:t>
            </a:r>
          </a:p>
          <a:p>
            <a:r>
              <a:rPr sz="900">
                <a:solidFill>
                  <a:schemeClr val="tx1"/>
                </a:solidFill>
                <a:latin typeface="+mn-lt"/>
                <a:ea typeface="+mn-lt"/>
                <a:cs typeface="+mn-lt"/>
              </a:rPr>
              <a:t>If you would like, you can change the background color, select </a:t>
            </a:r>
            <a:r>
              <a:rPr sz="900" b="1">
                <a:solidFill>
                  <a:schemeClr val="tx1"/>
                </a:solidFill>
                <a:latin typeface="+mn-lt"/>
                <a:ea typeface="+mn-lt"/>
                <a:cs typeface="+mn-lt"/>
              </a:rPr>
              <a:t>Format Background </a:t>
            </a:r>
            <a:r>
              <a:rPr sz="900">
                <a:solidFill>
                  <a:schemeClr val="tx1"/>
                </a:solidFill>
                <a:latin typeface="+mn-lt"/>
                <a:ea typeface="+mn-lt"/>
                <a:cs typeface="+mn-lt"/>
              </a:rPr>
              <a:t>from the context menu, and select </a:t>
            </a:r>
            <a:r>
              <a:rPr sz="900" b="1">
                <a:solidFill>
                  <a:schemeClr val="tx1"/>
                </a:solidFill>
                <a:latin typeface="+mn-lt"/>
                <a:ea typeface="+mn-lt"/>
                <a:cs typeface="+mn-lt"/>
              </a:rPr>
              <a:t>Solid fill. </a:t>
            </a:r>
            <a:r>
              <a:rPr sz="900">
                <a:solidFill>
                  <a:schemeClr val="tx1"/>
                </a:solidFill>
                <a:latin typeface="+mn-lt"/>
                <a:ea typeface="+mn-lt"/>
                <a:cs typeface="+mn-lt"/>
              </a:rPr>
              <a:t>You may </a:t>
            </a:r>
            <a:r>
              <a:rPr sz="900" b="1">
                <a:solidFill>
                  <a:schemeClr val="tx1"/>
                </a:solidFill>
                <a:latin typeface="+mn-lt"/>
                <a:ea typeface="+mn-lt"/>
                <a:cs typeface="+mn-lt"/>
              </a:rPr>
              <a:t>ONLY</a:t>
            </a:r>
            <a:r>
              <a:rPr sz="900">
                <a:solidFill>
                  <a:schemeClr val="tx1"/>
                </a:solidFill>
                <a:latin typeface="+mn-lt"/>
                <a:ea typeface="+mn-lt"/>
                <a:cs typeface="+mn-lt"/>
              </a:rPr>
              <a:t> use </a:t>
            </a:r>
            <a:r>
              <a:rPr sz="900" b="1">
                <a:solidFill>
                  <a:schemeClr val="tx1"/>
                </a:solidFill>
                <a:latin typeface="+mn-lt"/>
                <a:ea typeface="+mn-lt"/>
                <a:cs typeface="+mn-lt"/>
              </a:rPr>
              <a:t>white, G30 </a:t>
            </a:r>
            <a:r>
              <a:rPr sz="900" b="0">
                <a:solidFill>
                  <a:schemeClr val="tx1"/>
                </a:solidFill>
                <a:latin typeface="+mn-lt"/>
                <a:ea typeface="+mn-lt"/>
                <a:cs typeface="+mn-lt"/>
              </a:rPr>
              <a:t>and</a:t>
            </a:r>
            <a:r>
              <a:rPr sz="900" b="1">
                <a:solidFill>
                  <a:schemeClr val="tx1"/>
                </a:solidFill>
                <a:latin typeface="+mn-lt"/>
                <a:ea typeface="+mn-lt"/>
                <a:cs typeface="+mn-lt"/>
              </a:rPr>
              <a:t> Bearing Red.</a:t>
            </a:r>
            <a:endParaRPr sz="900" baseline="0">
              <a:solidFill>
                <a:schemeClr val="tx1"/>
              </a:solidFill>
              <a:latin typeface="+mn-lt"/>
              <a:ea typeface="+mn-lt"/>
              <a:cs typeface="+mn-lt"/>
            </a:endParaRPr>
          </a:p>
          <a:p>
            <a:pPr algn="ctr">
              <a:buNone/>
            </a:pPr>
            <a:endParaRPr sz="900" baseline="0">
              <a:solidFill>
                <a:schemeClr val="tx1">
                  <a:lumMod val="65000"/>
                  <a:lumOff val="35000"/>
                </a:schemeClr>
              </a:solidFill>
              <a:latin typeface="+mn-lt"/>
              <a:ea typeface="+mn-lt"/>
              <a:cs typeface="+mn-lt"/>
            </a:endParaRPr>
          </a:p>
          <a:p>
            <a:pPr algn="ctr">
              <a:buNone/>
            </a:pPr>
            <a:endParaRPr sz="900" baseline="0">
              <a:solidFill>
                <a:schemeClr val="tx1">
                  <a:lumMod val="65000"/>
                  <a:lumOff val="35000"/>
                </a:schemeClr>
              </a:solidFill>
              <a:latin typeface="+mn-lt"/>
              <a:ea typeface="+mn-lt"/>
              <a:cs typeface="+mn-lt"/>
            </a:endParaRPr>
          </a:p>
          <a:p>
            <a:pPr algn="ctr">
              <a:buNone/>
            </a:pPr>
            <a:endParaRPr sz="900" baseline="0">
              <a:solidFill>
                <a:schemeClr val="tx1">
                  <a:lumMod val="65000"/>
                  <a:lumOff val="35000"/>
                </a:schemeClr>
              </a:solidFill>
              <a:latin typeface="+mn-lt"/>
              <a:ea typeface="+mn-lt"/>
              <a:cs typeface="+mn-lt"/>
            </a:endParaRPr>
          </a:p>
        </p:txBody>
      </p:sp>
      <p:sp>
        <p:nvSpPr>
          <p:cNvPr id="5" name="Rektangel 18">
            <a:extLst>
              <a:ext uri="{FF2B5EF4-FFF2-40B4-BE49-F238E27FC236}">
                <a16:creationId xmlns:a16="http://schemas.microsoft.com/office/drawing/2014/main" id="{69134882-67A0-5E27-0A47-6C782C5A9E84}"/>
              </a:ext>
            </a:extLst>
          </p:cNvPr>
          <p:cNvSpPr>
            <a:spLocks noGrp="1"/>
          </p:cNvSpPr>
          <p:nvPr/>
        </p:nvSpPr>
        <p:spPr>
          <a:xfrm>
            <a:off x="12371130" y="1511303"/>
            <a:ext cx="268449" cy="268449"/>
          </a:xfrm>
          <a:prstGeom prst="rect">
            <a:avLst/>
          </a:prstGeom>
          <a:solidFill>
            <a:schemeClr val="bg1"/>
          </a:solidFill>
          <a:ln w="9525">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6" name="Rektangel 17">
            <a:extLst>
              <a:ext uri="{FF2B5EF4-FFF2-40B4-BE49-F238E27FC236}">
                <a16:creationId xmlns:a16="http://schemas.microsoft.com/office/drawing/2014/main" id="{553EF2B9-E558-52F1-CF05-7E93A4CE5E32}"/>
              </a:ext>
            </a:extLst>
          </p:cNvPr>
          <p:cNvSpPr>
            <a:spLocks noGrp="1"/>
          </p:cNvSpPr>
          <p:nvPr/>
        </p:nvSpPr>
        <p:spPr>
          <a:xfrm>
            <a:off x="12708652" y="1511302"/>
            <a:ext cx="268449" cy="268449"/>
          </a:xfrm>
          <a:prstGeom prst="rect">
            <a:avLst/>
          </a:prstGeom>
          <a:solidFill>
            <a:srgbClr val="CCC1BC"/>
          </a:solidFill>
          <a:ln w="6350">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7" name="Rektangel 17">
            <a:extLst>
              <a:ext uri="{FF2B5EF4-FFF2-40B4-BE49-F238E27FC236}">
                <a16:creationId xmlns:a16="http://schemas.microsoft.com/office/drawing/2014/main" id="{67308A2D-6D40-70B3-2590-D71677FAB5F4}"/>
              </a:ext>
            </a:extLst>
          </p:cNvPr>
          <p:cNvSpPr>
            <a:spLocks noGrp="1"/>
          </p:cNvSpPr>
          <p:nvPr/>
        </p:nvSpPr>
        <p:spPr>
          <a:xfrm>
            <a:off x="13046174" y="1511302"/>
            <a:ext cx="268449" cy="268449"/>
          </a:xfrm>
          <a:prstGeom prst="rect">
            <a:avLst/>
          </a:prstGeom>
          <a:solidFill>
            <a:srgbClr val="FF3D47"/>
          </a:solidFill>
          <a:ln w="6350">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hapter - Deep Red">
    <p:bg>
      <p:bgPr>
        <a:solidFill>
          <a:srgbClr val="33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9BE5B-E14E-CBA3-4765-E3225406EDA8}"/>
              </a:ext>
            </a:extLst>
          </p:cNvPr>
          <p:cNvSpPr>
            <a:spLocks noGrp="1"/>
          </p:cNvSpPr>
          <p:nvPr>
            <p:ph type="title"/>
          </p:nvPr>
        </p:nvSpPr>
        <p:spPr>
          <a:xfrm>
            <a:off x="7158039" y="3614400"/>
            <a:ext cx="3679824" cy="1921740"/>
          </a:xfrm>
        </p:spPr>
        <p:txBody>
          <a:bodyPr anchor="b"/>
          <a:lstStyle>
            <a:lvl1pPr>
              <a:buNone/>
              <a:defRPr>
                <a:solidFill>
                  <a:schemeClr val="bg1"/>
                </a:solidFill>
              </a:defRPr>
            </a:lvl1pPr>
          </a:lstStyle>
          <a:p>
            <a:r>
              <a:t>Klikk for å redigere tittelstil</a:t>
            </a:r>
          </a:p>
        </p:txBody>
      </p:sp>
      <p:sp>
        <p:nvSpPr>
          <p:cNvPr id="11" name="Text Placeholder 10">
            <a:extLst>
              <a:ext uri="{FF2B5EF4-FFF2-40B4-BE49-F238E27FC236}">
                <a16:creationId xmlns:a16="http://schemas.microsoft.com/office/drawing/2014/main" id="{412A11DA-FE50-E797-68CE-9E07385BF34A}"/>
              </a:ext>
            </a:extLst>
          </p:cNvPr>
          <p:cNvSpPr>
            <a:spLocks noGrp="1"/>
          </p:cNvSpPr>
          <p:nvPr>
            <p:ph type="body" idx="13" hasCustomPrompt="1"/>
          </p:nvPr>
        </p:nvSpPr>
        <p:spPr>
          <a:xfrm>
            <a:off x="385200" y="3592800"/>
            <a:ext cx="3679825" cy="2449513"/>
          </a:xfrm>
        </p:spPr>
        <p:txBody>
          <a:bodyPr anchor="b"/>
          <a:lstStyle>
            <a:lvl1pPr marL="0" indent="0">
              <a:buNone/>
              <a:defRPr sz="17000" b="1">
                <a:solidFill>
                  <a:schemeClr val="bg1"/>
                </a:solidFill>
              </a:defRPr>
            </a:lvl1pPr>
            <a:lvl2pPr marL="180975" indent="0">
              <a:buNone/>
              <a:defRPr/>
            </a:lvl2pPr>
          </a:lstStyle>
          <a:p>
            <a:pPr lvl="0">
              <a:buNone/>
            </a:pPr>
            <a:r>
              <a:t>#</a:t>
            </a:r>
          </a:p>
        </p:txBody>
      </p:sp>
      <p:sp>
        <p:nvSpPr>
          <p:cNvPr id="3" name="Bearing B symbol">
            <a:extLst>
              <a:ext uri="{FF2B5EF4-FFF2-40B4-BE49-F238E27FC236}">
                <a16:creationId xmlns:a16="http://schemas.microsoft.com/office/drawing/2014/main" id="{06D549E0-0AF0-5182-651D-A4C4E4A93579}"/>
              </a:ext>
            </a:extLst>
          </p:cNvPr>
          <p:cNvSpPr>
            <a:spLocks noGrp="1"/>
          </p:cNvSpPr>
          <p:nvPr/>
        </p:nvSpPr>
        <p:spPr>
          <a:xfrm>
            <a:off x="11538515" y="358775"/>
            <a:ext cx="269833" cy="244800"/>
          </a:xfrm>
          <a:custGeom>
            <a:avLst/>
            <a:gdLst>
              <a:gd name="connsiteX0" fmla="*/ 6435355 w 7561191"/>
              <a:gd name="connsiteY0" fmla="*/ 15 h 6859726"/>
              <a:gd name="connsiteX1" fmla="*/ 5309518 w 7561191"/>
              <a:gd name="connsiteY1" fmla="*/ 1125856 h 6859726"/>
              <a:gd name="connsiteX2" fmla="*/ 6435355 w 7561191"/>
              <a:gd name="connsiteY2" fmla="*/ 2251689 h 6859726"/>
              <a:gd name="connsiteX3" fmla="*/ 7561191 w 7561191"/>
              <a:gd name="connsiteY3" fmla="*/ 1125856 h 6859726"/>
              <a:gd name="connsiteX4" fmla="*/ 6435355 w 7561191"/>
              <a:gd name="connsiteY4" fmla="*/ 15 h 6859726"/>
              <a:gd name="connsiteX5" fmla="*/ 6435355 w 7561191"/>
              <a:gd name="connsiteY5" fmla="*/ 1666056 h 6859726"/>
              <a:gd name="connsiteX6" fmla="*/ 5895151 w 7561191"/>
              <a:gd name="connsiteY6" fmla="*/ 1125856 h 6859726"/>
              <a:gd name="connsiteX7" fmla="*/ 6435355 w 7561191"/>
              <a:gd name="connsiteY7" fmla="*/ 585656 h 6859726"/>
              <a:gd name="connsiteX8" fmla="*/ 6975540 w 7561191"/>
              <a:gd name="connsiteY8" fmla="*/ 1125856 h 6859726"/>
              <a:gd name="connsiteX9" fmla="*/ 6435355 w 7561191"/>
              <a:gd name="connsiteY9" fmla="*/ 1666056 h 6859726"/>
              <a:gd name="connsiteX10" fmla="*/ 4233431 w 7561191"/>
              <a:gd name="connsiteY10" fmla="*/ 3214272 h 6859726"/>
              <a:gd name="connsiteX11" fmla="*/ 4860606 w 7561191"/>
              <a:gd name="connsiteY11" fmla="*/ 1861926 h 6859726"/>
              <a:gd name="connsiteX12" fmla="*/ 2675294 w 7561191"/>
              <a:gd name="connsiteY12" fmla="*/ 0 h 6859726"/>
              <a:gd name="connsiteX13" fmla="*/ 0 w 7561191"/>
              <a:gd name="connsiteY13" fmla="*/ 0 h 6859726"/>
              <a:gd name="connsiteX14" fmla="*/ 0 w 7561191"/>
              <a:gd name="connsiteY14" fmla="*/ 6859727 h 6859726"/>
              <a:gd name="connsiteX15" fmla="*/ 2743891 w 7561191"/>
              <a:gd name="connsiteY15" fmla="*/ 6859727 h 6859726"/>
              <a:gd name="connsiteX16" fmla="*/ 5105598 w 7561191"/>
              <a:gd name="connsiteY16" fmla="*/ 4841007 h 6859726"/>
              <a:gd name="connsiteX17" fmla="*/ 4233431 w 7561191"/>
              <a:gd name="connsiteY17" fmla="*/ 3214272 h 6859726"/>
              <a:gd name="connsiteX18" fmla="*/ 1234751 w 7561191"/>
              <a:gd name="connsiteY18" fmla="*/ 1097556 h 6859726"/>
              <a:gd name="connsiteX19" fmla="*/ 2704692 w 7561191"/>
              <a:gd name="connsiteY19" fmla="*/ 1097556 h 6859726"/>
              <a:gd name="connsiteX20" fmla="*/ 3625856 w 7561191"/>
              <a:gd name="connsiteY20" fmla="*/ 1930523 h 6859726"/>
              <a:gd name="connsiteX21" fmla="*/ 2714492 w 7561191"/>
              <a:gd name="connsiteY21" fmla="*/ 2763491 h 6859726"/>
              <a:gd name="connsiteX22" fmla="*/ 1234751 w 7561191"/>
              <a:gd name="connsiteY22" fmla="*/ 2763491 h 6859726"/>
              <a:gd name="connsiteX23" fmla="*/ 1234751 w 7561191"/>
              <a:gd name="connsiteY23" fmla="*/ 1097556 h 6859726"/>
              <a:gd name="connsiteX24" fmla="*/ 2773289 w 7561191"/>
              <a:gd name="connsiteY24" fmla="*/ 5762171 h 6859726"/>
              <a:gd name="connsiteX25" fmla="*/ 1234751 w 7561191"/>
              <a:gd name="connsiteY25" fmla="*/ 5762171 h 6859726"/>
              <a:gd name="connsiteX26" fmla="*/ 1234751 w 7561191"/>
              <a:gd name="connsiteY26" fmla="*/ 3861046 h 6859726"/>
              <a:gd name="connsiteX27" fmla="*/ 2773289 w 7561191"/>
              <a:gd name="connsiteY27" fmla="*/ 3861046 h 6859726"/>
              <a:gd name="connsiteX28" fmla="*/ 3851247 w 7561191"/>
              <a:gd name="connsiteY28" fmla="*/ 4811609 h 6859726"/>
              <a:gd name="connsiteX29" fmla="*/ 2773289 w 7561191"/>
              <a:gd name="connsiteY29" fmla="*/ 5762171 h 6859726"/>
            </a:gdLst>
            <a:ahLst/>
            <a:cxnLst/>
            <a:rect l="l" t="t" r="r" b="b"/>
            <a:pathLst>
              <a:path w="7561191" h="6859726">
                <a:moveTo>
                  <a:pt x="6435355" y="15"/>
                </a:moveTo>
                <a:cubicBezTo>
                  <a:pt x="5813667" y="15"/>
                  <a:pt x="5309518" y="504176"/>
                  <a:pt x="5309518" y="1125856"/>
                </a:cubicBezTo>
                <a:cubicBezTo>
                  <a:pt x="5309518" y="1747536"/>
                  <a:pt x="5813667" y="2251689"/>
                  <a:pt x="6435355" y="2251689"/>
                </a:cubicBezTo>
                <a:cubicBezTo>
                  <a:pt x="7057024" y="2251689"/>
                  <a:pt x="7561191" y="1747536"/>
                  <a:pt x="7561191" y="1125856"/>
                </a:cubicBezTo>
                <a:cubicBezTo>
                  <a:pt x="7561191" y="504176"/>
                  <a:pt x="7057408" y="15"/>
                  <a:pt x="6435355" y="15"/>
                </a:cubicBezTo>
                <a:close/>
                <a:moveTo>
                  <a:pt x="6435355" y="1666056"/>
                </a:moveTo>
                <a:cubicBezTo>
                  <a:pt x="6136850" y="1666056"/>
                  <a:pt x="5895151" y="1423964"/>
                  <a:pt x="5895151" y="1125856"/>
                </a:cubicBezTo>
                <a:cubicBezTo>
                  <a:pt x="5895151" y="827747"/>
                  <a:pt x="6137235" y="585656"/>
                  <a:pt x="6435355" y="585656"/>
                </a:cubicBezTo>
                <a:cubicBezTo>
                  <a:pt x="6733456" y="585656"/>
                  <a:pt x="6975540" y="827747"/>
                  <a:pt x="6975540" y="1125856"/>
                </a:cubicBezTo>
                <a:cubicBezTo>
                  <a:pt x="6975540" y="1423964"/>
                  <a:pt x="6733456" y="1666056"/>
                  <a:pt x="6435355" y="1666056"/>
                </a:cubicBezTo>
                <a:close/>
                <a:moveTo>
                  <a:pt x="4233431" y="3214272"/>
                </a:moveTo>
                <a:cubicBezTo>
                  <a:pt x="4664614" y="2890885"/>
                  <a:pt x="4860606" y="2400905"/>
                  <a:pt x="4860606" y="1861926"/>
                </a:cubicBezTo>
                <a:cubicBezTo>
                  <a:pt x="4860606" y="783969"/>
                  <a:pt x="4135435" y="0"/>
                  <a:pt x="2675294" y="0"/>
                </a:cubicBezTo>
                <a:lnTo>
                  <a:pt x="0" y="0"/>
                </a:lnTo>
                <a:lnTo>
                  <a:pt x="0" y="6859727"/>
                </a:lnTo>
                <a:lnTo>
                  <a:pt x="2743891" y="6859727"/>
                </a:lnTo>
                <a:cubicBezTo>
                  <a:pt x="4311829" y="6859727"/>
                  <a:pt x="5105598" y="6046359"/>
                  <a:pt x="5105598" y="4841007"/>
                </a:cubicBezTo>
                <a:cubicBezTo>
                  <a:pt x="5105598" y="4155035"/>
                  <a:pt x="4811609" y="3537659"/>
                  <a:pt x="4233431" y="3214272"/>
                </a:cubicBezTo>
                <a:close/>
                <a:moveTo>
                  <a:pt x="1234751" y="1097556"/>
                </a:moveTo>
                <a:lnTo>
                  <a:pt x="2704692" y="1097556"/>
                </a:lnTo>
                <a:cubicBezTo>
                  <a:pt x="3322068" y="1097556"/>
                  <a:pt x="3625856" y="1420944"/>
                  <a:pt x="3625856" y="1930523"/>
                </a:cubicBezTo>
                <a:cubicBezTo>
                  <a:pt x="3625856" y="2440104"/>
                  <a:pt x="3312267" y="2763491"/>
                  <a:pt x="2714492" y="2763491"/>
                </a:cubicBezTo>
                <a:lnTo>
                  <a:pt x="1234751" y="2763491"/>
                </a:lnTo>
                <a:lnTo>
                  <a:pt x="1234751" y="1097556"/>
                </a:lnTo>
                <a:close/>
                <a:moveTo>
                  <a:pt x="2773289" y="5762171"/>
                </a:moveTo>
                <a:lnTo>
                  <a:pt x="1234751" y="5762171"/>
                </a:lnTo>
                <a:lnTo>
                  <a:pt x="1234751" y="3861046"/>
                </a:lnTo>
                <a:lnTo>
                  <a:pt x="2773289" y="3861046"/>
                </a:lnTo>
                <a:cubicBezTo>
                  <a:pt x="3469063" y="3861046"/>
                  <a:pt x="3851247" y="4213833"/>
                  <a:pt x="3851247" y="4811609"/>
                </a:cubicBezTo>
                <a:cubicBezTo>
                  <a:pt x="3851247" y="5409385"/>
                  <a:pt x="3488661" y="5762171"/>
                  <a:pt x="2773289" y="5762171"/>
                </a:cubicBezTo>
                <a:close/>
              </a:path>
            </a:pathLst>
          </a:custGeom>
          <a:solidFill>
            <a:schemeClr val="bg1"/>
          </a:solidFill>
          <a:ln w="7553">
            <a:noFill/>
            <a:prstDash val="solid"/>
          </a:ln>
        </p:spPr>
        <p:txBody>
          <a:bodyPr anchor="ct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Divider">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5AEC204-C147-800C-5EE6-96B2779337AD}"/>
              </a:ext>
            </a:extLst>
          </p:cNvPr>
          <p:cNvSpPr>
            <a:spLocks noGrp="1"/>
          </p:cNvSpPr>
          <p:nvPr>
            <p:ph type="title"/>
          </p:nvPr>
        </p:nvSpPr>
        <p:spPr>
          <a:xfrm>
            <a:off x="384174" y="319136"/>
            <a:ext cx="5618163" cy="3016202"/>
          </a:xfrm>
        </p:spPr>
        <p:txBody>
          <a:bodyPr/>
          <a:lstStyle>
            <a:lvl1pPr>
              <a:lnSpc>
                <a:spcPct val="80000"/>
              </a:lnSpc>
              <a:buNone/>
              <a:defRPr sz="5400"/>
            </a:lvl1pPr>
          </a:lstStyle>
          <a:p>
            <a:r>
              <a:t>Klikk for å redigere tittelstil</a:t>
            </a:r>
          </a:p>
        </p:txBody>
      </p:sp>
      <p:sp>
        <p:nvSpPr>
          <p:cNvPr id="3" name="textruta 12">
            <a:extLst>
              <a:ext uri="{FF2B5EF4-FFF2-40B4-BE49-F238E27FC236}">
                <a16:creationId xmlns:a16="http://schemas.microsoft.com/office/drawing/2014/main" id="{01111311-9F8C-BB27-1A42-10C009C569FA}"/>
              </a:ext>
            </a:extLst>
          </p:cNvPr>
          <p:cNvSpPr>
            <a:spLocks noGrp="1"/>
          </p:cNvSpPr>
          <p:nvPr/>
        </p:nvSpPr>
        <p:spPr>
          <a:xfrm>
            <a:off x="12272400" y="0"/>
            <a:ext cx="1681523" cy="1939925"/>
          </a:xfrm>
          <a:prstGeom prst="rect">
            <a:avLst/>
          </a:prstGeom>
          <a:solidFill>
            <a:schemeClr val="bg1"/>
          </a:solidFill>
        </p:spPr>
        <p:txBody>
          <a:bodyPr wrap="square" tIns="108000" anchor="t">
            <a:noAutofit/>
          </a:bodyPr>
          <a:lstStyle/>
          <a:p>
            <a:pPr>
              <a:spcAft>
                <a:spcPts val="600"/>
              </a:spcAft>
              <a:buNone/>
            </a:pPr>
            <a:r>
              <a:rPr sz="900" b="1">
                <a:latin typeface="+mn-lt"/>
                <a:ea typeface="+mn-lt"/>
                <a:cs typeface="+mn-lt"/>
              </a:rPr>
              <a:t>Change background color</a:t>
            </a:r>
          </a:p>
          <a:p>
            <a:r>
              <a:rPr sz="900">
                <a:solidFill>
                  <a:schemeClr val="tx1"/>
                </a:solidFill>
                <a:latin typeface="+mn-lt"/>
                <a:ea typeface="+mn-lt"/>
                <a:cs typeface="+mn-lt"/>
              </a:rPr>
              <a:t>If you would like, you can change the background color, select </a:t>
            </a:r>
            <a:r>
              <a:rPr sz="900" b="1">
                <a:solidFill>
                  <a:schemeClr val="tx1"/>
                </a:solidFill>
                <a:latin typeface="+mn-lt"/>
                <a:ea typeface="+mn-lt"/>
                <a:cs typeface="+mn-lt"/>
              </a:rPr>
              <a:t>Format Background </a:t>
            </a:r>
            <a:r>
              <a:rPr sz="900">
                <a:solidFill>
                  <a:schemeClr val="tx1"/>
                </a:solidFill>
                <a:latin typeface="+mn-lt"/>
                <a:ea typeface="+mn-lt"/>
                <a:cs typeface="+mn-lt"/>
              </a:rPr>
              <a:t>from the context menu, and select </a:t>
            </a:r>
            <a:r>
              <a:rPr sz="900" b="1">
                <a:solidFill>
                  <a:schemeClr val="tx1"/>
                </a:solidFill>
                <a:latin typeface="+mn-lt"/>
                <a:ea typeface="+mn-lt"/>
                <a:cs typeface="+mn-lt"/>
              </a:rPr>
              <a:t>Solid fill. </a:t>
            </a:r>
            <a:r>
              <a:rPr sz="900">
                <a:solidFill>
                  <a:schemeClr val="tx1"/>
                </a:solidFill>
                <a:latin typeface="+mn-lt"/>
                <a:ea typeface="+mn-lt"/>
                <a:cs typeface="+mn-lt"/>
              </a:rPr>
              <a:t>You may </a:t>
            </a:r>
            <a:r>
              <a:rPr sz="900" b="1">
                <a:solidFill>
                  <a:schemeClr val="tx1"/>
                </a:solidFill>
                <a:latin typeface="+mn-lt"/>
                <a:ea typeface="+mn-lt"/>
                <a:cs typeface="+mn-lt"/>
              </a:rPr>
              <a:t>ONLY</a:t>
            </a:r>
            <a:r>
              <a:rPr sz="900">
                <a:solidFill>
                  <a:schemeClr val="tx1"/>
                </a:solidFill>
                <a:latin typeface="+mn-lt"/>
                <a:ea typeface="+mn-lt"/>
                <a:cs typeface="+mn-lt"/>
              </a:rPr>
              <a:t> use </a:t>
            </a:r>
            <a:r>
              <a:rPr sz="900" b="1">
                <a:solidFill>
                  <a:schemeClr val="tx1"/>
                </a:solidFill>
                <a:latin typeface="+mn-lt"/>
                <a:ea typeface="+mn-lt"/>
                <a:cs typeface="+mn-lt"/>
              </a:rPr>
              <a:t>white, G30 </a:t>
            </a:r>
            <a:r>
              <a:rPr sz="900" b="0">
                <a:solidFill>
                  <a:schemeClr val="tx1"/>
                </a:solidFill>
                <a:latin typeface="+mn-lt"/>
                <a:ea typeface="+mn-lt"/>
                <a:cs typeface="+mn-lt"/>
              </a:rPr>
              <a:t>and</a:t>
            </a:r>
            <a:r>
              <a:rPr sz="900" b="1">
                <a:solidFill>
                  <a:schemeClr val="tx1"/>
                </a:solidFill>
                <a:latin typeface="+mn-lt"/>
                <a:ea typeface="+mn-lt"/>
                <a:cs typeface="+mn-lt"/>
              </a:rPr>
              <a:t> Bearing Red.</a:t>
            </a:r>
            <a:endParaRPr sz="900" baseline="0">
              <a:solidFill>
                <a:schemeClr val="tx1"/>
              </a:solidFill>
              <a:latin typeface="+mn-lt"/>
              <a:ea typeface="+mn-lt"/>
              <a:cs typeface="+mn-lt"/>
            </a:endParaRPr>
          </a:p>
          <a:p>
            <a:pPr algn="ctr">
              <a:buNone/>
            </a:pPr>
            <a:endParaRPr sz="900" baseline="0">
              <a:solidFill>
                <a:schemeClr val="tx1">
                  <a:lumMod val="65000"/>
                  <a:lumOff val="35000"/>
                </a:schemeClr>
              </a:solidFill>
              <a:latin typeface="+mn-lt"/>
              <a:ea typeface="+mn-lt"/>
              <a:cs typeface="+mn-lt"/>
            </a:endParaRPr>
          </a:p>
          <a:p>
            <a:pPr algn="ctr">
              <a:buNone/>
            </a:pPr>
            <a:endParaRPr sz="900" baseline="0">
              <a:solidFill>
                <a:schemeClr val="tx1">
                  <a:lumMod val="65000"/>
                  <a:lumOff val="35000"/>
                </a:schemeClr>
              </a:solidFill>
              <a:latin typeface="+mn-lt"/>
              <a:ea typeface="+mn-lt"/>
              <a:cs typeface="+mn-lt"/>
            </a:endParaRPr>
          </a:p>
          <a:p>
            <a:pPr algn="ctr">
              <a:buNone/>
            </a:pPr>
            <a:endParaRPr sz="900" baseline="0">
              <a:solidFill>
                <a:schemeClr val="tx1">
                  <a:lumMod val="65000"/>
                  <a:lumOff val="35000"/>
                </a:schemeClr>
              </a:solidFill>
              <a:latin typeface="+mn-lt"/>
              <a:ea typeface="+mn-lt"/>
              <a:cs typeface="+mn-lt"/>
            </a:endParaRPr>
          </a:p>
        </p:txBody>
      </p:sp>
      <p:sp>
        <p:nvSpPr>
          <p:cNvPr id="4" name="Rektangel 18">
            <a:extLst>
              <a:ext uri="{FF2B5EF4-FFF2-40B4-BE49-F238E27FC236}">
                <a16:creationId xmlns:a16="http://schemas.microsoft.com/office/drawing/2014/main" id="{1D72B975-022F-7B6A-3DC9-A1E7FA693497}"/>
              </a:ext>
            </a:extLst>
          </p:cNvPr>
          <p:cNvSpPr>
            <a:spLocks noGrp="1"/>
          </p:cNvSpPr>
          <p:nvPr/>
        </p:nvSpPr>
        <p:spPr>
          <a:xfrm>
            <a:off x="12371130" y="1511303"/>
            <a:ext cx="268449" cy="268449"/>
          </a:xfrm>
          <a:prstGeom prst="rect">
            <a:avLst/>
          </a:prstGeom>
          <a:solidFill>
            <a:schemeClr val="bg1"/>
          </a:solidFill>
          <a:ln w="9525">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5" name="Rektangel 17">
            <a:extLst>
              <a:ext uri="{FF2B5EF4-FFF2-40B4-BE49-F238E27FC236}">
                <a16:creationId xmlns:a16="http://schemas.microsoft.com/office/drawing/2014/main" id="{76BD9ED6-0A45-8FE8-9F89-A4739A955C2F}"/>
              </a:ext>
            </a:extLst>
          </p:cNvPr>
          <p:cNvSpPr>
            <a:spLocks noGrp="1"/>
          </p:cNvSpPr>
          <p:nvPr/>
        </p:nvSpPr>
        <p:spPr>
          <a:xfrm>
            <a:off x="12708652" y="1511302"/>
            <a:ext cx="268449" cy="268449"/>
          </a:xfrm>
          <a:prstGeom prst="rect">
            <a:avLst/>
          </a:prstGeom>
          <a:solidFill>
            <a:srgbClr val="CCC1BC"/>
          </a:solidFill>
          <a:ln w="6350">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6" name="Rektangel 17">
            <a:extLst>
              <a:ext uri="{FF2B5EF4-FFF2-40B4-BE49-F238E27FC236}">
                <a16:creationId xmlns:a16="http://schemas.microsoft.com/office/drawing/2014/main" id="{F4D0D91D-2469-E52C-3758-1DEAD5188A18}"/>
              </a:ext>
            </a:extLst>
          </p:cNvPr>
          <p:cNvSpPr>
            <a:spLocks noGrp="1"/>
          </p:cNvSpPr>
          <p:nvPr/>
        </p:nvSpPr>
        <p:spPr>
          <a:xfrm>
            <a:off x="13046174" y="1511302"/>
            <a:ext cx="268449" cy="268449"/>
          </a:xfrm>
          <a:prstGeom prst="rect">
            <a:avLst/>
          </a:prstGeom>
          <a:solidFill>
            <a:srgbClr val="FF3D47"/>
          </a:solidFill>
          <a:ln w="6350">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ivider - Gray">
    <p:bg>
      <p:bgPr>
        <a:solidFill>
          <a:srgbClr val="CCC1BC"/>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5AEC204-C147-800C-5EE6-96B2779337AD}"/>
              </a:ext>
            </a:extLst>
          </p:cNvPr>
          <p:cNvSpPr>
            <a:spLocks noGrp="1"/>
          </p:cNvSpPr>
          <p:nvPr>
            <p:ph type="title"/>
          </p:nvPr>
        </p:nvSpPr>
        <p:spPr>
          <a:xfrm>
            <a:off x="384174" y="319136"/>
            <a:ext cx="5618163" cy="3016202"/>
          </a:xfrm>
        </p:spPr>
        <p:txBody>
          <a:bodyPr/>
          <a:lstStyle>
            <a:lvl1pPr>
              <a:lnSpc>
                <a:spcPct val="80000"/>
              </a:lnSpc>
              <a:buNone/>
              <a:defRPr sz="5400"/>
            </a:lvl1pPr>
          </a:lstStyle>
          <a:p>
            <a:r>
              <a:t>Klikk for å redigere tittelstil</a:t>
            </a:r>
          </a:p>
        </p:txBody>
      </p:sp>
      <p:sp>
        <p:nvSpPr>
          <p:cNvPr id="3" name="textruta 12">
            <a:extLst>
              <a:ext uri="{FF2B5EF4-FFF2-40B4-BE49-F238E27FC236}">
                <a16:creationId xmlns:a16="http://schemas.microsoft.com/office/drawing/2014/main" id="{D9C18A43-DF89-8BE9-DB59-6F6BA228B9B3}"/>
              </a:ext>
            </a:extLst>
          </p:cNvPr>
          <p:cNvSpPr>
            <a:spLocks noGrp="1"/>
          </p:cNvSpPr>
          <p:nvPr/>
        </p:nvSpPr>
        <p:spPr>
          <a:xfrm>
            <a:off x="12272400" y="0"/>
            <a:ext cx="1681523" cy="1939925"/>
          </a:xfrm>
          <a:prstGeom prst="rect">
            <a:avLst/>
          </a:prstGeom>
          <a:solidFill>
            <a:schemeClr val="bg1"/>
          </a:solidFill>
        </p:spPr>
        <p:txBody>
          <a:bodyPr wrap="square" tIns="108000" anchor="t">
            <a:noAutofit/>
          </a:bodyPr>
          <a:lstStyle/>
          <a:p>
            <a:pPr>
              <a:spcAft>
                <a:spcPts val="600"/>
              </a:spcAft>
              <a:buNone/>
            </a:pPr>
            <a:r>
              <a:rPr sz="900" b="1">
                <a:latin typeface="+mn-lt"/>
                <a:ea typeface="+mn-lt"/>
                <a:cs typeface="+mn-lt"/>
              </a:rPr>
              <a:t>Change background color</a:t>
            </a:r>
          </a:p>
          <a:p>
            <a:r>
              <a:rPr sz="900">
                <a:solidFill>
                  <a:schemeClr val="tx1"/>
                </a:solidFill>
                <a:latin typeface="+mn-lt"/>
                <a:ea typeface="+mn-lt"/>
                <a:cs typeface="+mn-lt"/>
              </a:rPr>
              <a:t>If you would like, you can change the background color, select </a:t>
            </a:r>
            <a:r>
              <a:rPr sz="900" b="1">
                <a:solidFill>
                  <a:schemeClr val="tx1"/>
                </a:solidFill>
                <a:latin typeface="+mn-lt"/>
                <a:ea typeface="+mn-lt"/>
                <a:cs typeface="+mn-lt"/>
              </a:rPr>
              <a:t>Format Background </a:t>
            </a:r>
            <a:r>
              <a:rPr sz="900">
                <a:solidFill>
                  <a:schemeClr val="tx1"/>
                </a:solidFill>
                <a:latin typeface="+mn-lt"/>
                <a:ea typeface="+mn-lt"/>
                <a:cs typeface="+mn-lt"/>
              </a:rPr>
              <a:t>from the context menu, and select </a:t>
            </a:r>
            <a:r>
              <a:rPr sz="900" b="1">
                <a:solidFill>
                  <a:schemeClr val="tx1"/>
                </a:solidFill>
                <a:latin typeface="+mn-lt"/>
                <a:ea typeface="+mn-lt"/>
                <a:cs typeface="+mn-lt"/>
              </a:rPr>
              <a:t>Solid fill. </a:t>
            </a:r>
            <a:r>
              <a:rPr sz="900">
                <a:solidFill>
                  <a:schemeClr val="tx1"/>
                </a:solidFill>
                <a:latin typeface="+mn-lt"/>
                <a:ea typeface="+mn-lt"/>
                <a:cs typeface="+mn-lt"/>
              </a:rPr>
              <a:t>You may </a:t>
            </a:r>
            <a:r>
              <a:rPr sz="900" b="1">
                <a:solidFill>
                  <a:schemeClr val="tx1"/>
                </a:solidFill>
                <a:latin typeface="+mn-lt"/>
                <a:ea typeface="+mn-lt"/>
                <a:cs typeface="+mn-lt"/>
              </a:rPr>
              <a:t>ONLY</a:t>
            </a:r>
            <a:r>
              <a:rPr sz="900">
                <a:solidFill>
                  <a:schemeClr val="tx1"/>
                </a:solidFill>
                <a:latin typeface="+mn-lt"/>
                <a:ea typeface="+mn-lt"/>
                <a:cs typeface="+mn-lt"/>
              </a:rPr>
              <a:t> use </a:t>
            </a:r>
            <a:r>
              <a:rPr sz="900" b="1">
                <a:solidFill>
                  <a:schemeClr val="tx1"/>
                </a:solidFill>
                <a:latin typeface="+mn-lt"/>
                <a:ea typeface="+mn-lt"/>
                <a:cs typeface="+mn-lt"/>
              </a:rPr>
              <a:t>white, G30 </a:t>
            </a:r>
            <a:r>
              <a:rPr sz="900" b="0">
                <a:solidFill>
                  <a:schemeClr val="tx1"/>
                </a:solidFill>
                <a:latin typeface="+mn-lt"/>
                <a:ea typeface="+mn-lt"/>
                <a:cs typeface="+mn-lt"/>
              </a:rPr>
              <a:t>and</a:t>
            </a:r>
            <a:r>
              <a:rPr sz="900" b="1">
                <a:solidFill>
                  <a:schemeClr val="tx1"/>
                </a:solidFill>
                <a:latin typeface="+mn-lt"/>
                <a:ea typeface="+mn-lt"/>
                <a:cs typeface="+mn-lt"/>
              </a:rPr>
              <a:t> Bearing Red.</a:t>
            </a:r>
            <a:endParaRPr sz="900" baseline="0">
              <a:solidFill>
                <a:schemeClr val="tx1"/>
              </a:solidFill>
              <a:latin typeface="+mn-lt"/>
              <a:ea typeface="+mn-lt"/>
              <a:cs typeface="+mn-lt"/>
            </a:endParaRPr>
          </a:p>
          <a:p>
            <a:pPr algn="ctr">
              <a:buNone/>
            </a:pPr>
            <a:endParaRPr sz="900" baseline="0">
              <a:solidFill>
                <a:schemeClr val="tx1">
                  <a:lumMod val="65000"/>
                  <a:lumOff val="35000"/>
                </a:schemeClr>
              </a:solidFill>
              <a:latin typeface="+mn-lt"/>
              <a:ea typeface="+mn-lt"/>
              <a:cs typeface="+mn-lt"/>
            </a:endParaRPr>
          </a:p>
          <a:p>
            <a:pPr algn="ctr">
              <a:buNone/>
            </a:pPr>
            <a:endParaRPr sz="900" baseline="0">
              <a:solidFill>
                <a:schemeClr val="tx1">
                  <a:lumMod val="65000"/>
                  <a:lumOff val="35000"/>
                </a:schemeClr>
              </a:solidFill>
              <a:latin typeface="+mn-lt"/>
              <a:ea typeface="+mn-lt"/>
              <a:cs typeface="+mn-lt"/>
            </a:endParaRPr>
          </a:p>
          <a:p>
            <a:pPr algn="ctr">
              <a:buNone/>
            </a:pPr>
            <a:endParaRPr sz="900" baseline="0">
              <a:solidFill>
                <a:schemeClr val="tx1">
                  <a:lumMod val="65000"/>
                  <a:lumOff val="35000"/>
                </a:schemeClr>
              </a:solidFill>
              <a:latin typeface="+mn-lt"/>
              <a:ea typeface="+mn-lt"/>
              <a:cs typeface="+mn-lt"/>
            </a:endParaRPr>
          </a:p>
        </p:txBody>
      </p:sp>
      <p:sp>
        <p:nvSpPr>
          <p:cNvPr id="4" name="Rektangel 18">
            <a:extLst>
              <a:ext uri="{FF2B5EF4-FFF2-40B4-BE49-F238E27FC236}">
                <a16:creationId xmlns:a16="http://schemas.microsoft.com/office/drawing/2014/main" id="{54788A1D-1C27-0511-EE86-BAFC8C28E520}"/>
              </a:ext>
            </a:extLst>
          </p:cNvPr>
          <p:cNvSpPr>
            <a:spLocks noGrp="1"/>
          </p:cNvSpPr>
          <p:nvPr/>
        </p:nvSpPr>
        <p:spPr>
          <a:xfrm>
            <a:off x="12371130" y="1511303"/>
            <a:ext cx="268449" cy="268449"/>
          </a:xfrm>
          <a:prstGeom prst="rect">
            <a:avLst/>
          </a:prstGeom>
          <a:solidFill>
            <a:schemeClr val="bg1"/>
          </a:solidFill>
          <a:ln w="9525">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5" name="Rektangel 17">
            <a:extLst>
              <a:ext uri="{FF2B5EF4-FFF2-40B4-BE49-F238E27FC236}">
                <a16:creationId xmlns:a16="http://schemas.microsoft.com/office/drawing/2014/main" id="{BEDE6850-4488-C596-85B8-47AC45C2C91E}"/>
              </a:ext>
            </a:extLst>
          </p:cNvPr>
          <p:cNvSpPr>
            <a:spLocks noGrp="1"/>
          </p:cNvSpPr>
          <p:nvPr/>
        </p:nvSpPr>
        <p:spPr>
          <a:xfrm>
            <a:off x="12708652" y="1511302"/>
            <a:ext cx="268449" cy="268449"/>
          </a:xfrm>
          <a:prstGeom prst="rect">
            <a:avLst/>
          </a:prstGeom>
          <a:solidFill>
            <a:srgbClr val="CCC1BC"/>
          </a:solidFill>
          <a:ln w="6350">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6" name="Rektangel 17">
            <a:extLst>
              <a:ext uri="{FF2B5EF4-FFF2-40B4-BE49-F238E27FC236}">
                <a16:creationId xmlns:a16="http://schemas.microsoft.com/office/drawing/2014/main" id="{31CF32E5-BF12-E6FB-7E5C-CD9FFB8B8A17}"/>
              </a:ext>
            </a:extLst>
          </p:cNvPr>
          <p:cNvSpPr>
            <a:spLocks noGrp="1"/>
          </p:cNvSpPr>
          <p:nvPr/>
        </p:nvSpPr>
        <p:spPr>
          <a:xfrm>
            <a:off x="13046174" y="1511302"/>
            <a:ext cx="268449" cy="268449"/>
          </a:xfrm>
          <a:prstGeom prst="rect">
            <a:avLst/>
          </a:prstGeom>
          <a:solidFill>
            <a:srgbClr val="FF3D47"/>
          </a:solidFill>
          <a:ln w="6350">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Divider - Deep Red">
    <p:bg>
      <p:bgPr>
        <a:solidFill>
          <a:srgbClr val="330000"/>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5AEC204-C147-800C-5EE6-96B2779337AD}"/>
              </a:ext>
            </a:extLst>
          </p:cNvPr>
          <p:cNvSpPr>
            <a:spLocks noGrp="1"/>
          </p:cNvSpPr>
          <p:nvPr>
            <p:ph type="title"/>
          </p:nvPr>
        </p:nvSpPr>
        <p:spPr>
          <a:xfrm>
            <a:off x="384175" y="320400"/>
            <a:ext cx="5618164" cy="3014938"/>
          </a:xfrm>
        </p:spPr>
        <p:txBody>
          <a:bodyPr/>
          <a:lstStyle>
            <a:lvl1pPr>
              <a:lnSpc>
                <a:spcPct val="80000"/>
              </a:lnSpc>
              <a:buNone/>
              <a:defRPr sz="5400">
                <a:solidFill>
                  <a:schemeClr val="bg1"/>
                </a:solidFill>
              </a:defRPr>
            </a:lvl1pPr>
          </a:lstStyle>
          <a:p>
            <a:r>
              <a:t>Klikk for å redigere tittelstil</a:t>
            </a:r>
          </a:p>
        </p:txBody>
      </p:sp>
      <p:sp>
        <p:nvSpPr>
          <p:cNvPr id="2" name="Bearing B symbol">
            <a:extLst>
              <a:ext uri="{FF2B5EF4-FFF2-40B4-BE49-F238E27FC236}">
                <a16:creationId xmlns:a16="http://schemas.microsoft.com/office/drawing/2014/main" id="{1B0CC807-ACD1-16E9-E9B6-93E5D0B9D195}"/>
              </a:ext>
            </a:extLst>
          </p:cNvPr>
          <p:cNvSpPr>
            <a:spLocks noGrp="1"/>
          </p:cNvSpPr>
          <p:nvPr/>
        </p:nvSpPr>
        <p:spPr>
          <a:xfrm>
            <a:off x="11538515" y="358775"/>
            <a:ext cx="269833" cy="244800"/>
          </a:xfrm>
          <a:custGeom>
            <a:avLst/>
            <a:gdLst>
              <a:gd name="connsiteX0" fmla="*/ 6435355 w 7561191"/>
              <a:gd name="connsiteY0" fmla="*/ 15 h 6859726"/>
              <a:gd name="connsiteX1" fmla="*/ 5309518 w 7561191"/>
              <a:gd name="connsiteY1" fmla="*/ 1125856 h 6859726"/>
              <a:gd name="connsiteX2" fmla="*/ 6435355 w 7561191"/>
              <a:gd name="connsiteY2" fmla="*/ 2251689 h 6859726"/>
              <a:gd name="connsiteX3" fmla="*/ 7561191 w 7561191"/>
              <a:gd name="connsiteY3" fmla="*/ 1125856 h 6859726"/>
              <a:gd name="connsiteX4" fmla="*/ 6435355 w 7561191"/>
              <a:gd name="connsiteY4" fmla="*/ 15 h 6859726"/>
              <a:gd name="connsiteX5" fmla="*/ 6435355 w 7561191"/>
              <a:gd name="connsiteY5" fmla="*/ 1666056 h 6859726"/>
              <a:gd name="connsiteX6" fmla="*/ 5895151 w 7561191"/>
              <a:gd name="connsiteY6" fmla="*/ 1125856 h 6859726"/>
              <a:gd name="connsiteX7" fmla="*/ 6435355 w 7561191"/>
              <a:gd name="connsiteY7" fmla="*/ 585656 h 6859726"/>
              <a:gd name="connsiteX8" fmla="*/ 6975540 w 7561191"/>
              <a:gd name="connsiteY8" fmla="*/ 1125856 h 6859726"/>
              <a:gd name="connsiteX9" fmla="*/ 6435355 w 7561191"/>
              <a:gd name="connsiteY9" fmla="*/ 1666056 h 6859726"/>
              <a:gd name="connsiteX10" fmla="*/ 4233431 w 7561191"/>
              <a:gd name="connsiteY10" fmla="*/ 3214272 h 6859726"/>
              <a:gd name="connsiteX11" fmla="*/ 4860606 w 7561191"/>
              <a:gd name="connsiteY11" fmla="*/ 1861926 h 6859726"/>
              <a:gd name="connsiteX12" fmla="*/ 2675294 w 7561191"/>
              <a:gd name="connsiteY12" fmla="*/ 0 h 6859726"/>
              <a:gd name="connsiteX13" fmla="*/ 0 w 7561191"/>
              <a:gd name="connsiteY13" fmla="*/ 0 h 6859726"/>
              <a:gd name="connsiteX14" fmla="*/ 0 w 7561191"/>
              <a:gd name="connsiteY14" fmla="*/ 6859727 h 6859726"/>
              <a:gd name="connsiteX15" fmla="*/ 2743891 w 7561191"/>
              <a:gd name="connsiteY15" fmla="*/ 6859727 h 6859726"/>
              <a:gd name="connsiteX16" fmla="*/ 5105598 w 7561191"/>
              <a:gd name="connsiteY16" fmla="*/ 4841007 h 6859726"/>
              <a:gd name="connsiteX17" fmla="*/ 4233431 w 7561191"/>
              <a:gd name="connsiteY17" fmla="*/ 3214272 h 6859726"/>
              <a:gd name="connsiteX18" fmla="*/ 1234751 w 7561191"/>
              <a:gd name="connsiteY18" fmla="*/ 1097556 h 6859726"/>
              <a:gd name="connsiteX19" fmla="*/ 2704692 w 7561191"/>
              <a:gd name="connsiteY19" fmla="*/ 1097556 h 6859726"/>
              <a:gd name="connsiteX20" fmla="*/ 3625856 w 7561191"/>
              <a:gd name="connsiteY20" fmla="*/ 1930523 h 6859726"/>
              <a:gd name="connsiteX21" fmla="*/ 2714492 w 7561191"/>
              <a:gd name="connsiteY21" fmla="*/ 2763491 h 6859726"/>
              <a:gd name="connsiteX22" fmla="*/ 1234751 w 7561191"/>
              <a:gd name="connsiteY22" fmla="*/ 2763491 h 6859726"/>
              <a:gd name="connsiteX23" fmla="*/ 1234751 w 7561191"/>
              <a:gd name="connsiteY23" fmla="*/ 1097556 h 6859726"/>
              <a:gd name="connsiteX24" fmla="*/ 2773289 w 7561191"/>
              <a:gd name="connsiteY24" fmla="*/ 5762171 h 6859726"/>
              <a:gd name="connsiteX25" fmla="*/ 1234751 w 7561191"/>
              <a:gd name="connsiteY25" fmla="*/ 5762171 h 6859726"/>
              <a:gd name="connsiteX26" fmla="*/ 1234751 w 7561191"/>
              <a:gd name="connsiteY26" fmla="*/ 3861046 h 6859726"/>
              <a:gd name="connsiteX27" fmla="*/ 2773289 w 7561191"/>
              <a:gd name="connsiteY27" fmla="*/ 3861046 h 6859726"/>
              <a:gd name="connsiteX28" fmla="*/ 3851247 w 7561191"/>
              <a:gd name="connsiteY28" fmla="*/ 4811609 h 6859726"/>
              <a:gd name="connsiteX29" fmla="*/ 2773289 w 7561191"/>
              <a:gd name="connsiteY29" fmla="*/ 5762171 h 6859726"/>
            </a:gdLst>
            <a:ahLst/>
            <a:cxnLst/>
            <a:rect l="l" t="t" r="r" b="b"/>
            <a:pathLst>
              <a:path w="7561191" h="6859726">
                <a:moveTo>
                  <a:pt x="6435355" y="15"/>
                </a:moveTo>
                <a:cubicBezTo>
                  <a:pt x="5813667" y="15"/>
                  <a:pt x="5309518" y="504176"/>
                  <a:pt x="5309518" y="1125856"/>
                </a:cubicBezTo>
                <a:cubicBezTo>
                  <a:pt x="5309518" y="1747536"/>
                  <a:pt x="5813667" y="2251689"/>
                  <a:pt x="6435355" y="2251689"/>
                </a:cubicBezTo>
                <a:cubicBezTo>
                  <a:pt x="7057024" y="2251689"/>
                  <a:pt x="7561191" y="1747536"/>
                  <a:pt x="7561191" y="1125856"/>
                </a:cubicBezTo>
                <a:cubicBezTo>
                  <a:pt x="7561191" y="504176"/>
                  <a:pt x="7057408" y="15"/>
                  <a:pt x="6435355" y="15"/>
                </a:cubicBezTo>
                <a:close/>
                <a:moveTo>
                  <a:pt x="6435355" y="1666056"/>
                </a:moveTo>
                <a:cubicBezTo>
                  <a:pt x="6136850" y="1666056"/>
                  <a:pt x="5895151" y="1423964"/>
                  <a:pt x="5895151" y="1125856"/>
                </a:cubicBezTo>
                <a:cubicBezTo>
                  <a:pt x="5895151" y="827747"/>
                  <a:pt x="6137235" y="585656"/>
                  <a:pt x="6435355" y="585656"/>
                </a:cubicBezTo>
                <a:cubicBezTo>
                  <a:pt x="6733456" y="585656"/>
                  <a:pt x="6975540" y="827747"/>
                  <a:pt x="6975540" y="1125856"/>
                </a:cubicBezTo>
                <a:cubicBezTo>
                  <a:pt x="6975540" y="1423964"/>
                  <a:pt x="6733456" y="1666056"/>
                  <a:pt x="6435355" y="1666056"/>
                </a:cubicBezTo>
                <a:close/>
                <a:moveTo>
                  <a:pt x="4233431" y="3214272"/>
                </a:moveTo>
                <a:cubicBezTo>
                  <a:pt x="4664614" y="2890885"/>
                  <a:pt x="4860606" y="2400905"/>
                  <a:pt x="4860606" y="1861926"/>
                </a:cubicBezTo>
                <a:cubicBezTo>
                  <a:pt x="4860606" y="783969"/>
                  <a:pt x="4135435" y="0"/>
                  <a:pt x="2675294" y="0"/>
                </a:cubicBezTo>
                <a:lnTo>
                  <a:pt x="0" y="0"/>
                </a:lnTo>
                <a:lnTo>
                  <a:pt x="0" y="6859727"/>
                </a:lnTo>
                <a:lnTo>
                  <a:pt x="2743891" y="6859727"/>
                </a:lnTo>
                <a:cubicBezTo>
                  <a:pt x="4311829" y="6859727"/>
                  <a:pt x="5105598" y="6046359"/>
                  <a:pt x="5105598" y="4841007"/>
                </a:cubicBezTo>
                <a:cubicBezTo>
                  <a:pt x="5105598" y="4155035"/>
                  <a:pt x="4811609" y="3537659"/>
                  <a:pt x="4233431" y="3214272"/>
                </a:cubicBezTo>
                <a:close/>
                <a:moveTo>
                  <a:pt x="1234751" y="1097556"/>
                </a:moveTo>
                <a:lnTo>
                  <a:pt x="2704692" y="1097556"/>
                </a:lnTo>
                <a:cubicBezTo>
                  <a:pt x="3322068" y="1097556"/>
                  <a:pt x="3625856" y="1420944"/>
                  <a:pt x="3625856" y="1930523"/>
                </a:cubicBezTo>
                <a:cubicBezTo>
                  <a:pt x="3625856" y="2440104"/>
                  <a:pt x="3312267" y="2763491"/>
                  <a:pt x="2714492" y="2763491"/>
                </a:cubicBezTo>
                <a:lnTo>
                  <a:pt x="1234751" y="2763491"/>
                </a:lnTo>
                <a:lnTo>
                  <a:pt x="1234751" y="1097556"/>
                </a:lnTo>
                <a:close/>
                <a:moveTo>
                  <a:pt x="2773289" y="5762171"/>
                </a:moveTo>
                <a:lnTo>
                  <a:pt x="1234751" y="5762171"/>
                </a:lnTo>
                <a:lnTo>
                  <a:pt x="1234751" y="3861046"/>
                </a:lnTo>
                <a:lnTo>
                  <a:pt x="2773289" y="3861046"/>
                </a:lnTo>
                <a:cubicBezTo>
                  <a:pt x="3469063" y="3861046"/>
                  <a:pt x="3851247" y="4213833"/>
                  <a:pt x="3851247" y="4811609"/>
                </a:cubicBezTo>
                <a:cubicBezTo>
                  <a:pt x="3851247" y="5409385"/>
                  <a:pt x="3488661" y="5762171"/>
                  <a:pt x="2773289" y="5762171"/>
                </a:cubicBezTo>
                <a:close/>
              </a:path>
            </a:pathLst>
          </a:custGeom>
          <a:solidFill>
            <a:schemeClr val="bg1"/>
          </a:solidFill>
          <a:ln w="7553">
            <a:noFill/>
            <a:prstDash val="solid"/>
          </a:ln>
        </p:spPr>
        <p:txBody>
          <a:bodyPr anchor="ct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Divider with full picture">
    <p:bg>
      <p:bgPr>
        <a:solidFill>
          <a:schemeClr val="bg1"/>
        </a:solidFill>
        <a:effectLst/>
      </p:bgPr>
    </p:bg>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BE660F25-62EC-EC3D-44A8-F08F558E8D4C}"/>
              </a:ext>
            </a:extLst>
          </p:cNvPr>
          <p:cNvSpPr>
            <a:spLocks noGrp="1"/>
          </p:cNvSpPr>
          <p:nvPr>
            <p:ph type="pic" idx="14"/>
          </p:nvPr>
        </p:nvSpPr>
        <p:spPr>
          <a:xfrm>
            <a:off x="-1" y="0"/>
            <a:ext cx="12192000" cy="6858000"/>
          </a:xfrm>
          <a:custGeom>
            <a:avLst/>
            <a:gdLst>
              <a:gd name="connsiteX0" fmla="*/ 11582579 w 12192000"/>
              <a:gd name="connsiteY0" fmla="*/ 496563 h 6858000"/>
              <a:gd name="connsiteX1" fmla="*/ 11637484 w 12192000"/>
              <a:gd name="connsiteY1" fmla="*/ 496563 h 6858000"/>
              <a:gd name="connsiteX2" fmla="*/ 11675953 w 12192000"/>
              <a:gd name="connsiteY2" fmla="*/ 530485 h 6858000"/>
              <a:gd name="connsiteX3" fmla="*/ 11637484 w 12192000"/>
              <a:gd name="connsiteY3" fmla="*/ 564407 h 6858000"/>
              <a:gd name="connsiteX4" fmla="*/ 11582579 w 12192000"/>
              <a:gd name="connsiteY4" fmla="*/ 564407 h 6858000"/>
              <a:gd name="connsiteX5" fmla="*/ 11582579 w 12192000"/>
              <a:gd name="connsiteY5" fmla="*/ 397943 h 6858000"/>
              <a:gd name="connsiteX6" fmla="*/ 11635036 w 12192000"/>
              <a:gd name="connsiteY6" fmla="*/ 397943 h 6858000"/>
              <a:gd name="connsiteX7" fmla="*/ 11667909 w 12192000"/>
              <a:gd name="connsiteY7" fmla="*/ 427669 h 6858000"/>
              <a:gd name="connsiteX8" fmla="*/ 11635386 w 12192000"/>
              <a:gd name="connsiteY8" fmla="*/ 457395 h 6858000"/>
              <a:gd name="connsiteX9" fmla="*/ 11582579 w 12192000"/>
              <a:gd name="connsiteY9" fmla="*/ 457395 h 6858000"/>
              <a:gd name="connsiteX10" fmla="*/ 11768171 w 12192000"/>
              <a:gd name="connsiteY10" fmla="*/ 379675 h 6858000"/>
              <a:gd name="connsiteX11" fmla="*/ 11787448 w 12192000"/>
              <a:gd name="connsiteY11" fmla="*/ 398953 h 6858000"/>
              <a:gd name="connsiteX12" fmla="*/ 11768171 w 12192000"/>
              <a:gd name="connsiteY12" fmla="*/ 418231 h 6858000"/>
              <a:gd name="connsiteX13" fmla="*/ 11748893 w 12192000"/>
              <a:gd name="connsiteY13" fmla="*/ 398953 h 6858000"/>
              <a:gd name="connsiteX14" fmla="*/ 11768171 w 12192000"/>
              <a:gd name="connsiteY14" fmla="*/ 379675 h 6858000"/>
              <a:gd name="connsiteX15" fmla="*/ 11768171 w 12192000"/>
              <a:gd name="connsiteY15" fmla="*/ 358776 h 6858000"/>
              <a:gd name="connsiteX16" fmla="*/ 11727994 w 12192000"/>
              <a:gd name="connsiteY16" fmla="*/ 398953 h 6858000"/>
              <a:gd name="connsiteX17" fmla="*/ 11768171 w 12192000"/>
              <a:gd name="connsiteY17" fmla="*/ 439130 h 6858000"/>
              <a:gd name="connsiteX18" fmla="*/ 11808348 w 12192000"/>
              <a:gd name="connsiteY18" fmla="*/ 398953 h 6858000"/>
              <a:gd name="connsiteX19" fmla="*/ 11768171 w 12192000"/>
              <a:gd name="connsiteY19" fmla="*/ 358776 h 6858000"/>
              <a:gd name="connsiteX20" fmla="*/ 11538515 w 12192000"/>
              <a:gd name="connsiteY20" fmla="*/ 358775 h 6858000"/>
              <a:gd name="connsiteX21" fmla="*/ 11538515 w 12192000"/>
              <a:gd name="connsiteY21" fmla="*/ 603575 h 6858000"/>
              <a:gd name="connsiteX22" fmla="*/ 11636435 w 12192000"/>
              <a:gd name="connsiteY22" fmla="*/ 603575 h 6858000"/>
              <a:gd name="connsiteX23" fmla="*/ 11720716 w 12192000"/>
              <a:gd name="connsiteY23" fmla="*/ 531534 h 6858000"/>
              <a:gd name="connsiteX24" fmla="*/ 11689592 w 12192000"/>
              <a:gd name="connsiteY24" fmla="*/ 473481 h 6858000"/>
              <a:gd name="connsiteX25" fmla="*/ 11711973 w 12192000"/>
              <a:gd name="connsiteY25" fmla="*/ 425221 h 6858000"/>
              <a:gd name="connsiteX26" fmla="*/ 11633987 w 12192000"/>
              <a:gd name="connsiteY26" fmla="*/ 358775 h 6858000"/>
              <a:gd name="connsiteX27" fmla="*/ 0 w 12192000"/>
              <a:gd name="connsiteY27" fmla="*/ 0 h 6858000"/>
              <a:gd name="connsiteX28" fmla="*/ 6188075 w 12192000"/>
              <a:gd name="connsiteY28" fmla="*/ 0 h 6858000"/>
              <a:gd name="connsiteX29" fmla="*/ 6969125 w 12192000"/>
              <a:gd name="connsiteY29" fmla="*/ 0 h 6858000"/>
              <a:gd name="connsiteX30" fmla="*/ 12192000 w 12192000"/>
              <a:gd name="connsiteY30" fmla="*/ 0 h 6858000"/>
              <a:gd name="connsiteX31" fmla="*/ 12192000 w 12192000"/>
              <a:gd name="connsiteY31" fmla="*/ 6858000 h 6858000"/>
              <a:gd name="connsiteX32" fmla="*/ 6969125 w 12192000"/>
              <a:gd name="connsiteY32" fmla="*/ 6858000 h 6858000"/>
              <a:gd name="connsiteX33" fmla="*/ 6188075 w 12192000"/>
              <a:gd name="connsiteY33" fmla="*/ 6858000 h 6858000"/>
              <a:gd name="connsiteX34" fmla="*/ 0 w 12192000"/>
              <a:gd name="connsiteY34" fmla="*/ 6858000 h 6858000"/>
            </a:gdLst>
            <a:ahLst/>
            <a:cxnLst/>
            <a:rect l="l" t="t" r="r" b="b"/>
            <a:pathLst>
              <a:path w="12192000" h="6858000">
                <a:moveTo>
                  <a:pt x="11582579" y="496563"/>
                </a:moveTo>
                <a:lnTo>
                  <a:pt x="11637484" y="496563"/>
                </a:lnTo>
                <a:cubicBezTo>
                  <a:pt x="11662314" y="496563"/>
                  <a:pt x="11675953" y="509152"/>
                  <a:pt x="11675953" y="530485"/>
                </a:cubicBezTo>
                <a:cubicBezTo>
                  <a:pt x="11675953" y="551817"/>
                  <a:pt x="11663013" y="564407"/>
                  <a:pt x="11637484" y="564407"/>
                </a:cubicBezTo>
                <a:lnTo>
                  <a:pt x="11582579" y="564407"/>
                </a:lnTo>
                <a:close/>
                <a:moveTo>
                  <a:pt x="11582579" y="397943"/>
                </a:moveTo>
                <a:lnTo>
                  <a:pt x="11635036" y="397943"/>
                </a:lnTo>
                <a:cubicBezTo>
                  <a:pt x="11657068" y="397943"/>
                  <a:pt x="11667909" y="409484"/>
                  <a:pt x="11667909" y="427669"/>
                </a:cubicBezTo>
                <a:cubicBezTo>
                  <a:pt x="11667909" y="445854"/>
                  <a:pt x="11656718" y="457395"/>
                  <a:pt x="11635386" y="457395"/>
                </a:cubicBezTo>
                <a:lnTo>
                  <a:pt x="11582579" y="457395"/>
                </a:lnTo>
                <a:close/>
                <a:moveTo>
                  <a:pt x="11768171" y="379675"/>
                </a:moveTo>
                <a:cubicBezTo>
                  <a:pt x="11778809" y="379675"/>
                  <a:pt x="11787448" y="388315"/>
                  <a:pt x="11787448" y="398953"/>
                </a:cubicBezTo>
                <a:cubicBezTo>
                  <a:pt x="11787448" y="409592"/>
                  <a:pt x="11778809" y="418231"/>
                  <a:pt x="11768171" y="418231"/>
                </a:cubicBezTo>
                <a:cubicBezTo>
                  <a:pt x="11757518" y="418231"/>
                  <a:pt x="11748893" y="409592"/>
                  <a:pt x="11748893" y="398953"/>
                </a:cubicBezTo>
                <a:cubicBezTo>
                  <a:pt x="11748893" y="388315"/>
                  <a:pt x="11757532" y="379675"/>
                  <a:pt x="11768171" y="379675"/>
                </a:cubicBezTo>
                <a:close/>
                <a:moveTo>
                  <a:pt x="11768171" y="358776"/>
                </a:moveTo>
                <a:cubicBezTo>
                  <a:pt x="11745985" y="358776"/>
                  <a:pt x="11727994" y="376767"/>
                  <a:pt x="11727994" y="398953"/>
                </a:cubicBezTo>
                <a:cubicBezTo>
                  <a:pt x="11727994" y="421139"/>
                  <a:pt x="11745985" y="439130"/>
                  <a:pt x="11768171" y="439130"/>
                </a:cubicBezTo>
                <a:cubicBezTo>
                  <a:pt x="11790356" y="439130"/>
                  <a:pt x="11808348" y="421139"/>
                  <a:pt x="11808348" y="398953"/>
                </a:cubicBezTo>
                <a:cubicBezTo>
                  <a:pt x="11808348" y="376767"/>
                  <a:pt x="11790370" y="358776"/>
                  <a:pt x="11768171" y="358776"/>
                </a:cubicBezTo>
                <a:close/>
                <a:moveTo>
                  <a:pt x="11538515" y="358775"/>
                </a:moveTo>
                <a:lnTo>
                  <a:pt x="11538515" y="603575"/>
                </a:lnTo>
                <a:lnTo>
                  <a:pt x="11636435" y="603575"/>
                </a:lnTo>
                <a:cubicBezTo>
                  <a:pt x="11692389" y="603575"/>
                  <a:pt x="11720716" y="574549"/>
                  <a:pt x="11720716" y="531534"/>
                </a:cubicBezTo>
                <a:cubicBezTo>
                  <a:pt x="11720716" y="507054"/>
                  <a:pt x="11710225" y="485022"/>
                  <a:pt x="11689592" y="473481"/>
                </a:cubicBezTo>
                <a:cubicBezTo>
                  <a:pt x="11704979" y="461941"/>
                  <a:pt x="11711973" y="444455"/>
                  <a:pt x="11711973" y="425221"/>
                </a:cubicBezTo>
                <a:cubicBezTo>
                  <a:pt x="11711973" y="386752"/>
                  <a:pt x="11686094" y="358775"/>
                  <a:pt x="11633987" y="358775"/>
                </a:cubicBezTo>
                <a:close/>
                <a:moveTo>
                  <a:pt x="0" y="0"/>
                </a:moveTo>
                <a:lnTo>
                  <a:pt x="6188075" y="0"/>
                </a:lnTo>
                <a:lnTo>
                  <a:pt x="6969125" y="0"/>
                </a:lnTo>
                <a:lnTo>
                  <a:pt x="12192000" y="0"/>
                </a:lnTo>
                <a:lnTo>
                  <a:pt x="12192000" y="6858000"/>
                </a:lnTo>
                <a:lnTo>
                  <a:pt x="6969125" y="6858000"/>
                </a:lnTo>
                <a:lnTo>
                  <a:pt x="6188075" y="6858000"/>
                </a:lnTo>
                <a:lnTo>
                  <a:pt x="0" y="6858000"/>
                </a:lnTo>
                <a:close/>
              </a:path>
            </a:pathLst>
          </a:custGeom>
          <a:solidFill>
            <a:schemeClr val="bg1"/>
          </a:solidFill>
        </p:spPr>
        <p:txBody>
          <a:bodyPr wrap="square" tIns="72000">
            <a:noAutofit/>
          </a:bodyPr>
          <a:lstStyle>
            <a:lvl1pPr marL="0" indent="0" algn="ctr">
              <a:buNone/>
              <a:defRPr sz="1200"/>
            </a:lvl1pPr>
          </a:lstStyle>
          <a:p>
            <a:r>
              <a:t>Klikk på ikonet for å legge til et bilde</a:t>
            </a:r>
          </a:p>
        </p:txBody>
      </p:sp>
      <p:sp>
        <p:nvSpPr>
          <p:cNvPr id="7" name="Title 6">
            <a:extLst>
              <a:ext uri="{FF2B5EF4-FFF2-40B4-BE49-F238E27FC236}">
                <a16:creationId xmlns:a16="http://schemas.microsoft.com/office/drawing/2014/main" id="{C5AEC204-C147-800C-5EE6-96B2779337AD}"/>
              </a:ext>
            </a:extLst>
          </p:cNvPr>
          <p:cNvSpPr>
            <a:spLocks noGrp="1"/>
          </p:cNvSpPr>
          <p:nvPr>
            <p:ph type="title"/>
          </p:nvPr>
        </p:nvSpPr>
        <p:spPr>
          <a:xfrm>
            <a:off x="384174" y="319136"/>
            <a:ext cx="5618163" cy="3016202"/>
          </a:xfrm>
        </p:spPr>
        <p:txBody>
          <a:bodyPr/>
          <a:lstStyle>
            <a:lvl1pPr>
              <a:lnSpc>
                <a:spcPct val="80000"/>
              </a:lnSpc>
              <a:buNone/>
              <a:defRPr sz="5400"/>
            </a:lvl1pPr>
          </a:lstStyle>
          <a:p>
            <a:r>
              <a:t>Klikk for å redigere tittelstil</a:t>
            </a:r>
          </a:p>
        </p:txBody>
      </p:sp>
      <p:sp>
        <p:nvSpPr>
          <p:cNvPr id="21" name="textruta 12">
            <a:extLst>
              <a:ext uri="{FF2B5EF4-FFF2-40B4-BE49-F238E27FC236}">
                <a16:creationId xmlns:a16="http://schemas.microsoft.com/office/drawing/2014/main" id="{87B2163A-CAA5-C227-D972-900FED11267C}"/>
              </a:ext>
            </a:extLst>
          </p:cNvPr>
          <p:cNvSpPr>
            <a:spLocks noGrp="1"/>
          </p:cNvSpPr>
          <p:nvPr/>
        </p:nvSpPr>
        <p:spPr>
          <a:xfrm>
            <a:off x="12270947" y="3170"/>
            <a:ext cx="1681523" cy="1924883"/>
          </a:xfrm>
          <a:prstGeom prst="rect">
            <a:avLst/>
          </a:prstGeom>
          <a:solidFill>
            <a:schemeClr val="bg1"/>
          </a:solidFill>
        </p:spPr>
        <p:txBody>
          <a:bodyPr wrap="square" tIns="108000" anchor="t">
            <a:noAutofit/>
          </a:bodyPr>
          <a:lstStyle/>
          <a:p>
            <a:pPr>
              <a:spcAft>
                <a:spcPts val="600"/>
              </a:spcAft>
              <a:buNone/>
            </a:pPr>
            <a:r>
              <a:rPr sz="900" b="1">
                <a:latin typeface="+mn-lt"/>
                <a:ea typeface="+mn-lt"/>
                <a:cs typeface="+mn-lt"/>
              </a:rPr>
              <a:t>Change logo color</a:t>
            </a:r>
          </a:p>
          <a:p>
            <a:r>
              <a:rPr sz="900">
                <a:solidFill>
                  <a:schemeClr val="tx1"/>
                </a:solidFill>
                <a:latin typeface="+mn-lt"/>
                <a:ea typeface="+mn-lt"/>
                <a:cs typeface="+mn-lt"/>
              </a:rPr>
              <a:t>If you need to change the color of the logo, right-click outside the work area, select </a:t>
            </a:r>
            <a:r>
              <a:rPr sz="900" b="1">
                <a:solidFill>
                  <a:schemeClr val="tx1"/>
                </a:solidFill>
                <a:latin typeface="+mn-lt"/>
                <a:ea typeface="+mn-lt"/>
                <a:cs typeface="+mn-lt"/>
              </a:rPr>
              <a:t>Format Background </a:t>
            </a:r>
            <a:r>
              <a:rPr sz="900">
                <a:solidFill>
                  <a:schemeClr val="tx1"/>
                </a:solidFill>
                <a:latin typeface="+mn-lt"/>
                <a:ea typeface="+mn-lt"/>
                <a:cs typeface="+mn-lt"/>
              </a:rPr>
              <a:t>from the context menu, and select </a:t>
            </a:r>
            <a:r>
              <a:rPr sz="900" b="1">
                <a:solidFill>
                  <a:schemeClr val="tx1"/>
                </a:solidFill>
                <a:latin typeface="+mn-lt"/>
                <a:ea typeface="+mn-lt"/>
                <a:cs typeface="+mn-lt"/>
              </a:rPr>
              <a:t>Solid fill. </a:t>
            </a:r>
            <a:r>
              <a:rPr sz="900">
                <a:solidFill>
                  <a:schemeClr val="tx1"/>
                </a:solidFill>
                <a:latin typeface="+mn-lt"/>
                <a:ea typeface="+mn-lt"/>
                <a:cs typeface="+mn-lt"/>
              </a:rPr>
              <a:t>You may </a:t>
            </a:r>
            <a:r>
              <a:rPr sz="900" b="1">
                <a:solidFill>
                  <a:schemeClr val="tx1"/>
                </a:solidFill>
                <a:latin typeface="+mn-lt"/>
                <a:ea typeface="+mn-lt"/>
                <a:cs typeface="+mn-lt"/>
              </a:rPr>
              <a:t>ONLY</a:t>
            </a:r>
            <a:r>
              <a:rPr sz="900">
                <a:solidFill>
                  <a:schemeClr val="tx1"/>
                </a:solidFill>
                <a:latin typeface="+mn-lt"/>
                <a:ea typeface="+mn-lt"/>
                <a:cs typeface="+mn-lt"/>
              </a:rPr>
              <a:t> use </a:t>
            </a:r>
            <a:br>
              <a:rPr sz="900">
                <a:solidFill>
                  <a:schemeClr val="tx1"/>
                </a:solidFill>
                <a:latin typeface="+mn-lt"/>
                <a:ea typeface="+mn-lt"/>
                <a:cs typeface="+mn-lt"/>
              </a:rPr>
            </a:br>
            <a:r>
              <a:rPr sz="900" b="1">
                <a:solidFill>
                  <a:schemeClr val="tx1"/>
                </a:solidFill>
                <a:latin typeface="+mn-lt"/>
                <a:ea typeface="+mn-lt"/>
                <a:cs typeface="+mn-lt"/>
              </a:rPr>
              <a:t>white</a:t>
            </a:r>
            <a:r>
              <a:rPr sz="900">
                <a:solidFill>
                  <a:schemeClr val="tx1"/>
                </a:solidFill>
                <a:latin typeface="+mn-lt"/>
                <a:ea typeface="+mn-lt"/>
                <a:cs typeface="+mn-lt"/>
              </a:rPr>
              <a:t> or </a:t>
            </a:r>
            <a:r>
              <a:rPr sz="900" b="1">
                <a:solidFill>
                  <a:schemeClr val="tx1"/>
                </a:solidFill>
                <a:latin typeface="+mn-lt"/>
                <a:ea typeface="+mn-lt"/>
                <a:cs typeface="+mn-lt"/>
              </a:rPr>
              <a:t>black</a:t>
            </a:r>
            <a:r>
              <a:rPr sz="900">
                <a:solidFill>
                  <a:schemeClr val="tx1"/>
                </a:solidFill>
                <a:latin typeface="+mn-lt"/>
                <a:ea typeface="+mn-lt"/>
                <a:cs typeface="+mn-lt"/>
              </a:rPr>
              <a:t>.</a:t>
            </a:r>
          </a:p>
          <a:p>
            <a:pPr algn="ctr">
              <a:buNone/>
            </a:pPr>
            <a:endParaRPr sz="900" baseline="0">
              <a:solidFill>
                <a:schemeClr val="tx1">
                  <a:lumMod val="65000"/>
                  <a:lumOff val="35000"/>
                </a:schemeClr>
              </a:solidFill>
              <a:latin typeface="+mn-lt"/>
              <a:ea typeface="+mn-lt"/>
              <a:cs typeface="+mn-lt"/>
            </a:endParaRPr>
          </a:p>
          <a:p>
            <a:pPr algn="ctr">
              <a:buNone/>
            </a:pPr>
            <a:endParaRPr sz="900" baseline="0">
              <a:solidFill>
                <a:schemeClr val="tx1">
                  <a:lumMod val="65000"/>
                  <a:lumOff val="35000"/>
                </a:schemeClr>
              </a:solidFill>
              <a:latin typeface="+mn-lt"/>
              <a:ea typeface="+mn-lt"/>
              <a:cs typeface="+mn-lt"/>
            </a:endParaRPr>
          </a:p>
          <a:p>
            <a:pPr algn="ctr">
              <a:buNone/>
            </a:pPr>
            <a:endParaRPr sz="900" baseline="0">
              <a:solidFill>
                <a:schemeClr val="tx1">
                  <a:lumMod val="65000"/>
                  <a:lumOff val="35000"/>
                </a:schemeClr>
              </a:solidFill>
              <a:latin typeface="+mn-lt"/>
              <a:ea typeface="+mn-lt"/>
              <a:cs typeface="+mn-lt"/>
            </a:endParaRPr>
          </a:p>
        </p:txBody>
      </p:sp>
      <p:sp>
        <p:nvSpPr>
          <p:cNvPr id="22" name="Rektangel 18">
            <a:extLst>
              <a:ext uri="{FF2B5EF4-FFF2-40B4-BE49-F238E27FC236}">
                <a16:creationId xmlns:a16="http://schemas.microsoft.com/office/drawing/2014/main" id="{5F236E03-3108-D836-FBB6-5752A00FD4FD}"/>
              </a:ext>
            </a:extLst>
          </p:cNvPr>
          <p:cNvSpPr>
            <a:spLocks noGrp="1"/>
          </p:cNvSpPr>
          <p:nvPr/>
        </p:nvSpPr>
        <p:spPr>
          <a:xfrm>
            <a:off x="12371130" y="1511303"/>
            <a:ext cx="268449" cy="268449"/>
          </a:xfrm>
          <a:prstGeom prst="rect">
            <a:avLst/>
          </a:prstGeom>
          <a:solidFill>
            <a:schemeClr val="bg1"/>
          </a:solidFill>
          <a:ln w="9525">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latin typeface="+mn-lt"/>
              <a:ea typeface="+mn-lt"/>
              <a:cs typeface="+mn-lt"/>
            </a:endParaRPr>
          </a:p>
        </p:txBody>
      </p:sp>
      <p:sp>
        <p:nvSpPr>
          <p:cNvPr id="23" name="Rektangel 17">
            <a:extLst>
              <a:ext uri="{FF2B5EF4-FFF2-40B4-BE49-F238E27FC236}">
                <a16:creationId xmlns:a16="http://schemas.microsoft.com/office/drawing/2014/main" id="{ADDCDB3C-BFAF-5122-208A-466236B2066F}"/>
              </a:ext>
            </a:extLst>
          </p:cNvPr>
          <p:cNvSpPr>
            <a:spLocks noGrp="1"/>
          </p:cNvSpPr>
          <p:nvPr/>
        </p:nvSpPr>
        <p:spPr>
          <a:xfrm>
            <a:off x="12708652" y="1511302"/>
            <a:ext cx="268449" cy="268449"/>
          </a:xfrm>
          <a:prstGeom prst="rect">
            <a:avLst/>
          </a:prstGeom>
          <a:solidFill>
            <a:schemeClr val="tx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latin typeface="+mn-lt"/>
              <a:ea typeface="+mn-lt"/>
              <a:cs typeface="+mn-lt"/>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Content and 1/2 picture">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726ABB52-41A6-A463-9DEE-B5ABDA3FA792}"/>
              </a:ext>
            </a:extLst>
          </p:cNvPr>
          <p:cNvSpPr>
            <a:spLocks noGrp="1"/>
          </p:cNvSpPr>
          <p:nvPr/>
        </p:nvSpPr>
        <p:spPr>
          <a:xfrm>
            <a:off x="0" y="0"/>
            <a:ext cx="6188075"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solidFill>
                <a:schemeClr val="bg1"/>
              </a:solidFill>
            </a:endParaRPr>
          </a:p>
        </p:txBody>
      </p:sp>
      <p:sp>
        <p:nvSpPr>
          <p:cNvPr id="34" name="Picture Placeholder 33">
            <a:extLst>
              <a:ext uri="{FF2B5EF4-FFF2-40B4-BE49-F238E27FC236}">
                <a16:creationId xmlns:a16="http://schemas.microsoft.com/office/drawing/2014/main" id="{96223842-B791-D780-7356-2E78C341B801}"/>
              </a:ext>
            </a:extLst>
          </p:cNvPr>
          <p:cNvSpPr>
            <a:spLocks noGrp="1"/>
          </p:cNvSpPr>
          <p:nvPr>
            <p:ph type="pic" idx="14"/>
          </p:nvPr>
        </p:nvSpPr>
        <p:spPr>
          <a:xfrm>
            <a:off x="6188075" y="0"/>
            <a:ext cx="6003925" cy="6858000"/>
          </a:xfrm>
          <a:custGeom>
            <a:avLst/>
            <a:gdLst>
              <a:gd name="connsiteX0" fmla="*/ 5394504 w 6003925"/>
              <a:gd name="connsiteY0" fmla="*/ 496563 h 6858000"/>
              <a:gd name="connsiteX1" fmla="*/ 5449409 w 6003925"/>
              <a:gd name="connsiteY1" fmla="*/ 496563 h 6858000"/>
              <a:gd name="connsiteX2" fmla="*/ 5487878 w 6003925"/>
              <a:gd name="connsiteY2" fmla="*/ 530485 h 6858000"/>
              <a:gd name="connsiteX3" fmla="*/ 5449409 w 6003925"/>
              <a:gd name="connsiteY3" fmla="*/ 564407 h 6858000"/>
              <a:gd name="connsiteX4" fmla="*/ 5394504 w 6003925"/>
              <a:gd name="connsiteY4" fmla="*/ 564407 h 6858000"/>
              <a:gd name="connsiteX5" fmla="*/ 5394504 w 6003925"/>
              <a:gd name="connsiteY5" fmla="*/ 397943 h 6858000"/>
              <a:gd name="connsiteX6" fmla="*/ 5446961 w 6003925"/>
              <a:gd name="connsiteY6" fmla="*/ 397943 h 6858000"/>
              <a:gd name="connsiteX7" fmla="*/ 5479834 w 6003925"/>
              <a:gd name="connsiteY7" fmla="*/ 427669 h 6858000"/>
              <a:gd name="connsiteX8" fmla="*/ 5447311 w 6003925"/>
              <a:gd name="connsiteY8" fmla="*/ 457395 h 6858000"/>
              <a:gd name="connsiteX9" fmla="*/ 5394504 w 6003925"/>
              <a:gd name="connsiteY9" fmla="*/ 457395 h 6858000"/>
              <a:gd name="connsiteX10" fmla="*/ 5580096 w 6003925"/>
              <a:gd name="connsiteY10" fmla="*/ 379675 h 6858000"/>
              <a:gd name="connsiteX11" fmla="*/ 5599373 w 6003925"/>
              <a:gd name="connsiteY11" fmla="*/ 398953 h 6858000"/>
              <a:gd name="connsiteX12" fmla="*/ 5580096 w 6003925"/>
              <a:gd name="connsiteY12" fmla="*/ 418231 h 6858000"/>
              <a:gd name="connsiteX13" fmla="*/ 5560818 w 6003925"/>
              <a:gd name="connsiteY13" fmla="*/ 398953 h 6858000"/>
              <a:gd name="connsiteX14" fmla="*/ 5580096 w 6003925"/>
              <a:gd name="connsiteY14" fmla="*/ 379675 h 6858000"/>
              <a:gd name="connsiteX15" fmla="*/ 5580096 w 6003925"/>
              <a:gd name="connsiteY15" fmla="*/ 358776 h 6858000"/>
              <a:gd name="connsiteX16" fmla="*/ 5539919 w 6003925"/>
              <a:gd name="connsiteY16" fmla="*/ 398953 h 6858000"/>
              <a:gd name="connsiteX17" fmla="*/ 5580096 w 6003925"/>
              <a:gd name="connsiteY17" fmla="*/ 439130 h 6858000"/>
              <a:gd name="connsiteX18" fmla="*/ 5620273 w 6003925"/>
              <a:gd name="connsiteY18" fmla="*/ 398953 h 6858000"/>
              <a:gd name="connsiteX19" fmla="*/ 5580096 w 6003925"/>
              <a:gd name="connsiteY19" fmla="*/ 358776 h 6858000"/>
              <a:gd name="connsiteX20" fmla="*/ 5350440 w 6003925"/>
              <a:gd name="connsiteY20" fmla="*/ 358775 h 6858000"/>
              <a:gd name="connsiteX21" fmla="*/ 5350440 w 6003925"/>
              <a:gd name="connsiteY21" fmla="*/ 603575 h 6858000"/>
              <a:gd name="connsiteX22" fmla="*/ 5448360 w 6003925"/>
              <a:gd name="connsiteY22" fmla="*/ 603575 h 6858000"/>
              <a:gd name="connsiteX23" fmla="*/ 5532641 w 6003925"/>
              <a:gd name="connsiteY23" fmla="*/ 531534 h 6858000"/>
              <a:gd name="connsiteX24" fmla="*/ 5501517 w 6003925"/>
              <a:gd name="connsiteY24" fmla="*/ 473481 h 6858000"/>
              <a:gd name="connsiteX25" fmla="*/ 5523898 w 6003925"/>
              <a:gd name="connsiteY25" fmla="*/ 425221 h 6858000"/>
              <a:gd name="connsiteX26" fmla="*/ 5445912 w 6003925"/>
              <a:gd name="connsiteY26" fmla="*/ 358775 h 6858000"/>
              <a:gd name="connsiteX27" fmla="*/ 0 w 6003925"/>
              <a:gd name="connsiteY27" fmla="*/ 0 h 6858000"/>
              <a:gd name="connsiteX28" fmla="*/ 6003925 w 6003925"/>
              <a:gd name="connsiteY28" fmla="*/ 0 h 6858000"/>
              <a:gd name="connsiteX29" fmla="*/ 6003925 w 6003925"/>
              <a:gd name="connsiteY29" fmla="*/ 6858000 h 6858000"/>
              <a:gd name="connsiteX30" fmla="*/ 0 w 6003925"/>
              <a:gd name="connsiteY30" fmla="*/ 6858000 h 6858000"/>
            </a:gdLst>
            <a:ahLst/>
            <a:cxnLst/>
            <a:rect l="l" t="t" r="r" b="b"/>
            <a:pathLst>
              <a:path w="6003925" h="6858000">
                <a:moveTo>
                  <a:pt x="5394504" y="496563"/>
                </a:moveTo>
                <a:lnTo>
                  <a:pt x="5449409" y="496563"/>
                </a:lnTo>
                <a:cubicBezTo>
                  <a:pt x="5474239" y="496563"/>
                  <a:pt x="5487878" y="509152"/>
                  <a:pt x="5487878" y="530485"/>
                </a:cubicBezTo>
                <a:cubicBezTo>
                  <a:pt x="5487878" y="551817"/>
                  <a:pt x="5474938" y="564407"/>
                  <a:pt x="5449409" y="564407"/>
                </a:cubicBezTo>
                <a:lnTo>
                  <a:pt x="5394504" y="564407"/>
                </a:lnTo>
                <a:close/>
                <a:moveTo>
                  <a:pt x="5394504" y="397943"/>
                </a:moveTo>
                <a:lnTo>
                  <a:pt x="5446961" y="397943"/>
                </a:lnTo>
                <a:cubicBezTo>
                  <a:pt x="5468993" y="397943"/>
                  <a:pt x="5479834" y="409484"/>
                  <a:pt x="5479834" y="427669"/>
                </a:cubicBezTo>
                <a:cubicBezTo>
                  <a:pt x="5479834" y="445854"/>
                  <a:pt x="5468643" y="457395"/>
                  <a:pt x="5447311" y="457395"/>
                </a:cubicBezTo>
                <a:lnTo>
                  <a:pt x="5394504" y="457395"/>
                </a:lnTo>
                <a:close/>
                <a:moveTo>
                  <a:pt x="5580096" y="379675"/>
                </a:moveTo>
                <a:cubicBezTo>
                  <a:pt x="5590734" y="379675"/>
                  <a:pt x="5599373" y="388315"/>
                  <a:pt x="5599373" y="398953"/>
                </a:cubicBezTo>
                <a:cubicBezTo>
                  <a:pt x="5599373" y="409592"/>
                  <a:pt x="5590734" y="418231"/>
                  <a:pt x="5580096" y="418231"/>
                </a:cubicBezTo>
                <a:cubicBezTo>
                  <a:pt x="5569443" y="418231"/>
                  <a:pt x="5560818" y="409592"/>
                  <a:pt x="5560818" y="398953"/>
                </a:cubicBezTo>
                <a:cubicBezTo>
                  <a:pt x="5560818" y="388315"/>
                  <a:pt x="5569457" y="379675"/>
                  <a:pt x="5580096" y="379675"/>
                </a:cubicBezTo>
                <a:close/>
                <a:moveTo>
                  <a:pt x="5580096" y="358776"/>
                </a:moveTo>
                <a:cubicBezTo>
                  <a:pt x="5557910" y="358776"/>
                  <a:pt x="5539919" y="376767"/>
                  <a:pt x="5539919" y="398953"/>
                </a:cubicBezTo>
                <a:cubicBezTo>
                  <a:pt x="5539919" y="421139"/>
                  <a:pt x="5557910" y="439130"/>
                  <a:pt x="5580096" y="439130"/>
                </a:cubicBezTo>
                <a:cubicBezTo>
                  <a:pt x="5602281" y="439130"/>
                  <a:pt x="5620273" y="421139"/>
                  <a:pt x="5620273" y="398953"/>
                </a:cubicBezTo>
                <a:cubicBezTo>
                  <a:pt x="5620273" y="376767"/>
                  <a:pt x="5602295" y="358776"/>
                  <a:pt x="5580096" y="358776"/>
                </a:cubicBezTo>
                <a:close/>
                <a:moveTo>
                  <a:pt x="5350440" y="358775"/>
                </a:moveTo>
                <a:lnTo>
                  <a:pt x="5350440" y="603575"/>
                </a:lnTo>
                <a:lnTo>
                  <a:pt x="5448360" y="603575"/>
                </a:lnTo>
                <a:cubicBezTo>
                  <a:pt x="5504314" y="603575"/>
                  <a:pt x="5532641" y="574549"/>
                  <a:pt x="5532641" y="531534"/>
                </a:cubicBezTo>
                <a:cubicBezTo>
                  <a:pt x="5532641" y="507054"/>
                  <a:pt x="5522150" y="485022"/>
                  <a:pt x="5501517" y="473481"/>
                </a:cubicBezTo>
                <a:cubicBezTo>
                  <a:pt x="5516904" y="461941"/>
                  <a:pt x="5523898" y="444455"/>
                  <a:pt x="5523898" y="425221"/>
                </a:cubicBezTo>
                <a:cubicBezTo>
                  <a:pt x="5523898" y="386752"/>
                  <a:pt x="5498019" y="358775"/>
                  <a:pt x="5445912" y="358775"/>
                </a:cubicBezTo>
                <a:close/>
                <a:moveTo>
                  <a:pt x="0" y="0"/>
                </a:moveTo>
                <a:lnTo>
                  <a:pt x="6003925" y="0"/>
                </a:lnTo>
                <a:lnTo>
                  <a:pt x="6003925" y="6858000"/>
                </a:lnTo>
                <a:lnTo>
                  <a:pt x="0" y="6858000"/>
                </a:lnTo>
                <a:close/>
              </a:path>
            </a:pathLst>
          </a:custGeom>
          <a:solidFill>
            <a:schemeClr val="bg1"/>
          </a:solidFill>
        </p:spPr>
        <p:txBody>
          <a:bodyPr wrap="square" tIns="72000">
            <a:noAutofit/>
          </a:bodyPr>
          <a:lstStyle>
            <a:lvl1pPr marL="0" indent="0" algn="ctr">
              <a:buNone/>
              <a:defRPr sz="1200"/>
            </a:lvl1pPr>
          </a:lstStyle>
          <a:p>
            <a:r>
              <a:t>Klikk på ikonet for å legge til et bilde</a:t>
            </a:r>
          </a:p>
        </p:txBody>
      </p:sp>
      <p:sp>
        <p:nvSpPr>
          <p:cNvPr id="2" name="Masterfeld Pagenumber EN">
            <a:extLst>
              <a:ext uri="{FF2B5EF4-FFF2-40B4-BE49-F238E27FC236}">
                <a16:creationId xmlns:a16="http://schemas.microsoft.com/office/drawing/2014/main" id="{8A91E233-C479-1EC5-E6A7-AEA3A94EE3B7}"/>
              </a:ext>
            </a:extLst>
          </p:cNvPr>
          <p:cNvSpPr>
            <a:spLocks noGrp="1"/>
          </p:cNvSpPr>
          <p:nvPr/>
        </p:nvSpPr>
        <p:spPr>
          <a:xfrm>
            <a:off x="11025037" y="6156327"/>
            <a:ext cx="781200" cy="342000"/>
          </a:xfrm>
          <a:prstGeom prst="rect">
            <a:avLst/>
          </a:prstGeom>
        </p:spPr>
        <p:txBody>
          <a:bodyPr vert="horz" lIns="0" tIns="0" rIns="0" bIns="0" anchor="b"/>
          <a:lstStyle/>
          <a:p>
            <a:pPr lvl="0" algn="r">
              <a:buNone/>
            </a:pPr>
            <a:fld id="{06E63411-1BF7-4D8D-8D9A-18407A12D80C}" type="slidenum">
              <a:rPr sz="800" b="1">
                <a:solidFill>
                  <a:schemeClr val="bg1"/>
                </a:solidFill>
              </a:rPr>
              <a:t>‹#›</a:t>
            </a:fld>
            <a:endParaRPr sz="800" b="1">
              <a:solidFill>
                <a:schemeClr val="bg1"/>
              </a:solidFill>
            </a:endParaRPr>
          </a:p>
        </p:txBody>
      </p:sp>
      <p:sp>
        <p:nvSpPr>
          <p:cNvPr id="4" name="TextBox 3">
            <a:extLst>
              <a:ext uri="{FF2B5EF4-FFF2-40B4-BE49-F238E27FC236}">
                <a16:creationId xmlns:a16="http://schemas.microsoft.com/office/drawing/2014/main" id="{0F57B5ED-784A-695F-AD31-5543ABB0CCCD}"/>
              </a:ext>
            </a:extLst>
          </p:cNvPr>
          <p:cNvSpPr>
            <a:spLocks noGrp="1"/>
          </p:cNvSpPr>
          <p:nvPr/>
        </p:nvSpPr>
        <p:spPr>
          <a:xfrm>
            <a:off x="384174" y="6157913"/>
            <a:ext cx="1746249" cy="339724"/>
          </a:xfrm>
          <a:prstGeom prst="rect">
            <a:avLst/>
          </a:prstGeom>
          <a:noFill/>
        </p:spPr>
        <p:txBody>
          <a:bodyPr wrap="square" lIns="0" tIns="0" rIns="0" bIns="0" anchor="b">
            <a:noAutofit/>
          </a:bodyPr>
          <a:lstStyle/>
          <a:p>
            <a:pPr marL="0" algn="l" defTabSz="914400">
              <a:buNone/>
            </a:pPr>
            <a:r>
              <a:rPr sz="800" b="1" cap="all" spc="-40">
                <a:solidFill>
                  <a:schemeClr val="accent4"/>
                </a:solidFill>
                <a:latin typeface="+mn-lt"/>
                <a:ea typeface="+mn-lt"/>
                <a:cs typeface="+mn-lt"/>
              </a:rPr>
              <a:t>© Bearingpoint</a:t>
            </a:r>
            <a:endParaRPr sz="800" b="1" kern="1200" cap="all" spc="-40" baseline="0">
              <a:solidFill>
                <a:schemeClr val="accent4"/>
              </a:solidFill>
              <a:latin typeface="+mn-lt"/>
              <a:ea typeface="+mn-lt"/>
              <a:cs typeface="+mn-lt"/>
            </a:endParaRPr>
          </a:p>
        </p:txBody>
      </p:sp>
      <p:sp>
        <p:nvSpPr>
          <p:cNvPr id="8" name="Content Placeholder 8">
            <a:extLst>
              <a:ext uri="{FF2B5EF4-FFF2-40B4-BE49-F238E27FC236}">
                <a16:creationId xmlns:a16="http://schemas.microsoft.com/office/drawing/2014/main" id="{0F12DB31-44D3-BA4C-B292-0BC38047BBC5}"/>
              </a:ext>
            </a:extLst>
          </p:cNvPr>
          <p:cNvSpPr>
            <a:spLocks noGrp="1"/>
          </p:cNvSpPr>
          <p:nvPr>
            <p:ph idx="13"/>
          </p:nvPr>
        </p:nvSpPr>
        <p:spPr>
          <a:xfrm>
            <a:off x="384175" y="1939925"/>
            <a:ext cx="4641851" cy="4030663"/>
          </a:xfrm>
        </p:spPr>
        <p:txBody>
          <a:bodyPr/>
          <a:lstStyle/>
          <a:p>
            <a:pPr lvl="0">
              <a:buNone/>
            </a:pPr>
            <a:r>
              <a:t>Klikk for å redigere tekststiler i malen</a:t>
            </a:r>
          </a:p>
          <a:p>
            <a:pPr lvl="1">
              <a:buNone/>
            </a:pPr>
            <a:r>
              <a:t>Andre nivå</a:t>
            </a:r>
          </a:p>
          <a:p>
            <a:pPr lvl="2">
              <a:buNone/>
            </a:pPr>
            <a:r>
              <a:t>Tredje nivå</a:t>
            </a:r>
          </a:p>
        </p:txBody>
      </p:sp>
      <p:sp>
        <p:nvSpPr>
          <p:cNvPr id="23" name="textruta 12">
            <a:extLst>
              <a:ext uri="{FF2B5EF4-FFF2-40B4-BE49-F238E27FC236}">
                <a16:creationId xmlns:a16="http://schemas.microsoft.com/office/drawing/2014/main" id="{DB243472-F638-531C-55DD-520A40EDA306}"/>
              </a:ext>
            </a:extLst>
          </p:cNvPr>
          <p:cNvSpPr>
            <a:spLocks noGrp="1"/>
          </p:cNvSpPr>
          <p:nvPr/>
        </p:nvSpPr>
        <p:spPr>
          <a:xfrm>
            <a:off x="-1604332" y="1"/>
            <a:ext cx="1512445" cy="1608082"/>
          </a:xfrm>
          <a:prstGeom prst="rect">
            <a:avLst/>
          </a:prstGeom>
          <a:solidFill>
            <a:schemeClr val="bg1"/>
          </a:solidFill>
        </p:spPr>
        <p:txBody>
          <a:bodyPr wrap="square" tIns="108000" anchor="t">
            <a:noAutofit/>
          </a:bodyPr>
          <a:lstStyle/>
          <a:p>
            <a:pPr>
              <a:spcAft>
                <a:spcPts val="600"/>
              </a:spcAft>
              <a:buNone/>
            </a:pPr>
            <a:r>
              <a:rPr sz="900" b="0">
                <a:latin typeface="+mn-lt"/>
                <a:ea typeface="+mn-lt"/>
                <a:cs typeface="+mn-lt"/>
              </a:rPr>
              <a:t>To change from </a:t>
            </a:r>
            <a:br>
              <a:rPr sz="900" b="0">
                <a:latin typeface="+mn-lt"/>
                <a:ea typeface="+mn-lt"/>
                <a:cs typeface="+mn-lt"/>
              </a:rPr>
            </a:br>
            <a:r>
              <a:rPr sz="900" b="1">
                <a:latin typeface="+mn-lt"/>
                <a:ea typeface="+mn-lt"/>
                <a:cs typeface="+mn-lt"/>
              </a:rPr>
              <a:t>Headline</a:t>
            </a:r>
            <a:r>
              <a:rPr sz="900" b="0">
                <a:latin typeface="+mn-lt"/>
                <a:ea typeface="+mn-lt"/>
                <a:cs typeface="+mn-lt"/>
              </a:rPr>
              <a:t> to</a:t>
            </a:r>
            <a:r>
              <a:rPr sz="900" b="1">
                <a:latin typeface="+mn-lt"/>
                <a:ea typeface="+mn-lt"/>
                <a:cs typeface="+mn-lt"/>
              </a:rPr>
              <a:t> Sub header</a:t>
            </a:r>
            <a:r>
              <a:rPr sz="900" b="0">
                <a:latin typeface="+mn-lt"/>
                <a:ea typeface="+mn-lt"/>
                <a:cs typeface="+mn-lt"/>
              </a:rPr>
              <a:t>, press enter/return after your headline then use </a:t>
            </a:r>
            <a:br>
              <a:rPr sz="900" b="0">
                <a:latin typeface="+mn-lt"/>
                <a:ea typeface="+mn-lt"/>
                <a:cs typeface="+mn-lt"/>
              </a:rPr>
            </a:br>
            <a:r>
              <a:rPr sz="900" b="0">
                <a:latin typeface="+mn-lt"/>
                <a:ea typeface="+mn-lt"/>
                <a:cs typeface="+mn-lt"/>
              </a:rPr>
              <a:t>this function</a:t>
            </a:r>
          </a:p>
        </p:txBody>
      </p:sp>
      <p:pic>
        <p:nvPicPr>
          <p:cNvPr id="44" name="Picture 9"/>
          <p:cNvPicPr>
            <a:picLocks noChangeAspect="1"/>
          </p:cNvPicPr>
          <p:nvPr/>
        </p:nvPicPr>
        <p:blipFill rotWithShape="1">
          <a:blip r:embed="rId2"/>
          <a:srcRect l="-2"/>
          <a:stretch/>
        </p:blipFill>
        <p:spPr>
          <a:xfrm>
            <a:off x="-1494814" y="896335"/>
            <a:ext cx="1103312" cy="559691"/>
          </a:xfrm>
          <a:prstGeom prst="rect">
            <a:avLst/>
          </a:prstGeom>
          <a:ln w="6350">
            <a:solidFill>
              <a:schemeClr val="tx1"/>
            </a:solidFill>
          </a:ln>
        </p:spPr>
      </p:pic>
      <p:sp>
        <p:nvSpPr>
          <p:cNvPr id="15" name="Oval 14">
            <a:extLst>
              <a:ext uri="{FF2B5EF4-FFF2-40B4-BE49-F238E27FC236}">
                <a16:creationId xmlns:a16="http://schemas.microsoft.com/office/drawing/2014/main" id="{E4797C9B-A561-9E26-ABC2-E67A483FBFF6}"/>
              </a:ext>
            </a:extLst>
          </p:cNvPr>
          <p:cNvSpPr>
            <a:spLocks noGrp="1"/>
          </p:cNvSpPr>
          <p:nvPr/>
        </p:nvSpPr>
        <p:spPr>
          <a:xfrm>
            <a:off x="-1072348" y="1031564"/>
            <a:ext cx="290665" cy="29066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anchor="ctr">
            <a:normAutofit fontScale="25000" lnSpcReduction="20000"/>
          </a:bodyPr>
          <a:lstStyle/>
          <a:p>
            <a:pPr algn="ctr">
              <a:buNone/>
            </a:pPr>
            <a:endParaRPr/>
          </a:p>
        </p:txBody>
      </p:sp>
      <p:sp>
        <p:nvSpPr>
          <p:cNvPr id="27" name="textruta 12">
            <a:extLst>
              <a:ext uri="{FF2B5EF4-FFF2-40B4-BE49-F238E27FC236}">
                <a16:creationId xmlns:a16="http://schemas.microsoft.com/office/drawing/2014/main" id="{D576E6F0-36A0-E7C8-B638-00E8AA4C6F14}"/>
              </a:ext>
            </a:extLst>
          </p:cNvPr>
          <p:cNvSpPr>
            <a:spLocks noGrp="1"/>
          </p:cNvSpPr>
          <p:nvPr/>
        </p:nvSpPr>
        <p:spPr>
          <a:xfrm>
            <a:off x="12270947" y="3170"/>
            <a:ext cx="1681523" cy="1924883"/>
          </a:xfrm>
          <a:prstGeom prst="rect">
            <a:avLst/>
          </a:prstGeom>
          <a:solidFill>
            <a:schemeClr val="bg1"/>
          </a:solidFill>
        </p:spPr>
        <p:txBody>
          <a:bodyPr wrap="square" tIns="108000" anchor="t">
            <a:noAutofit/>
          </a:bodyPr>
          <a:lstStyle/>
          <a:p>
            <a:pPr>
              <a:spcAft>
                <a:spcPts val="600"/>
              </a:spcAft>
              <a:buNone/>
            </a:pPr>
            <a:r>
              <a:rPr sz="900" b="1">
                <a:latin typeface="+mn-lt"/>
                <a:ea typeface="+mn-lt"/>
                <a:cs typeface="+mn-lt"/>
              </a:rPr>
              <a:t>Change logo color</a:t>
            </a:r>
          </a:p>
          <a:p>
            <a:r>
              <a:rPr sz="900">
                <a:solidFill>
                  <a:schemeClr val="tx1"/>
                </a:solidFill>
                <a:latin typeface="+mn-lt"/>
                <a:ea typeface="+mn-lt"/>
                <a:cs typeface="+mn-lt"/>
              </a:rPr>
              <a:t>If you need to change the color of the logo, right-click outside the work area, select </a:t>
            </a:r>
            <a:r>
              <a:rPr sz="900" b="1">
                <a:solidFill>
                  <a:schemeClr val="tx1"/>
                </a:solidFill>
                <a:latin typeface="+mn-lt"/>
                <a:ea typeface="+mn-lt"/>
                <a:cs typeface="+mn-lt"/>
              </a:rPr>
              <a:t>Format Background </a:t>
            </a:r>
            <a:r>
              <a:rPr sz="900">
                <a:solidFill>
                  <a:schemeClr val="tx1"/>
                </a:solidFill>
                <a:latin typeface="+mn-lt"/>
                <a:ea typeface="+mn-lt"/>
                <a:cs typeface="+mn-lt"/>
              </a:rPr>
              <a:t>from the context menu, and select </a:t>
            </a:r>
            <a:r>
              <a:rPr sz="900" b="1">
                <a:solidFill>
                  <a:schemeClr val="tx1"/>
                </a:solidFill>
                <a:latin typeface="+mn-lt"/>
                <a:ea typeface="+mn-lt"/>
                <a:cs typeface="+mn-lt"/>
              </a:rPr>
              <a:t>Solid fill. </a:t>
            </a:r>
            <a:r>
              <a:rPr sz="900">
                <a:solidFill>
                  <a:schemeClr val="tx1"/>
                </a:solidFill>
                <a:latin typeface="+mn-lt"/>
                <a:ea typeface="+mn-lt"/>
                <a:cs typeface="+mn-lt"/>
              </a:rPr>
              <a:t>You may </a:t>
            </a:r>
            <a:r>
              <a:rPr sz="900" b="1">
                <a:solidFill>
                  <a:schemeClr val="tx1"/>
                </a:solidFill>
                <a:latin typeface="+mn-lt"/>
                <a:ea typeface="+mn-lt"/>
                <a:cs typeface="+mn-lt"/>
              </a:rPr>
              <a:t>ONLY</a:t>
            </a:r>
            <a:r>
              <a:rPr sz="900">
                <a:solidFill>
                  <a:schemeClr val="tx1"/>
                </a:solidFill>
                <a:latin typeface="+mn-lt"/>
                <a:ea typeface="+mn-lt"/>
                <a:cs typeface="+mn-lt"/>
              </a:rPr>
              <a:t> use </a:t>
            </a:r>
            <a:br>
              <a:rPr sz="900">
                <a:solidFill>
                  <a:schemeClr val="tx1"/>
                </a:solidFill>
                <a:latin typeface="+mn-lt"/>
                <a:ea typeface="+mn-lt"/>
                <a:cs typeface="+mn-lt"/>
              </a:rPr>
            </a:br>
            <a:r>
              <a:rPr sz="900" b="1">
                <a:solidFill>
                  <a:schemeClr val="tx1"/>
                </a:solidFill>
                <a:latin typeface="+mn-lt"/>
                <a:ea typeface="+mn-lt"/>
                <a:cs typeface="+mn-lt"/>
              </a:rPr>
              <a:t>white</a:t>
            </a:r>
            <a:r>
              <a:rPr sz="900">
                <a:solidFill>
                  <a:schemeClr val="tx1"/>
                </a:solidFill>
                <a:latin typeface="+mn-lt"/>
                <a:ea typeface="+mn-lt"/>
                <a:cs typeface="+mn-lt"/>
              </a:rPr>
              <a:t> or </a:t>
            </a:r>
            <a:r>
              <a:rPr sz="900" b="1">
                <a:solidFill>
                  <a:schemeClr val="tx1"/>
                </a:solidFill>
                <a:latin typeface="+mn-lt"/>
                <a:ea typeface="+mn-lt"/>
                <a:cs typeface="+mn-lt"/>
              </a:rPr>
              <a:t>black</a:t>
            </a:r>
            <a:r>
              <a:rPr sz="900">
                <a:solidFill>
                  <a:schemeClr val="tx1"/>
                </a:solidFill>
                <a:latin typeface="+mn-lt"/>
                <a:ea typeface="+mn-lt"/>
                <a:cs typeface="+mn-lt"/>
              </a:rPr>
              <a:t>.</a:t>
            </a:r>
          </a:p>
          <a:p>
            <a:pPr algn="ctr">
              <a:buNone/>
            </a:pPr>
            <a:endParaRPr sz="900" baseline="0">
              <a:solidFill>
                <a:schemeClr val="tx1">
                  <a:lumMod val="65000"/>
                  <a:lumOff val="35000"/>
                </a:schemeClr>
              </a:solidFill>
              <a:latin typeface="+mn-lt"/>
              <a:ea typeface="+mn-lt"/>
              <a:cs typeface="+mn-lt"/>
            </a:endParaRPr>
          </a:p>
          <a:p>
            <a:pPr algn="ctr">
              <a:buNone/>
            </a:pPr>
            <a:endParaRPr sz="900" baseline="0">
              <a:solidFill>
                <a:schemeClr val="tx1">
                  <a:lumMod val="65000"/>
                  <a:lumOff val="35000"/>
                </a:schemeClr>
              </a:solidFill>
              <a:latin typeface="+mn-lt"/>
              <a:ea typeface="+mn-lt"/>
              <a:cs typeface="+mn-lt"/>
            </a:endParaRPr>
          </a:p>
          <a:p>
            <a:pPr algn="ctr">
              <a:buNone/>
            </a:pPr>
            <a:endParaRPr sz="900" baseline="0">
              <a:solidFill>
                <a:schemeClr val="tx1">
                  <a:lumMod val="65000"/>
                  <a:lumOff val="35000"/>
                </a:schemeClr>
              </a:solidFill>
              <a:latin typeface="+mn-lt"/>
              <a:ea typeface="+mn-lt"/>
              <a:cs typeface="+mn-lt"/>
            </a:endParaRPr>
          </a:p>
        </p:txBody>
      </p:sp>
      <p:sp>
        <p:nvSpPr>
          <p:cNvPr id="28" name="Rektangel 18">
            <a:extLst>
              <a:ext uri="{FF2B5EF4-FFF2-40B4-BE49-F238E27FC236}">
                <a16:creationId xmlns:a16="http://schemas.microsoft.com/office/drawing/2014/main" id="{3CC52630-9F4B-A675-5007-C9B613F20342}"/>
              </a:ext>
            </a:extLst>
          </p:cNvPr>
          <p:cNvSpPr>
            <a:spLocks noGrp="1"/>
          </p:cNvSpPr>
          <p:nvPr/>
        </p:nvSpPr>
        <p:spPr>
          <a:xfrm>
            <a:off x="12371130" y="1511303"/>
            <a:ext cx="268449" cy="268449"/>
          </a:xfrm>
          <a:prstGeom prst="rect">
            <a:avLst/>
          </a:prstGeom>
          <a:solidFill>
            <a:schemeClr val="bg1"/>
          </a:solidFill>
          <a:ln w="9525">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latin typeface="+mn-lt"/>
              <a:ea typeface="+mn-lt"/>
              <a:cs typeface="+mn-lt"/>
            </a:endParaRPr>
          </a:p>
        </p:txBody>
      </p:sp>
      <p:sp>
        <p:nvSpPr>
          <p:cNvPr id="29" name="Rektangel 17">
            <a:extLst>
              <a:ext uri="{FF2B5EF4-FFF2-40B4-BE49-F238E27FC236}">
                <a16:creationId xmlns:a16="http://schemas.microsoft.com/office/drawing/2014/main" id="{AA10C031-5D3A-97AB-6414-D6674EFA1AE4}"/>
              </a:ext>
            </a:extLst>
          </p:cNvPr>
          <p:cNvSpPr>
            <a:spLocks noGrp="1"/>
          </p:cNvSpPr>
          <p:nvPr/>
        </p:nvSpPr>
        <p:spPr>
          <a:xfrm>
            <a:off x="12708652" y="1511302"/>
            <a:ext cx="268449" cy="268449"/>
          </a:xfrm>
          <a:prstGeom prst="rect">
            <a:avLst/>
          </a:prstGeom>
          <a:solidFill>
            <a:schemeClr val="tx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latin typeface="+mn-lt"/>
              <a:ea typeface="+mn-lt"/>
              <a:cs typeface="+mn-lt"/>
            </a:endParaRPr>
          </a:p>
        </p:txBody>
      </p:sp>
      <p:sp>
        <p:nvSpPr>
          <p:cNvPr id="31" name="textruta 12">
            <a:extLst>
              <a:ext uri="{FF2B5EF4-FFF2-40B4-BE49-F238E27FC236}">
                <a16:creationId xmlns:a16="http://schemas.microsoft.com/office/drawing/2014/main" id="{2BD11B17-D840-6EFC-C11D-5BE2C3AB128E}"/>
              </a:ext>
            </a:extLst>
          </p:cNvPr>
          <p:cNvSpPr>
            <a:spLocks noGrp="1"/>
          </p:cNvSpPr>
          <p:nvPr/>
        </p:nvSpPr>
        <p:spPr>
          <a:xfrm>
            <a:off x="12270947" y="3170"/>
            <a:ext cx="1681523" cy="1924883"/>
          </a:xfrm>
          <a:prstGeom prst="rect">
            <a:avLst/>
          </a:prstGeom>
          <a:solidFill>
            <a:schemeClr val="bg1"/>
          </a:solidFill>
        </p:spPr>
        <p:txBody>
          <a:bodyPr wrap="square" tIns="108000" anchor="t">
            <a:noAutofit/>
          </a:bodyPr>
          <a:lstStyle/>
          <a:p>
            <a:pPr>
              <a:spcAft>
                <a:spcPts val="600"/>
              </a:spcAft>
              <a:buNone/>
            </a:pPr>
            <a:r>
              <a:rPr sz="900" b="1">
                <a:latin typeface="+mn-lt"/>
                <a:ea typeface="+mn-lt"/>
                <a:cs typeface="+mn-lt"/>
              </a:rPr>
              <a:t>Change logo color</a:t>
            </a:r>
          </a:p>
          <a:p>
            <a:r>
              <a:rPr sz="900">
                <a:solidFill>
                  <a:schemeClr val="tx1"/>
                </a:solidFill>
                <a:latin typeface="+mn-lt"/>
                <a:ea typeface="+mn-lt"/>
                <a:cs typeface="+mn-lt"/>
              </a:rPr>
              <a:t>If you need to change the color of the logo, right-click outside the work area, select </a:t>
            </a:r>
            <a:r>
              <a:rPr sz="900" b="1">
                <a:solidFill>
                  <a:schemeClr val="tx1"/>
                </a:solidFill>
                <a:latin typeface="+mn-lt"/>
                <a:ea typeface="+mn-lt"/>
                <a:cs typeface="+mn-lt"/>
              </a:rPr>
              <a:t>Format Background </a:t>
            </a:r>
            <a:r>
              <a:rPr sz="900">
                <a:solidFill>
                  <a:schemeClr val="tx1"/>
                </a:solidFill>
                <a:latin typeface="+mn-lt"/>
                <a:ea typeface="+mn-lt"/>
                <a:cs typeface="+mn-lt"/>
              </a:rPr>
              <a:t>from the context menu, and select </a:t>
            </a:r>
            <a:r>
              <a:rPr sz="900" b="1">
                <a:solidFill>
                  <a:schemeClr val="tx1"/>
                </a:solidFill>
                <a:latin typeface="+mn-lt"/>
                <a:ea typeface="+mn-lt"/>
                <a:cs typeface="+mn-lt"/>
              </a:rPr>
              <a:t>Solid fill. </a:t>
            </a:r>
            <a:r>
              <a:rPr sz="900">
                <a:solidFill>
                  <a:schemeClr val="tx1"/>
                </a:solidFill>
                <a:latin typeface="+mn-lt"/>
                <a:ea typeface="+mn-lt"/>
                <a:cs typeface="+mn-lt"/>
              </a:rPr>
              <a:t>You may </a:t>
            </a:r>
            <a:r>
              <a:rPr sz="900" b="1">
                <a:solidFill>
                  <a:schemeClr val="tx1"/>
                </a:solidFill>
                <a:latin typeface="+mn-lt"/>
                <a:ea typeface="+mn-lt"/>
                <a:cs typeface="+mn-lt"/>
              </a:rPr>
              <a:t>ONLY</a:t>
            </a:r>
            <a:r>
              <a:rPr sz="900">
                <a:solidFill>
                  <a:schemeClr val="tx1"/>
                </a:solidFill>
                <a:latin typeface="+mn-lt"/>
                <a:ea typeface="+mn-lt"/>
                <a:cs typeface="+mn-lt"/>
              </a:rPr>
              <a:t> use </a:t>
            </a:r>
            <a:br>
              <a:rPr sz="900">
                <a:solidFill>
                  <a:schemeClr val="tx1"/>
                </a:solidFill>
                <a:latin typeface="+mn-lt"/>
                <a:ea typeface="+mn-lt"/>
                <a:cs typeface="+mn-lt"/>
              </a:rPr>
            </a:br>
            <a:r>
              <a:rPr sz="900" b="1">
                <a:solidFill>
                  <a:schemeClr val="tx1"/>
                </a:solidFill>
                <a:latin typeface="+mn-lt"/>
                <a:ea typeface="+mn-lt"/>
                <a:cs typeface="+mn-lt"/>
              </a:rPr>
              <a:t>white</a:t>
            </a:r>
            <a:r>
              <a:rPr sz="900">
                <a:solidFill>
                  <a:schemeClr val="tx1"/>
                </a:solidFill>
                <a:latin typeface="+mn-lt"/>
                <a:ea typeface="+mn-lt"/>
                <a:cs typeface="+mn-lt"/>
              </a:rPr>
              <a:t> or </a:t>
            </a:r>
            <a:r>
              <a:rPr sz="900" b="1">
                <a:solidFill>
                  <a:schemeClr val="tx1"/>
                </a:solidFill>
                <a:latin typeface="+mn-lt"/>
                <a:ea typeface="+mn-lt"/>
                <a:cs typeface="+mn-lt"/>
              </a:rPr>
              <a:t>black</a:t>
            </a:r>
            <a:r>
              <a:rPr sz="900">
                <a:solidFill>
                  <a:schemeClr val="tx1"/>
                </a:solidFill>
                <a:latin typeface="+mn-lt"/>
                <a:ea typeface="+mn-lt"/>
                <a:cs typeface="+mn-lt"/>
              </a:rPr>
              <a:t>.</a:t>
            </a:r>
          </a:p>
          <a:p>
            <a:pPr algn="ctr">
              <a:buNone/>
            </a:pPr>
            <a:endParaRPr sz="900" baseline="0">
              <a:solidFill>
                <a:schemeClr val="tx1">
                  <a:lumMod val="65000"/>
                  <a:lumOff val="35000"/>
                </a:schemeClr>
              </a:solidFill>
              <a:latin typeface="+mn-lt"/>
              <a:ea typeface="+mn-lt"/>
              <a:cs typeface="+mn-lt"/>
            </a:endParaRPr>
          </a:p>
          <a:p>
            <a:pPr algn="ctr">
              <a:buNone/>
            </a:pPr>
            <a:endParaRPr sz="900" baseline="0">
              <a:solidFill>
                <a:schemeClr val="tx1">
                  <a:lumMod val="65000"/>
                  <a:lumOff val="35000"/>
                </a:schemeClr>
              </a:solidFill>
              <a:latin typeface="+mn-lt"/>
              <a:ea typeface="+mn-lt"/>
              <a:cs typeface="+mn-lt"/>
            </a:endParaRPr>
          </a:p>
          <a:p>
            <a:pPr algn="ctr">
              <a:buNone/>
            </a:pPr>
            <a:endParaRPr sz="900" baseline="0">
              <a:solidFill>
                <a:schemeClr val="tx1">
                  <a:lumMod val="65000"/>
                  <a:lumOff val="35000"/>
                </a:schemeClr>
              </a:solidFill>
              <a:latin typeface="+mn-lt"/>
              <a:ea typeface="+mn-lt"/>
              <a:cs typeface="+mn-lt"/>
            </a:endParaRPr>
          </a:p>
        </p:txBody>
      </p:sp>
      <p:sp>
        <p:nvSpPr>
          <p:cNvPr id="32" name="Rektangel 18">
            <a:extLst>
              <a:ext uri="{FF2B5EF4-FFF2-40B4-BE49-F238E27FC236}">
                <a16:creationId xmlns:a16="http://schemas.microsoft.com/office/drawing/2014/main" id="{32B77021-4D77-3243-E90A-187D3E3F323C}"/>
              </a:ext>
            </a:extLst>
          </p:cNvPr>
          <p:cNvSpPr>
            <a:spLocks noGrp="1"/>
          </p:cNvSpPr>
          <p:nvPr/>
        </p:nvSpPr>
        <p:spPr>
          <a:xfrm>
            <a:off x="12371130" y="1511303"/>
            <a:ext cx="268449" cy="268449"/>
          </a:xfrm>
          <a:prstGeom prst="rect">
            <a:avLst/>
          </a:prstGeom>
          <a:solidFill>
            <a:schemeClr val="bg1"/>
          </a:solidFill>
          <a:ln w="9525">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latin typeface="+mn-lt"/>
              <a:ea typeface="+mn-lt"/>
              <a:cs typeface="+mn-lt"/>
            </a:endParaRPr>
          </a:p>
        </p:txBody>
      </p:sp>
      <p:sp>
        <p:nvSpPr>
          <p:cNvPr id="33" name="Rektangel 17">
            <a:extLst>
              <a:ext uri="{FF2B5EF4-FFF2-40B4-BE49-F238E27FC236}">
                <a16:creationId xmlns:a16="http://schemas.microsoft.com/office/drawing/2014/main" id="{00938BED-500D-A884-34A6-BD8B9098BB2A}"/>
              </a:ext>
            </a:extLst>
          </p:cNvPr>
          <p:cNvSpPr>
            <a:spLocks noGrp="1"/>
          </p:cNvSpPr>
          <p:nvPr/>
        </p:nvSpPr>
        <p:spPr>
          <a:xfrm>
            <a:off x="12708652" y="1511302"/>
            <a:ext cx="268449" cy="268449"/>
          </a:xfrm>
          <a:prstGeom prst="rect">
            <a:avLst/>
          </a:prstGeom>
          <a:solidFill>
            <a:schemeClr val="tx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latin typeface="+mn-lt"/>
              <a:ea typeface="+mn-lt"/>
              <a:cs typeface="+mn-lt"/>
            </a:endParaRPr>
          </a:p>
        </p:txBody>
      </p:sp>
      <p:sp>
        <p:nvSpPr>
          <p:cNvPr id="36" name="Text Placeholder 6">
            <a:extLst>
              <a:ext uri="{FF2B5EF4-FFF2-40B4-BE49-F238E27FC236}">
                <a16:creationId xmlns:a16="http://schemas.microsoft.com/office/drawing/2014/main" id="{AEE79E57-63CD-B9CF-A858-50C77A4C5EC7}"/>
              </a:ext>
            </a:extLst>
          </p:cNvPr>
          <p:cNvSpPr>
            <a:spLocks noGrp="1"/>
          </p:cNvSpPr>
          <p:nvPr>
            <p:ph type="body" idx="15"/>
          </p:nvPr>
        </p:nvSpPr>
        <p:spPr>
          <a:xfrm>
            <a:off x="385201" y="275622"/>
            <a:ext cx="4649788" cy="1137253"/>
          </a:xfrm>
        </p:spPr>
        <p:txBody>
          <a:bodyPr/>
          <a:lstStyle>
            <a:lvl1pPr>
              <a:buNone/>
              <a:defRPr sz="2600" b="1">
                <a:latin typeface="+mj-lt"/>
                <a:ea typeface="+mj-lt"/>
                <a:cs typeface="+mj-lt"/>
              </a:defRPr>
            </a:lvl1pPr>
            <a:lvl2pPr marL="0" indent="0">
              <a:buNone/>
              <a:defRPr sz="2000"/>
            </a:lvl2pPr>
          </a:lstStyle>
          <a:p>
            <a:pPr lvl="0">
              <a:buNone/>
            </a:pPr>
            <a:r>
              <a:t>Klikk for å redigere tekststiler i malen</a:t>
            </a:r>
          </a:p>
          <a:p>
            <a:pPr lvl="1">
              <a:buNone/>
            </a:pPr>
            <a:r>
              <a:t>Andre nivå</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Content and 1/3 picture">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1DA3F37A-81DF-8045-23D2-2027CFF46E61}"/>
              </a:ext>
            </a:extLst>
          </p:cNvPr>
          <p:cNvSpPr>
            <a:spLocks noGrp="1"/>
          </p:cNvSpPr>
          <p:nvPr/>
        </p:nvSpPr>
        <p:spPr>
          <a:xfrm>
            <a:off x="0" y="0"/>
            <a:ext cx="8123238"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solidFill>
                <a:schemeClr val="bg1"/>
              </a:solidFill>
            </a:endParaRPr>
          </a:p>
        </p:txBody>
      </p:sp>
      <p:sp>
        <p:nvSpPr>
          <p:cNvPr id="9" name="Content Placeholder 8">
            <a:extLst>
              <a:ext uri="{FF2B5EF4-FFF2-40B4-BE49-F238E27FC236}">
                <a16:creationId xmlns:a16="http://schemas.microsoft.com/office/drawing/2014/main" id="{772A01F1-A9BD-4914-4106-23C763B5A4D6}"/>
              </a:ext>
            </a:extLst>
          </p:cNvPr>
          <p:cNvSpPr>
            <a:spLocks noGrp="1"/>
          </p:cNvSpPr>
          <p:nvPr>
            <p:ph idx="13"/>
          </p:nvPr>
        </p:nvSpPr>
        <p:spPr>
          <a:xfrm>
            <a:off x="384175" y="1939925"/>
            <a:ext cx="6584950" cy="4030663"/>
          </a:xfrm>
        </p:spPr>
        <p:txBody>
          <a:bodyPr/>
          <a:lstStyle/>
          <a:p>
            <a:pPr lvl="0">
              <a:buNone/>
            </a:pPr>
            <a:r>
              <a:t>Klikk for å redigere tekststiler i malen</a:t>
            </a:r>
          </a:p>
          <a:p>
            <a:pPr lvl="1">
              <a:buNone/>
            </a:pPr>
            <a:r>
              <a:t>Andre nivå</a:t>
            </a:r>
          </a:p>
          <a:p>
            <a:pPr lvl="2">
              <a:buNone/>
            </a:pPr>
            <a:r>
              <a:t>Tredje nivå</a:t>
            </a:r>
          </a:p>
        </p:txBody>
      </p:sp>
      <p:sp>
        <p:nvSpPr>
          <p:cNvPr id="30" name="Picture Placeholder 29">
            <a:extLst>
              <a:ext uri="{FF2B5EF4-FFF2-40B4-BE49-F238E27FC236}">
                <a16:creationId xmlns:a16="http://schemas.microsoft.com/office/drawing/2014/main" id="{C2883A86-4CD8-EF77-2046-452C0A47917F}"/>
              </a:ext>
            </a:extLst>
          </p:cNvPr>
          <p:cNvSpPr>
            <a:spLocks noGrp="1"/>
          </p:cNvSpPr>
          <p:nvPr>
            <p:ph type="pic" idx="14"/>
          </p:nvPr>
        </p:nvSpPr>
        <p:spPr>
          <a:xfrm>
            <a:off x="8123238" y="0"/>
            <a:ext cx="4068762" cy="6858000"/>
          </a:xfrm>
          <a:custGeom>
            <a:avLst/>
            <a:gdLst>
              <a:gd name="connsiteX0" fmla="*/ 3459341 w 4068762"/>
              <a:gd name="connsiteY0" fmla="*/ 496563 h 6858000"/>
              <a:gd name="connsiteX1" fmla="*/ 3514246 w 4068762"/>
              <a:gd name="connsiteY1" fmla="*/ 496563 h 6858000"/>
              <a:gd name="connsiteX2" fmla="*/ 3552715 w 4068762"/>
              <a:gd name="connsiteY2" fmla="*/ 530485 h 6858000"/>
              <a:gd name="connsiteX3" fmla="*/ 3514246 w 4068762"/>
              <a:gd name="connsiteY3" fmla="*/ 564407 h 6858000"/>
              <a:gd name="connsiteX4" fmla="*/ 3459341 w 4068762"/>
              <a:gd name="connsiteY4" fmla="*/ 564407 h 6858000"/>
              <a:gd name="connsiteX5" fmla="*/ 3459341 w 4068762"/>
              <a:gd name="connsiteY5" fmla="*/ 397943 h 6858000"/>
              <a:gd name="connsiteX6" fmla="*/ 3511798 w 4068762"/>
              <a:gd name="connsiteY6" fmla="*/ 397943 h 6858000"/>
              <a:gd name="connsiteX7" fmla="*/ 3544671 w 4068762"/>
              <a:gd name="connsiteY7" fmla="*/ 427669 h 6858000"/>
              <a:gd name="connsiteX8" fmla="*/ 3512148 w 4068762"/>
              <a:gd name="connsiteY8" fmla="*/ 457395 h 6858000"/>
              <a:gd name="connsiteX9" fmla="*/ 3459341 w 4068762"/>
              <a:gd name="connsiteY9" fmla="*/ 457395 h 6858000"/>
              <a:gd name="connsiteX10" fmla="*/ 3644933 w 4068762"/>
              <a:gd name="connsiteY10" fmla="*/ 379675 h 6858000"/>
              <a:gd name="connsiteX11" fmla="*/ 3664210 w 4068762"/>
              <a:gd name="connsiteY11" fmla="*/ 398953 h 6858000"/>
              <a:gd name="connsiteX12" fmla="*/ 3644933 w 4068762"/>
              <a:gd name="connsiteY12" fmla="*/ 418231 h 6858000"/>
              <a:gd name="connsiteX13" fmla="*/ 3625655 w 4068762"/>
              <a:gd name="connsiteY13" fmla="*/ 398953 h 6858000"/>
              <a:gd name="connsiteX14" fmla="*/ 3644933 w 4068762"/>
              <a:gd name="connsiteY14" fmla="*/ 379675 h 6858000"/>
              <a:gd name="connsiteX15" fmla="*/ 3644933 w 4068762"/>
              <a:gd name="connsiteY15" fmla="*/ 358776 h 6858000"/>
              <a:gd name="connsiteX16" fmla="*/ 3604756 w 4068762"/>
              <a:gd name="connsiteY16" fmla="*/ 398953 h 6858000"/>
              <a:gd name="connsiteX17" fmla="*/ 3644933 w 4068762"/>
              <a:gd name="connsiteY17" fmla="*/ 439130 h 6858000"/>
              <a:gd name="connsiteX18" fmla="*/ 3685110 w 4068762"/>
              <a:gd name="connsiteY18" fmla="*/ 398953 h 6858000"/>
              <a:gd name="connsiteX19" fmla="*/ 3644933 w 4068762"/>
              <a:gd name="connsiteY19" fmla="*/ 358776 h 6858000"/>
              <a:gd name="connsiteX20" fmla="*/ 3415277 w 4068762"/>
              <a:gd name="connsiteY20" fmla="*/ 358775 h 6858000"/>
              <a:gd name="connsiteX21" fmla="*/ 3415277 w 4068762"/>
              <a:gd name="connsiteY21" fmla="*/ 603575 h 6858000"/>
              <a:gd name="connsiteX22" fmla="*/ 3513197 w 4068762"/>
              <a:gd name="connsiteY22" fmla="*/ 603575 h 6858000"/>
              <a:gd name="connsiteX23" fmla="*/ 3597478 w 4068762"/>
              <a:gd name="connsiteY23" fmla="*/ 531534 h 6858000"/>
              <a:gd name="connsiteX24" fmla="*/ 3566354 w 4068762"/>
              <a:gd name="connsiteY24" fmla="*/ 473481 h 6858000"/>
              <a:gd name="connsiteX25" fmla="*/ 3588735 w 4068762"/>
              <a:gd name="connsiteY25" fmla="*/ 425221 h 6858000"/>
              <a:gd name="connsiteX26" fmla="*/ 3510749 w 4068762"/>
              <a:gd name="connsiteY26" fmla="*/ 358775 h 6858000"/>
              <a:gd name="connsiteX27" fmla="*/ 0 w 4068762"/>
              <a:gd name="connsiteY27" fmla="*/ 0 h 6858000"/>
              <a:gd name="connsiteX28" fmla="*/ 4068762 w 4068762"/>
              <a:gd name="connsiteY28" fmla="*/ 0 h 6858000"/>
              <a:gd name="connsiteX29" fmla="*/ 4068762 w 4068762"/>
              <a:gd name="connsiteY29" fmla="*/ 6858000 h 6858000"/>
              <a:gd name="connsiteX30" fmla="*/ 0 w 4068762"/>
              <a:gd name="connsiteY30" fmla="*/ 6858000 h 6858000"/>
            </a:gdLst>
            <a:ahLst/>
            <a:cxnLst/>
            <a:rect l="l" t="t" r="r" b="b"/>
            <a:pathLst>
              <a:path w="4068762" h="6858000">
                <a:moveTo>
                  <a:pt x="3459341" y="496563"/>
                </a:moveTo>
                <a:lnTo>
                  <a:pt x="3514246" y="496563"/>
                </a:lnTo>
                <a:cubicBezTo>
                  <a:pt x="3539076" y="496563"/>
                  <a:pt x="3552715" y="509152"/>
                  <a:pt x="3552715" y="530485"/>
                </a:cubicBezTo>
                <a:cubicBezTo>
                  <a:pt x="3552715" y="551817"/>
                  <a:pt x="3539775" y="564407"/>
                  <a:pt x="3514246" y="564407"/>
                </a:cubicBezTo>
                <a:lnTo>
                  <a:pt x="3459341" y="564407"/>
                </a:lnTo>
                <a:close/>
                <a:moveTo>
                  <a:pt x="3459341" y="397943"/>
                </a:moveTo>
                <a:lnTo>
                  <a:pt x="3511798" y="397943"/>
                </a:lnTo>
                <a:cubicBezTo>
                  <a:pt x="3533830" y="397943"/>
                  <a:pt x="3544671" y="409484"/>
                  <a:pt x="3544671" y="427669"/>
                </a:cubicBezTo>
                <a:cubicBezTo>
                  <a:pt x="3544671" y="445854"/>
                  <a:pt x="3533480" y="457395"/>
                  <a:pt x="3512148" y="457395"/>
                </a:cubicBezTo>
                <a:lnTo>
                  <a:pt x="3459341" y="457395"/>
                </a:lnTo>
                <a:close/>
                <a:moveTo>
                  <a:pt x="3644933" y="379675"/>
                </a:moveTo>
                <a:cubicBezTo>
                  <a:pt x="3655571" y="379675"/>
                  <a:pt x="3664210" y="388315"/>
                  <a:pt x="3664210" y="398953"/>
                </a:cubicBezTo>
                <a:cubicBezTo>
                  <a:pt x="3664210" y="409592"/>
                  <a:pt x="3655571" y="418231"/>
                  <a:pt x="3644933" y="418231"/>
                </a:cubicBezTo>
                <a:cubicBezTo>
                  <a:pt x="3634280" y="418231"/>
                  <a:pt x="3625655" y="409592"/>
                  <a:pt x="3625655" y="398953"/>
                </a:cubicBezTo>
                <a:cubicBezTo>
                  <a:pt x="3625655" y="388315"/>
                  <a:pt x="3634294" y="379675"/>
                  <a:pt x="3644933" y="379675"/>
                </a:cubicBezTo>
                <a:close/>
                <a:moveTo>
                  <a:pt x="3644933" y="358776"/>
                </a:moveTo>
                <a:cubicBezTo>
                  <a:pt x="3622747" y="358776"/>
                  <a:pt x="3604756" y="376767"/>
                  <a:pt x="3604756" y="398953"/>
                </a:cubicBezTo>
                <a:cubicBezTo>
                  <a:pt x="3604756" y="421139"/>
                  <a:pt x="3622747" y="439130"/>
                  <a:pt x="3644933" y="439130"/>
                </a:cubicBezTo>
                <a:cubicBezTo>
                  <a:pt x="3667118" y="439130"/>
                  <a:pt x="3685110" y="421139"/>
                  <a:pt x="3685110" y="398953"/>
                </a:cubicBezTo>
                <a:cubicBezTo>
                  <a:pt x="3685110" y="376767"/>
                  <a:pt x="3667132" y="358776"/>
                  <a:pt x="3644933" y="358776"/>
                </a:cubicBezTo>
                <a:close/>
                <a:moveTo>
                  <a:pt x="3415277" y="358775"/>
                </a:moveTo>
                <a:lnTo>
                  <a:pt x="3415277" y="603575"/>
                </a:lnTo>
                <a:lnTo>
                  <a:pt x="3513197" y="603575"/>
                </a:lnTo>
                <a:cubicBezTo>
                  <a:pt x="3569151" y="603575"/>
                  <a:pt x="3597478" y="574549"/>
                  <a:pt x="3597478" y="531534"/>
                </a:cubicBezTo>
                <a:cubicBezTo>
                  <a:pt x="3597478" y="507054"/>
                  <a:pt x="3586987" y="485022"/>
                  <a:pt x="3566354" y="473481"/>
                </a:cubicBezTo>
                <a:cubicBezTo>
                  <a:pt x="3581741" y="461941"/>
                  <a:pt x="3588735" y="444455"/>
                  <a:pt x="3588735" y="425221"/>
                </a:cubicBezTo>
                <a:cubicBezTo>
                  <a:pt x="3588735" y="386752"/>
                  <a:pt x="3562856" y="358775"/>
                  <a:pt x="3510749" y="358775"/>
                </a:cubicBezTo>
                <a:close/>
                <a:moveTo>
                  <a:pt x="0" y="0"/>
                </a:moveTo>
                <a:lnTo>
                  <a:pt x="4068762" y="0"/>
                </a:lnTo>
                <a:lnTo>
                  <a:pt x="4068762" y="6858000"/>
                </a:lnTo>
                <a:lnTo>
                  <a:pt x="0" y="6858000"/>
                </a:lnTo>
                <a:close/>
              </a:path>
            </a:pathLst>
          </a:custGeom>
          <a:noFill/>
        </p:spPr>
        <p:txBody>
          <a:bodyPr wrap="square" tIns="72000">
            <a:noAutofit/>
          </a:bodyPr>
          <a:lstStyle>
            <a:lvl1pPr marL="0" indent="0" algn="ctr">
              <a:buNone/>
              <a:defRPr sz="1200"/>
            </a:lvl1pPr>
          </a:lstStyle>
          <a:p>
            <a:r>
              <a:t>Klikk på ikonet for å legge til et bilde</a:t>
            </a:r>
          </a:p>
        </p:txBody>
      </p:sp>
      <p:sp>
        <p:nvSpPr>
          <p:cNvPr id="3" name="Masterfeld Pagenumber EN">
            <a:extLst>
              <a:ext uri="{FF2B5EF4-FFF2-40B4-BE49-F238E27FC236}">
                <a16:creationId xmlns:a16="http://schemas.microsoft.com/office/drawing/2014/main" id="{1F9DBB66-0623-B659-8E59-17E92F9620C0}"/>
              </a:ext>
            </a:extLst>
          </p:cNvPr>
          <p:cNvSpPr>
            <a:spLocks noGrp="1"/>
          </p:cNvSpPr>
          <p:nvPr/>
        </p:nvSpPr>
        <p:spPr>
          <a:xfrm>
            <a:off x="11025037" y="6156327"/>
            <a:ext cx="781200" cy="342000"/>
          </a:xfrm>
          <a:prstGeom prst="rect">
            <a:avLst/>
          </a:prstGeom>
        </p:spPr>
        <p:txBody>
          <a:bodyPr vert="horz" lIns="0" tIns="0" rIns="0" bIns="0" anchor="b"/>
          <a:lstStyle/>
          <a:p>
            <a:pPr lvl="0" algn="r">
              <a:buNone/>
            </a:pPr>
            <a:fld id="{06E63411-1BF7-4D8D-8D9A-18407A12D80C}" type="slidenum">
              <a:rPr sz="800" b="1">
                <a:solidFill>
                  <a:schemeClr val="bg1"/>
                </a:solidFill>
              </a:rPr>
              <a:t>‹#›</a:t>
            </a:fld>
            <a:endParaRPr sz="800" b="1">
              <a:solidFill>
                <a:schemeClr val="bg1"/>
              </a:solidFill>
            </a:endParaRPr>
          </a:p>
        </p:txBody>
      </p:sp>
      <p:sp>
        <p:nvSpPr>
          <p:cNvPr id="5" name="TextBox 4">
            <a:extLst>
              <a:ext uri="{FF2B5EF4-FFF2-40B4-BE49-F238E27FC236}">
                <a16:creationId xmlns:a16="http://schemas.microsoft.com/office/drawing/2014/main" id="{C1A67441-6D47-96EB-9780-289C6CE775D2}"/>
              </a:ext>
            </a:extLst>
          </p:cNvPr>
          <p:cNvSpPr>
            <a:spLocks noGrp="1"/>
          </p:cNvSpPr>
          <p:nvPr/>
        </p:nvSpPr>
        <p:spPr>
          <a:xfrm>
            <a:off x="384174" y="6157913"/>
            <a:ext cx="1746249" cy="339724"/>
          </a:xfrm>
          <a:prstGeom prst="rect">
            <a:avLst/>
          </a:prstGeom>
          <a:noFill/>
        </p:spPr>
        <p:txBody>
          <a:bodyPr wrap="square" lIns="0" tIns="0" rIns="0" bIns="0" anchor="b">
            <a:noAutofit/>
          </a:bodyPr>
          <a:lstStyle/>
          <a:p>
            <a:pPr marL="0" algn="l" defTabSz="914400">
              <a:buNone/>
            </a:pPr>
            <a:r>
              <a:rPr sz="800" b="1" cap="all" spc="-40">
                <a:solidFill>
                  <a:schemeClr val="accent4"/>
                </a:solidFill>
                <a:latin typeface="+mn-lt"/>
                <a:ea typeface="+mn-lt"/>
                <a:cs typeface="+mn-lt"/>
              </a:rPr>
              <a:t>© Bearingpoint</a:t>
            </a:r>
            <a:endParaRPr sz="800" b="1" kern="1200" cap="all" spc="-40" baseline="0">
              <a:solidFill>
                <a:schemeClr val="accent4"/>
              </a:solidFill>
              <a:latin typeface="+mn-lt"/>
              <a:ea typeface="+mn-lt"/>
              <a:cs typeface="+mn-lt"/>
            </a:endParaRPr>
          </a:p>
        </p:txBody>
      </p:sp>
      <p:sp>
        <p:nvSpPr>
          <p:cNvPr id="8" name="textruta 12">
            <a:extLst>
              <a:ext uri="{FF2B5EF4-FFF2-40B4-BE49-F238E27FC236}">
                <a16:creationId xmlns:a16="http://schemas.microsoft.com/office/drawing/2014/main" id="{5F93A901-0C08-E72D-8341-BF41BDCA2414}"/>
              </a:ext>
            </a:extLst>
          </p:cNvPr>
          <p:cNvSpPr>
            <a:spLocks noGrp="1"/>
          </p:cNvSpPr>
          <p:nvPr/>
        </p:nvSpPr>
        <p:spPr>
          <a:xfrm>
            <a:off x="12270947" y="3170"/>
            <a:ext cx="1681523" cy="1924883"/>
          </a:xfrm>
          <a:prstGeom prst="rect">
            <a:avLst/>
          </a:prstGeom>
          <a:solidFill>
            <a:schemeClr val="bg1"/>
          </a:solidFill>
        </p:spPr>
        <p:txBody>
          <a:bodyPr wrap="square" tIns="108000" anchor="t">
            <a:noAutofit/>
          </a:bodyPr>
          <a:lstStyle/>
          <a:p>
            <a:pPr>
              <a:spcAft>
                <a:spcPts val="600"/>
              </a:spcAft>
              <a:buNone/>
            </a:pPr>
            <a:r>
              <a:rPr sz="900" b="1">
                <a:latin typeface="+mn-lt"/>
                <a:ea typeface="+mn-lt"/>
                <a:cs typeface="+mn-lt"/>
              </a:rPr>
              <a:t>Change logo color</a:t>
            </a:r>
          </a:p>
          <a:p>
            <a:r>
              <a:rPr sz="900">
                <a:solidFill>
                  <a:schemeClr val="tx1"/>
                </a:solidFill>
                <a:latin typeface="+mn-lt"/>
                <a:ea typeface="+mn-lt"/>
                <a:cs typeface="+mn-lt"/>
              </a:rPr>
              <a:t>If you need to change the color of the logo, right-click outside the work area, select </a:t>
            </a:r>
            <a:r>
              <a:rPr sz="900" b="1">
                <a:solidFill>
                  <a:schemeClr val="tx1"/>
                </a:solidFill>
                <a:latin typeface="+mn-lt"/>
                <a:ea typeface="+mn-lt"/>
                <a:cs typeface="+mn-lt"/>
              </a:rPr>
              <a:t>Format Background </a:t>
            </a:r>
            <a:r>
              <a:rPr sz="900">
                <a:solidFill>
                  <a:schemeClr val="tx1"/>
                </a:solidFill>
                <a:latin typeface="+mn-lt"/>
                <a:ea typeface="+mn-lt"/>
                <a:cs typeface="+mn-lt"/>
              </a:rPr>
              <a:t>from the context menu, and select </a:t>
            </a:r>
            <a:r>
              <a:rPr sz="900" b="1">
                <a:solidFill>
                  <a:schemeClr val="tx1"/>
                </a:solidFill>
                <a:latin typeface="+mn-lt"/>
                <a:ea typeface="+mn-lt"/>
                <a:cs typeface="+mn-lt"/>
              </a:rPr>
              <a:t>Solid fill. </a:t>
            </a:r>
            <a:r>
              <a:rPr sz="900">
                <a:solidFill>
                  <a:schemeClr val="tx1"/>
                </a:solidFill>
                <a:latin typeface="+mn-lt"/>
                <a:ea typeface="+mn-lt"/>
                <a:cs typeface="+mn-lt"/>
              </a:rPr>
              <a:t>You may </a:t>
            </a:r>
            <a:r>
              <a:rPr sz="900" b="1">
                <a:solidFill>
                  <a:schemeClr val="tx1"/>
                </a:solidFill>
                <a:latin typeface="+mn-lt"/>
                <a:ea typeface="+mn-lt"/>
                <a:cs typeface="+mn-lt"/>
              </a:rPr>
              <a:t>ONLY</a:t>
            </a:r>
            <a:r>
              <a:rPr sz="900">
                <a:solidFill>
                  <a:schemeClr val="tx1"/>
                </a:solidFill>
                <a:latin typeface="+mn-lt"/>
                <a:ea typeface="+mn-lt"/>
                <a:cs typeface="+mn-lt"/>
              </a:rPr>
              <a:t> use </a:t>
            </a:r>
            <a:br>
              <a:rPr sz="900">
                <a:solidFill>
                  <a:schemeClr val="tx1"/>
                </a:solidFill>
                <a:latin typeface="+mn-lt"/>
                <a:ea typeface="+mn-lt"/>
                <a:cs typeface="+mn-lt"/>
              </a:rPr>
            </a:br>
            <a:r>
              <a:rPr sz="900" b="1">
                <a:solidFill>
                  <a:schemeClr val="tx1"/>
                </a:solidFill>
                <a:latin typeface="+mn-lt"/>
                <a:ea typeface="+mn-lt"/>
                <a:cs typeface="+mn-lt"/>
              </a:rPr>
              <a:t>white</a:t>
            </a:r>
            <a:r>
              <a:rPr sz="900">
                <a:solidFill>
                  <a:schemeClr val="tx1"/>
                </a:solidFill>
                <a:latin typeface="+mn-lt"/>
                <a:ea typeface="+mn-lt"/>
                <a:cs typeface="+mn-lt"/>
              </a:rPr>
              <a:t> or </a:t>
            </a:r>
            <a:r>
              <a:rPr sz="900" b="1">
                <a:solidFill>
                  <a:schemeClr val="tx1"/>
                </a:solidFill>
                <a:latin typeface="+mn-lt"/>
                <a:ea typeface="+mn-lt"/>
                <a:cs typeface="+mn-lt"/>
              </a:rPr>
              <a:t>black</a:t>
            </a:r>
            <a:r>
              <a:rPr sz="900">
                <a:solidFill>
                  <a:schemeClr val="tx1"/>
                </a:solidFill>
                <a:latin typeface="+mn-lt"/>
                <a:ea typeface="+mn-lt"/>
                <a:cs typeface="+mn-lt"/>
              </a:rPr>
              <a:t>.</a:t>
            </a:r>
          </a:p>
          <a:p>
            <a:pPr algn="ctr">
              <a:buNone/>
            </a:pPr>
            <a:endParaRPr sz="900" baseline="0">
              <a:solidFill>
                <a:schemeClr val="tx1">
                  <a:lumMod val="65000"/>
                  <a:lumOff val="35000"/>
                </a:schemeClr>
              </a:solidFill>
              <a:latin typeface="+mn-lt"/>
              <a:ea typeface="+mn-lt"/>
              <a:cs typeface="+mn-lt"/>
            </a:endParaRPr>
          </a:p>
          <a:p>
            <a:pPr algn="ctr">
              <a:buNone/>
            </a:pPr>
            <a:endParaRPr sz="900" baseline="0">
              <a:solidFill>
                <a:schemeClr val="tx1">
                  <a:lumMod val="65000"/>
                  <a:lumOff val="35000"/>
                </a:schemeClr>
              </a:solidFill>
              <a:latin typeface="+mn-lt"/>
              <a:ea typeface="+mn-lt"/>
              <a:cs typeface="+mn-lt"/>
            </a:endParaRPr>
          </a:p>
          <a:p>
            <a:pPr algn="ctr">
              <a:buNone/>
            </a:pPr>
            <a:endParaRPr sz="900" baseline="0">
              <a:solidFill>
                <a:schemeClr val="tx1">
                  <a:lumMod val="65000"/>
                  <a:lumOff val="35000"/>
                </a:schemeClr>
              </a:solidFill>
              <a:latin typeface="+mn-lt"/>
              <a:ea typeface="+mn-lt"/>
              <a:cs typeface="+mn-lt"/>
            </a:endParaRPr>
          </a:p>
        </p:txBody>
      </p:sp>
      <p:sp>
        <p:nvSpPr>
          <p:cNvPr id="11" name="Rektangel 18">
            <a:extLst>
              <a:ext uri="{FF2B5EF4-FFF2-40B4-BE49-F238E27FC236}">
                <a16:creationId xmlns:a16="http://schemas.microsoft.com/office/drawing/2014/main" id="{376035EE-B3C9-0B6D-E25A-E818CA7BAE50}"/>
              </a:ext>
            </a:extLst>
          </p:cNvPr>
          <p:cNvSpPr>
            <a:spLocks noGrp="1"/>
          </p:cNvSpPr>
          <p:nvPr/>
        </p:nvSpPr>
        <p:spPr>
          <a:xfrm>
            <a:off x="12371130" y="1511303"/>
            <a:ext cx="268449" cy="268449"/>
          </a:xfrm>
          <a:prstGeom prst="rect">
            <a:avLst/>
          </a:prstGeom>
          <a:solidFill>
            <a:schemeClr val="bg1"/>
          </a:solidFill>
          <a:ln w="9525">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latin typeface="+mn-lt"/>
              <a:ea typeface="+mn-lt"/>
              <a:cs typeface="+mn-lt"/>
            </a:endParaRPr>
          </a:p>
        </p:txBody>
      </p:sp>
      <p:sp>
        <p:nvSpPr>
          <p:cNvPr id="12" name="Rektangel 17">
            <a:extLst>
              <a:ext uri="{FF2B5EF4-FFF2-40B4-BE49-F238E27FC236}">
                <a16:creationId xmlns:a16="http://schemas.microsoft.com/office/drawing/2014/main" id="{01430346-4A8F-EB72-F2DC-BA673FE07FB4}"/>
              </a:ext>
            </a:extLst>
          </p:cNvPr>
          <p:cNvSpPr>
            <a:spLocks noGrp="1"/>
          </p:cNvSpPr>
          <p:nvPr/>
        </p:nvSpPr>
        <p:spPr>
          <a:xfrm>
            <a:off x="12708652" y="1511302"/>
            <a:ext cx="268449" cy="268449"/>
          </a:xfrm>
          <a:prstGeom prst="rect">
            <a:avLst/>
          </a:prstGeom>
          <a:solidFill>
            <a:schemeClr val="tx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latin typeface="+mn-lt"/>
              <a:ea typeface="+mn-lt"/>
              <a:cs typeface="+mn-lt"/>
            </a:endParaRPr>
          </a:p>
        </p:txBody>
      </p:sp>
      <p:sp>
        <p:nvSpPr>
          <p:cNvPr id="14" name="textruta 12">
            <a:extLst>
              <a:ext uri="{FF2B5EF4-FFF2-40B4-BE49-F238E27FC236}">
                <a16:creationId xmlns:a16="http://schemas.microsoft.com/office/drawing/2014/main" id="{33E1D233-8DB0-EBA6-4E74-C3D7E778992F}"/>
              </a:ext>
            </a:extLst>
          </p:cNvPr>
          <p:cNvSpPr>
            <a:spLocks noGrp="1"/>
          </p:cNvSpPr>
          <p:nvPr/>
        </p:nvSpPr>
        <p:spPr>
          <a:xfrm>
            <a:off x="12270947" y="3170"/>
            <a:ext cx="1681523" cy="1924883"/>
          </a:xfrm>
          <a:prstGeom prst="rect">
            <a:avLst/>
          </a:prstGeom>
          <a:solidFill>
            <a:schemeClr val="bg1"/>
          </a:solidFill>
        </p:spPr>
        <p:txBody>
          <a:bodyPr wrap="square" tIns="108000" anchor="t">
            <a:noAutofit/>
          </a:bodyPr>
          <a:lstStyle/>
          <a:p>
            <a:pPr>
              <a:spcAft>
                <a:spcPts val="600"/>
              </a:spcAft>
              <a:buNone/>
            </a:pPr>
            <a:r>
              <a:rPr sz="900" b="1">
                <a:latin typeface="+mn-lt"/>
                <a:ea typeface="+mn-lt"/>
                <a:cs typeface="+mn-lt"/>
              </a:rPr>
              <a:t>Change logo color</a:t>
            </a:r>
          </a:p>
          <a:p>
            <a:r>
              <a:rPr sz="900">
                <a:solidFill>
                  <a:schemeClr val="tx1"/>
                </a:solidFill>
                <a:latin typeface="+mn-lt"/>
                <a:ea typeface="+mn-lt"/>
                <a:cs typeface="+mn-lt"/>
              </a:rPr>
              <a:t>If you need to change the color of the logo, right-click outside the work area, select </a:t>
            </a:r>
            <a:r>
              <a:rPr sz="900" b="1">
                <a:solidFill>
                  <a:schemeClr val="tx1"/>
                </a:solidFill>
                <a:latin typeface="+mn-lt"/>
                <a:ea typeface="+mn-lt"/>
                <a:cs typeface="+mn-lt"/>
              </a:rPr>
              <a:t>Format Background </a:t>
            </a:r>
            <a:r>
              <a:rPr sz="900">
                <a:solidFill>
                  <a:schemeClr val="tx1"/>
                </a:solidFill>
                <a:latin typeface="+mn-lt"/>
                <a:ea typeface="+mn-lt"/>
                <a:cs typeface="+mn-lt"/>
              </a:rPr>
              <a:t>from the context menu, and select </a:t>
            </a:r>
            <a:r>
              <a:rPr sz="900" b="1">
                <a:solidFill>
                  <a:schemeClr val="tx1"/>
                </a:solidFill>
                <a:latin typeface="+mn-lt"/>
                <a:ea typeface="+mn-lt"/>
                <a:cs typeface="+mn-lt"/>
              </a:rPr>
              <a:t>Solid fill. </a:t>
            </a:r>
            <a:r>
              <a:rPr sz="900">
                <a:solidFill>
                  <a:schemeClr val="tx1"/>
                </a:solidFill>
                <a:latin typeface="+mn-lt"/>
                <a:ea typeface="+mn-lt"/>
                <a:cs typeface="+mn-lt"/>
              </a:rPr>
              <a:t>You may </a:t>
            </a:r>
            <a:r>
              <a:rPr sz="900" b="1">
                <a:solidFill>
                  <a:schemeClr val="tx1"/>
                </a:solidFill>
                <a:latin typeface="+mn-lt"/>
                <a:ea typeface="+mn-lt"/>
                <a:cs typeface="+mn-lt"/>
              </a:rPr>
              <a:t>ONLY</a:t>
            </a:r>
            <a:r>
              <a:rPr sz="900">
                <a:solidFill>
                  <a:schemeClr val="tx1"/>
                </a:solidFill>
                <a:latin typeface="+mn-lt"/>
                <a:ea typeface="+mn-lt"/>
                <a:cs typeface="+mn-lt"/>
              </a:rPr>
              <a:t> use </a:t>
            </a:r>
            <a:br>
              <a:rPr sz="900">
                <a:solidFill>
                  <a:schemeClr val="tx1"/>
                </a:solidFill>
                <a:latin typeface="+mn-lt"/>
                <a:ea typeface="+mn-lt"/>
                <a:cs typeface="+mn-lt"/>
              </a:rPr>
            </a:br>
            <a:r>
              <a:rPr sz="900" b="1">
                <a:solidFill>
                  <a:schemeClr val="tx1"/>
                </a:solidFill>
                <a:latin typeface="+mn-lt"/>
                <a:ea typeface="+mn-lt"/>
                <a:cs typeface="+mn-lt"/>
              </a:rPr>
              <a:t>white</a:t>
            </a:r>
            <a:r>
              <a:rPr sz="900">
                <a:solidFill>
                  <a:schemeClr val="tx1"/>
                </a:solidFill>
                <a:latin typeface="+mn-lt"/>
                <a:ea typeface="+mn-lt"/>
                <a:cs typeface="+mn-lt"/>
              </a:rPr>
              <a:t> or </a:t>
            </a:r>
            <a:r>
              <a:rPr sz="900" b="1">
                <a:solidFill>
                  <a:schemeClr val="tx1"/>
                </a:solidFill>
                <a:latin typeface="+mn-lt"/>
                <a:ea typeface="+mn-lt"/>
                <a:cs typeface="+mn-lt"/>
              </a:rPr>
              <a:t>black</a:t>
            </a:r>
            <a:r>
              <a:rPr sz="900">
                <a:solidFill>
                  <a:schemeClr val="tx1"/>
                </a:solidFill>
                <a:latin typeface="+mn-lt"/>
                <a:ea typeface="+mn-lt"/>
                <a:cs typeface="+mn-lt"/>
              </a:rPr>
              <a:t>.</a:t>
            </a:r>
          </a:p>
          <a:p>
            <a:pPr algn="ctr">
              <a:buNone/>
            </a:pPr>
            <a:endParaRPr sz="900" baseline="0">
              <a:solidFill>
                <a:schemeClr val="tx1">
                  <a:lumMod val="65000"/>
                  <a:lumOff val="35000"/>
                </a:schemeClr>
              </a:solidFill>
              <a:latin typeface="+mn-lt"/>
              <a:ea typeface="+mn-lt"/>
              <a:cs typeface="+mn-lt"/>
            </a:endParaRPr>
          </a:p>
          <a:p>
            <a:pPr algn="ctr">
              <a:buNone/>
            </a:pPr>
            <a:endParaRPr sz="900" baseline="0">
              <a:solidFill>
                <a:schemeClr val="tx1">
                  <a:lumMod val="65000"/>
                  <a:lumOff val="35000"/>
                </a:schemeClr>
              </a:solidFill>
              <a:latin typeface="+mn-lt"/>
              <a:ea typeface="+mn-lt"/>
              <a:cs typeface="+mn-lt"/>
            </a:endParaRPr>
          </a:p>
          <a:p>
            <a:pPr algn="ctr">
              <a:buNone/>
            </a:pPr>
            <a:endParaRPr sz="900" baseline="0">
              <a:solidFill>
                <a:schemeClr val="tx1">
                  <a:lumMod val="65000"/>
                  <a:lumOff val="35000"/>
                </a:schemeClr>
              </a:solidFill>
              <a:latin typeface="+mn-lt"/>
              <a:ea typeface="+mn-lt"/>
              <a:cs typeface="+mn-lt"/>
            </a:endParaRPr>
          </a:p>
        </p:txBody>
      </p:sp>
      <p:sp>
        <p:nvSpPr>
          <p:cNvPr id="15" name="Rektangel 18">
            <a:extLst>
              <a:ext uri="{FF2B5EF4-FFF2-40B4-BE49-F238E27FC236}">
                <a16:creationId xmlns:a16="http://schemas.microsoft.com/office/drawing/2014/main" id="{9EB5E14F-E274-1516-0BDD-2A90F7EE25B2}"/>
              </a:ext>
            </a:extLst>
          </p:cNvPr>
          <p:cNvSpPr>
            <a:spLocks noGrp="1"/>
          </p:cNvSpPr>
          <p:nvPr/>
        </p:nvSpPr>
        <p:spPr>
          <a:xfrm>
            <a:off x="12371130" y="1511303"/>
            <a:ext cx="268449" cy="268449"/>
          </a:xfrm>
          <a:prstGeom prst="rect">
            <a:avLst/>
          </a:prstGeom>
          <a:solidFill>
            <a:schemeClr val="bg1"/>
          </a:solidFill>
          <a:ln w="9525">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latin typeface="+mn-lt"/>
              <a:ea typeface="+mn-lt"/>
              <a:cs typeface="+mn-lt"/>
            </a:endParaRPr>
          </a:p>
        </p:txBody>
      </p:sp>
      <p:sp>
        <p:nvSpPr>
          <p:cNvPr id="17" name="Rektangel 17">
            <a:extLst>
              <a:ext uri="{FF2B5EF4-FFF2-40B4-BE49-F238E27FC236}">
                <a16:creationId xmlns:a16="http://schemas.microsoft.com/office/drawing/2014/main" id="{9E3524D5-37B8-9D39-283B-2AF6F1B2BC68}"/>
              </a:ext>
            </a:extLst>
          </p:cNvPr>
          <p:cNvSpPr>
            <a:spLocks noGrp="1"/>
          </p:cNvSpPr>
          <p:nvPr/>
        </p:nvSpPr>
        <p:spPr>
          <a:xfrm>
            <a:off x="12708652" y="1511302"/>
            <a:ext cx="268449" cy="268449"/>
          </a:xfrm>
          <a:prstGeom prst="rect">
            <a:avLst/>
          </a:prstGeom>
          <a:solidFill>
            <a:schemeClr val="tx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latin typeface="+mn-lt"/>
              <a:ea typeface="+mn-lt"/>
              <a:cs typeface="+mn-lt"/>
            </a:endParaRPr>
          </a:p>
        </p:txBody>
      </p:sp>
      <p:sp>
        <p:nvSpPr>
          <p:cNvPr id="22" name="textruta 12">
            <a:extLst>
              <a:ext uri="{FF2B5EF4-FFF2-40B4-BE49-F238E27FC236}">
                <a16:creationId xmlns:a16="http://schemas.microsoft.com/office/drawing/2014/main" id="{0721FC84-3DC3-AC05-7FFD-A75F15E88878}"/>
              </a:ext>
            </a:extLst>
          </p:cNvPr>
          <p:cNvSpPr>
            <a:spLocks noGrp="1"/>
          </p:cNvSpPr>
          <p:nvPr/>
        </p:nvSpPr>
        <p:spPr>
          <a:xfrm>
            <a:off x="-1604332" y="1"/>
            <a:ext cx="1512445" cy="1608082"/>
          </a:xfrm>
          <a:prstGeom prst="rect">
            <a:avLst/>
          </a:prstGeom>
          <a:solidFill>
            <a:schemeClr val="bg1"/>
          </a:solidFill>
        </p:spPr>
        <p:txBody>
          <a:bodyPr wrap="square" tIns="108000" anchor="t">
            <a:noAutofit/>
          </a:bodyPr>
          <a:lstStyle/>
          <a:p>
            <a:pPr>
              <a:spcAft>
                <a:spcPts val="600"/>
              </a:spcAft>
              <a:buNone/>
            </a:pPr>
            <a:r>
              <a:rPr sz="900" b="0">
                <a:latin typeface="+mn-lt"/>
                <a:ea typeface="+mn-lt"/>
                <a:cs typeface="+mn-lt"/>
              </a:rPr>
              <a:t>To change from </a:t>
            </a:r>
            <a:br>
              <a:rPr sz="900" b="0">
                <a:latin typeface="+mn-lt"/>
                <a:ea typeface="+mn-lt"/>
                <a:cs typeface="+mn-lt"/>
              </a:rPr>
            </a:br>
            <a:r>
              <a:rPr sz="900" b="1">
                <a:latin typeface="+mn-lt"/>
                <a:ea typeface="+mn-lt"/>
                <a:cs typeface="+mn-lt"/>
              </a:rPr>
              <a:t>Headline</a:t>
            </a:r>
            <a:r>
              <a:rPr sz="900" b="0">
                <a:latin typeface="+mn-lt"/>
                <a:ea typeface="+mn-lt"/>
                <a:cs typeface="+mn-lt"/>
              </a:rPr>
              <a:t> to</a:t>
            </a:r>
            <a:r>
              <a:rPr sz="900" b="1">
                <a:latin typeface="+mn-lt"/>
                <a:ea typeface="+mn-lt"/>
                <a:cs typeface="+mn-lt"/>
              </a:rPr>
              <a:t> Sub header</a:t>
            </a:r>
            <a:r>
              <a:rPr sz="900" b="0">
                <a:latin typeface="+mn-lt"/>
                <a:ea typeface="+mn-lt"/>
                <a:cs typeface="+mn-lt"/>
              </a:rPr>
              <a:t>, press enter/return after your headline then use </a:t>
            </a:r>
            <a:br>
              <a:rPr sz="900" b="0">
                <a:latin typeface="+mn-lt"/>
                <a:ea typeface="+mn-lt"/>
                <a:cs typeface="+mn-lt"/>
              </a:rPr>
            </a:br>
            <a:r>
              <a:rPr sz="900" b="0">
                <a:latin typeface="+mn-lt"/>
                <a:ea typeface="+mn-lt"/>
                <a:cs typeface="+mn-lt"/>
              </a:rPr>
              <a:t>this function</a:t>
            </a:r>
          </a:p>
        </p:txBody>
      </p:sp>
      <p:pic>
        <p:nvPicPr>
          <p:cNvPr id="44" name="Picture 9"/>
          <p:cNvPicPr>
            <a:picLocks noChangeAspect="1"/>
          </p:cNvPicPr>
          <p:nvPr/>
        </p:nvPicPr>
        <p:blipFill rotWithShape="1">
          <a:blip r:embed="rId2"/>
          <a:srcRect l="-2"/>
          <a:stretch/>
        </p:blipFill>
        <p:spPr>
          <a:xfrm>
            <a:off x="-1494814" y="896335"/>
            <a:ext cx="1103312" cy="559691"/>
          </a:xfrm>
          <a:prstGeom prst="rect">
            <a:avLst/>
          </a:prstGeom>
          <a:ln w="6350">
            <a:solidFill>
              <a:schemeClr val="tx1"/>
            </a:solidFill>
          </a:ln>
        </p:spPr>
      </p:pic>
      <p:sp>
        <p:nvSpPr>
          <p:cNvPr id="24" name="Oval 23">
            <a:extLst>
              <a:ext uri="{FF2B5EF4-FFF2-40B4-BE49-F238E27FC236}">
                <a16:creationId xmlns:a16="http://schemas.microsoft.com/office/drawing/2014/main" id="{5F9324BE-0C28-7C4C-2588-EF3EEC14A580}"/>
              </a:ext>
            </a:extLst>
          </p:cNvPr>
          <p:cNvSpPr>
            <a:spLocks noGrp="1"/>
          </p:cNvSpPr>
          <p:nvPr/>
        </p:nvSpPr>
        <p:spPr>
          <a:xfrm>
            <a:off x="-1072348" y="1031564"/>
            <a:ext cx="290665" cy="29066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anchor="ctr">
            <a:normAutofit fontScale="25000" lnSpcReduction="20000"/>
          </a:bodyPr>
          <a:lstStyle/>
          <a:p>
            <a:pPr algn="ctr">
              <a:buNone/>
            </a:pPr>
            <a:endParaRPr/>
          </a:p>
        </p:txBody>
      </p:sp>
      <p:sp>
        <p:nvSpPr>
          <p:cNvPr id="25" name="Text Placeholder 6">
            <a:extLst>
              <a:ext uri="{FF2B5EF4-FFF2-40B4-BE49-F238E27FC236}">
                <a16:creationId xmlns:a16="http://schemas.microsoft.com/office/drawing/2014/main" id="{94E0F5EB-D4B9-1FD9-1D3C-E65DC6F12707}"/>
              </a:ext>
            </a:extLst>
          </p:cNvPr>
          <p:cNvSpPr>
            <a:spLocks noGrp="1"/>
          </p:cNvSpPr>
          <p:nvPr>
            <p:ph type="body" idx="15"/>
          </p:nvPr>
        </p:nvSpPr>
        <p:spPr>
          <a:xfrm>
            <a:off x="385201" y="275622"/>
            <a:ext cx="6583924" cy="1137253"/>
          </a:xfrm>
        </p:spPr>
        <p:txBody>
          <a:bodyPr/>
          <a:lstStyle>
            <a:lvl1pPr>
              <a:buNone/>
              <a:defRPr sz="2600" b="1">
                <a:latin typeface="+mj-lt"/>
                <a:ea typeface="+mj-lt"/>
                <a:cs typeface="+mj-lt"/>
              </a:defRPr>
            </a:lvl1pPr>
            <a:lvl2pPr marL="0" indent="0">
              <a:buNone/>
              <a:defRPr sz="2000"/>
            </a:lvl2pPr>
          </a:lstStyle>
          <a:p>
            <a:pPr lvl="0">
              <a:buNone/>
            </a:pPr>
            <a:r>
              <a:t>Klikk for å redigere tekststiler i malen</a:t>
            </a:r>
          </a:p>
          <a:p>
            <a:pPr lvl="1">
              <a:buNone/>
            </a:pPr>
            <a:r>
              <a:t>Andre nivå</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large">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772A01F1-A9BD-4914-4106-23C763B5A4D6}"/>
              </a:ext>
            </a:extLst>
          </p:cNvPr>
          <p:cNvSpPr>
            <a:spLocks noGrp="1"/>
          </p:cNvSpPr>
          <p:nvPr>
            <p:ph idx="13"/>
          </p:nvPr>
        </p:nvSpPr>
        <p:spPr>
          <a:xfrm>
            <a:off x="384174" y="1939924"/>
            <a:ext cx="11422063" cy="4030663"/>
          </a:xfrm>
        </p:spPr>
        <p:txBody>
          <a:bodyPr/>
          <a:lstStyle/>
          <a:p>
            <a:pPr lvl="0">
              <a:buNone/>
            </a:pPr>
            <a:r>
              <a:t>Klikk for å redigere tekststiler i malen</a:t>
            </a:r>
          </a:p>
          <a:p>
            <a:pPr lvl="1">
              <a:buNone/>
            </a:pPr>
            <a:r>
              <a:t>Andre nivå</a:t>
            </a:r>
          </a:p>
          <a:p>
            <a:pPr lvl="2">
              <a:buNone/>
            </a:pPr>
            <a:r>
              <a:t>Tredje nivå</a:t>
            </a:r>
          </a:p>
        </p:txBody>
      </p:sp>
      <p:sp>
        <p:nvSpPr>
          <p:cNvPr id="4" name="textruta 12">
            <a:extLst>
              <a:ext uri="{FF2B5EF4-FFF2-40B4-BE49-F238E27FC236}">
                <a16:creationId xmlns:a16="http://schemas.microsoft.com/office/drawing/2014/main" id="{17E810F9-D271-3C51-EAF6-E30CEF5AE383}"/>
              </a:ext>
            </a:extLst>
          </p:cNvPr>
          <p:cNvSpPr>
            <a:spLocks noGrp="1"/>
          </p:cNvSpPr>
          <p:nvPr/>
        </p:nvSpPr>
        <p:spPr>
          <a:xfrm>
            <a:off x="-1604332" y="1"/>
            <a:ext cx="1512445" cy="1608082"/>
          </a:xfrm>
          <a:prstGeom prst="rect">
            <a:avLst/>
          </a:prstGeom>
          <a:solidFill>
            <a:schemeClr val="bg1"/>
          </a:solidFill>
        </p:spPr>
        <p:txBody>
          <a:bodyPr wrap="square" tIns="108000" anchor="t">
            <a:noAutofit/>
          </a:bodyPr>
          <a:lstStyle/>
          <a:p>
            <a:pPr>
              <a:spcAft>
                <a:spcPts val="600"/>
              </a:spcAft>
              <a:buNone/>
            </a:pPr>
            <a:r>
              <a:rPr sz="900" b="0">
                <a:latin typeface="+mn-lt"/>
                <a:ea typeface="+mn-lt"/>
                <a:cs typeface="+mn-lt"/>
              </a:rPr>
              <a:t>To change from </a:t>
            </a:r>
            <a:br>
              <a:rPr sz="900" b="0">
                <a:latin typeface="+mn-lt"/>
                <a:ea typeface="+mn-lt"/>
                <a:cs typeface="+mn-lt"/>
              </a:rPr>
            </a:br>
            <a:r>
              <a:rPr sz="900" b="1">
                <a:latin typeface="+mn-lt"/>
                <a:ea typeface="+mn-lt"/>
                <a:cs typeface="+mn-lt"/>
              </a:rPr>
              <a:t>Headline</a:t>
            </a:r>
            <a:r>
              <a:rPr sz="900" b="0">
                <a:latin typeface="+mn-lt"/>
                <a:ea typeface="+mn-lt"/>
                <a:cs typeface="+mn-lt"/>
              </a:rPr>
              <a:t> to</a:t>
            </a:r>
            <a:r>
              <a:rPr sz="900" b="1">
                <a:latin typeface="+mn-lt"/>
                <a:ea typeface="+mn-lt"/>
                <a:cs typeface="+mn-lt"/>
              </a:rPr>
              <a:t> Sub header</a:t>
            </a:r>
            <a:r>
              <a:rPr sz="900" b="0">
                <a:latin typeface="+mn-lt"/>
                <a:ea typeface="+mn-lt"/>
                <a:cs typeface="+mn-lt"/>
              </a:rPr>
              <a:t>, press enter/return after your headline then use </a:t>
            </a:r>
            <a:br>
              <a:rPr sz="900" b="0">
                <a:latin typeface="+mn-lt"/>
                <a:ea typeface="+mn-lt"/>
                <a:cs typeface="+mn-lt"/>
              </a:rPr>
            </a:br>
            <a:r>
              <a:rPr sz="900" b="0">
                <a:latin typeface="+mn-lt"/>
                <a:ea typeface="+mn-lt"/>
                <a:cs typeface="+mn-lt"/>
              </a:rPr>
              <a:t>this function</a:t>
            </a:r>
          </a:p>
        </p:txBody>
      </p:sp>
      <p:pic>
        <p:nvPicPr>
          <p:cNvPr id="14" name="Picture 9"/>
          <p:cNvPicPr>
            <a:picLocks noChangeAspect="1"/>
          </p:cNvPicPr>
          <p:nvPr/>
        </p:nvPicPr>
        <p:blipFill rotWithShape="1">
          <a:blip r:embed="rId2"/>
          <a:srcRect l="-2"/>
          <a:stretch/>
        </p:blipFill>
        <p:spPr>
          <a:xfrm>
            <a:off x="-1494814" y="896335"/>
            <a:ext cx="1103312" cy="559691"/>
          </a:xfrm>
          <a:prstGeom prst="rect">
            <a:avLst/>
          </a:prstGeom>
          <a:ln w="6350">
            <a:solidFill>
              <a:schemeClr val="tx1"/>
            </a:solidFill>
          </a:ln>
        </p:spPr>
      </p:pic>
      <p:sp>
        <p:nvSpPr>
          <p:cNvPr id="8" name="Oval 7">
            <a:extLst>
              <a:ext uri="{FF2B5EF4-FFF2-40B4-BE49-F238E27FC236}">
                <a16:creationId xmlns:a16="http://schemas.microsoft.com/office/drawing/2014/main" id="{4D8A0C4B-BC95-CDC6-783A-C06C7731E5B5}"/>
              </a:ext>
            </a:extLst>
          </p:cNvPr>
          <p:cNvSpPr>
            <a:spLocks noGrp="1"/>
          </p:cNvSpPr>
          <p:nvPr/>
        </p:nvSpPr>
        <p:spPr>
          <a:xfrm>
            <a:off x="-1072348" y="1031564"/>
            <a:ext cx="290665" cy="29066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anchor="ctr">
            <a:normAutofit fontScale="25000" lnSpcReduction="20000"/>
          </a:bodyPr>
          <a:lstStyle/>
          <a:p>
            <a:pPr algn="ctr">
              <a:buNone/>
            </a:pPr>
            <a:endParaRPr/>
          </a:p>
        </p:txBody>
      </p:sp>
      <p:sp>
        <p:nvSpPr>
          <p:cNvPr id="10" name="Text Placeholder 6">
            <a:extLst>
              <a:ext uri="{FF2B5EF4-FFF2-40B4-BE49-F238E27FC236}">
                <a16:creationId xmlns:a16="http://schemas.microsoft.com/office/drawing/2014/main" id="{3EC391BD-0C6E-716D-E081-D2B3F96ABF0A}"/>
              </a:ext>
            </a:extLst>
          </p:cNvPr>
          <p:cNvSpPr>
            <a:spLocks noGrp="1"/>
          </p:cNvSpPr>
          <p:nvPr>
            <p:ph type="body" idx="15"/>
          </p:nvPr>
        </p:nvSpPr>
        <p:spPr>
          <a:xfrm>
            <a:off x="385200" y="275622"/>
            <a:ext cx="10452663" cy="1137253"/>
          </a:xfrm>
        </p:spPr>
        <p:txBody>
          <a:bodyPr/>
          <a:lstStyle>
            <a:lvl1pPr>
              <a:buNone/>
              <a:defRPr sz="2600" b="1">
                <a:latin typeface="+mj-lt"/>
                <a:ea typeface="+mj-lt"/>
                <a:cs typeface="+mj-lt"/>
              </a:defRPr>
            </a:lvl1pPr>
            <a:lvl2pPr marL="0" indent="0">
              <a:buNone/>
              <a:defRPr sz="2000"/>
            </a:lvl2pPr>
          </a:lstStyle>
          <a:p>
            <a:pPr lvl="0">
              <a:buNone/>
            </a:pPr>
            <a:r>
              <a:t>Klikk for å redigere tekststiler i malen</a:t>
            </a:r>
          </a:p>
          <a:p>
            <a:pPr lvl="1">
              <a:buNone/>
            </a:pPr>
            <a:r>
              <a:t>Andre nivå</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large preamble">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772A01F1-A9BD-4914-4106-23C763B5A4D6}"/>
              </a:ext>
            </a:extLst>
          </p:cNvPr>
          <p:cNvSpPr>
            <a:spLocks noGrp="1"/>
          </p:cNvSpPr>
          <p:nvPr>
            <p:ph idx="13"/>
          </p:nvPr>
        </p:nvSpPr>
        <p:spPr>
          <a:xfrm>
            <a:off x="384174" y="1939924"/>
            <a:ext cx="11422063" cy="4030663"/>
          </a:xfrm>
        </p:spPr>
        <p:txBody>
          <a:bodyPr/>
          <a:lstStyle/>
          <a:p>
            <a:pPr lvl="0">
              <a:buNone/>
            </a:pPr>
            <a:r>
              <a:t>Klikk for å redigere tekststiler i malen</a:t>
            </a:r>
          </a:p>
          <a:p>
            <a:pPr lvl="1">
              <a:buNone/>
            </a:pPr>
            <a:r>
              <a:t>Andre nivå</a:t>
            </a:r>
          </a:p>
          <a:p>
            <a:pPr lvl="2">
              <a:buNone/>
            </a:pPr>
            <a:r>
              <a:t>Tredje nivå</a:t>
            </a:r>
          </a:p>
        </p:txBody>
      </p:sp>
      <p:sp>
        <p:nvSpPr>
          <p:cNvPr id="5" name="Text Placeholder 6">
            <a:extLst>
              <a:ext uri="{FF2B5EF4-FFF2-40B4-BE49-F238E27FC236}">
                <a16:creationId xmlns:a16="http://schemas.microsoft.com/office/drawing/2014/main" id="{D6868387-6C02-4466-F6DC-C41305480F55}"/>
              </a:ext>
            </a:extLst>
          </p:cNvPr>
          <p:cNvSpPr>
            <a:spLocks noGrp="1"/>
          </p:cNvSpPr>
          <p:nvPr>
            <p:ph type="body" idx="17"/>
          </p:nvPr>
        </p:nvSpPr>
        <p:spPr>
          <a:xfrm>
            <a:off x="6188075" y="298800"/>
            <a:ext cx="4649788" cy="1131888"/>
          </a:xfrm>
        </p:spPr>
        <p:txBody>
          <a:bodyPr/>
          <a:lstStyle>
            <a:lvl1pPr>
              <a:buNone/>
              <a:defRPr sz="2000"/>
            </a:lvl1pPr>
            <a:lvl2pPr>
              <a:buNone/>
              <a:defRPr sz="2000"/>
            </a:lvl2pPr>
            <a:lvl3pPr>
              <a:buNone/>
              <a:defRPr sz="2000"/>
            </a:lvl3pPr>
          </a:lstStyle>
          <a:p>
            <a:pPr lvl="0">
              <a:buNone/>
            </a:pPr>
            <a:r>
              <a:t>Klikk for å redigere tekststiler i malen</a:t>
            </a:r>
          </a:p>
          <a:p>
            <a:pPr lvl="1">
              <a:buNone/>
            </a:pPr>
            <a:r>
              <a:t>Andre nivå</a:t>
            </a:r>
          </a:p>
          <a:p>
            <a:pPr lvl="2">
              <a:buNone/>
            </a:pPr>
            <a:r>
              <a:t>Tredje nivå</a:t>
            </a:r>
          </a:p>
        </p:txBody>
      </p:sp>
      <p:sp>
        <p:nvSpPr>
          <p:cNvPr id="4" name="textruta 12">
            <a:extLst>
              <a:ext uri="{FF2B5EF4-FFF2-40B4-BE49-F238E27FC236}">
                <a16:creationId xmlns:a16="http://schemas.microsoft.com/office/drawing/2014/main" id="{4974B793-EC9E-6465-60BB-AC78CA7E2113}"/>
              </a:ext>
            </a:extLst>
          </p:cNvPr>
          <p:cNvSpPr>
            <a:spLocks noGrp="1"/>
          </p:cNvSpPr>
          <p:nvPr/>
        </p:nvSpPr>
        <p:spPr>
          <a:xfrm>
            <a:off x="-1604332" y="1"/>
            <a:ext cx="1512445" cy="1608082"/>
          </a:xfrm>
          <a:prstGeom prst="rect">
            <a:avLst/>
          </a:prstGeom>
          <a:solidFill>
            <a:schemeClr val="bg1"/>
          </a:solidFill>
        </p:spPr>
        <p:txBody>
          <a:bodyPr wrap="square" tIns="108000" anchor="t">
            <a:noAutofit/>
          </a:bodyPr>
          <a:lstStyle/>
          <a:p>
            <a:pPr>
              <a:spcAft>
                <a:spcPts val="600"/>
              </a:spcAft>
              <a:buNone/>
            </a:pPr>
            <a:r>
              <a:rPr sz="900" b="0">
                <a:latin typeface="+mn-lt"/>
                <a:ea typeface="+mn-lt"/>
                <a:cs typeface="+mn-lt"/>
              </a:rPr>
              <a:t>To change from </a:t>
            </a:r>
            <a:br>
              <a:rPr sz="900" b="0">
                <a:latin typeface="+mn-lt"/>
                <a:ea typeface="+mn-lt"/>
                <a:cs typeface="+mn-lt"/>
              </a:rPr>
            </a:br>
            <a:r>
              <a:rPr sz="900" b="1">
                <a:latin typeface="+mn-lt"/>
                <a:ea typeface="+mn-lt"/>
                <a:cs typeface="+mn-lt"/>
              </a:rPr>
              <a:t>Headline</a:t>
            </a:r>
            <a:r>
              <a:rPr sz="900" b="0">
                <a:latin typeface="+mn-lt"/>
                <a:ea typeface="+mn-lt"/>
                <a:cs typeface="+mn-lt"/>
              </a:rPr>
              <a:t> to</a:t>
            </a:r>
            <a:r>
              <a:rPr sz="900" b="1">
                <a:latin typeface="+mn-lt"/>
                <a:ea typeface="+mn-lt"/>
                <a:cs typeface="+mn-lt"/>
              </a:rPr>
              <a:t> Sub header</a:t>
            </a:r>
            <a:r>
              <a:rPr sz="900" b="0">
                <a:latin typeface="+mn-lt"/>
                <a:ea typeface="+mn-lt"/>
                <a:cs typeface="+mn-lt"/>
              </a:rPr>
              <a:t>, press enter/return after your headline then use </a:t>
            </a:r>
            <a:br>
              <a:rPr sz="900" b="0">
                <a:latin typeface="+mn-lt"/>
                <a:ea typeface="+mn-lt"/>
                <a:cs typeface="+mn-lt"/>
              </a:rPr>
            </a:br>
            <a:r>
              <a:rPr sz="900" b="0">
                <a:latin typeface="+mn-lt"/>
                <a:ea typeface="+mn-lt"/>
                <a:cs typeface="+mn-lt"/>
              </a:rPr>
              <a:t>this function</a:t>
            </a:r>
          </a:p>
        </p:txBody>
      </p:sp>
      <p:pic>
        <p:nvPicPr>
          <p:cNvPr id="16" name="Picture 9"/>
          <p:cNvPicPr>
            <a:picLocks noChangeAspect="1"/>
          </p:cNvPicPr>
          <p:nvPr/>
        </p:nvPicPr>
        <p:blipFill rotWithShape="1">
          <a:blip r:embed="rId2"/>
          <a:srcRect l="-2"/>
          <a:stretch/>
        </p:blipFill>
        <p:spPr>
          <a:xfrm>
            <a:off x="-1494814" y="896335"/>
            <a:ext cx="1103312" cy="559691"/>
          </a:xfrm>
          <a:prstGeom prst="rect">
            <a:avLst/>
          </a:prstGeom>
          <a:ln w="6350">
            <a:solidFill>
              <a:schemeClr val="tx1"/>
            </a:solidFill>
          </a:ln>
        </p:spPr>
      </p:pic>
      <p:sp>
        <p:nvSpPr>
          <p:cNvPr id="10" name="Oval 9">
            <a:extLst>
              <a:ext uri="{FF2B5EF4-FFF2-40B4-BE49-F238E27FC236}">
                <a16:creationId xmlns:a16="http://schemas.microsoft.com/office/drawing/2014/main" id="{2292DAE7-E6CA-4A78-DB43-DE40A8F8387B}"/>
              </a:ext>
            </a:extLst>
          </p:cNvPr>
          <p:cNvSpPr>
            <a:spLocks noGrp="1"/>
          </p:cNvSpPr>
          <p:nvPr/>
        </p:nvSpPr>
        <p:spPr>
          <a:xfrm>
            <a:off x="-1072348" y="1031564"/>
            <a:ext cx="290665" cy="29066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anchor="ctr">
            <a:normAutofit fontScale="25000" lnSpcReduction="20000"/>
          </a:bodyPr>
          <a:lstStyle/>
          <a:p>
            <a:pPr algn="ctr">
              <a:buNone/>
            </a:pPr>
            <a:endParaRPr/>
          </a:p>
        </p:txBody>
      </p:sp>
      <p:sp>
        <p:nvSpPr>
          <p:cNvPr id="11" name="Text Placeholder 6">
            <a:extLst>
              <a:ext uri="{FF2B5EF4-FFF2-40B4-BE49-F238E27FC236}">
                <a16:creationId xmlns:a16="http://schemas.microsoft.com/office/drawing/2014/main" id="{69A99783-1819-25FC-8266-34B1128749F1}"/>
              </a:ext>
            </a:extLst>
          </p:cNvPr>
          <p:cNvSpPr>
            <a:spLocks noGrp="1"/>
          </p:cNvSpPr>
          <p:nvPr>
            <p:ph type="body" idx="15"/>
          </p:nvPr>
        </p:nvSpPr>
        <p:spPr>
          <a:xfrm>
            <a:off x="385201" y="275622"/>
            <a:ext cx="4649788" cy="1137253"/>
          </a:xfrm>
        </p:spPr>
        <p:txBody>
          <a:bodyPr/>
          <a:lstStyle>
            <a:lvl1pPr>
              <a:buNone/>
              <a:defRPr sz="2600" b="1">
                <a:latin typeface="+mj-lt"/>
                <a:ea typeface="+mj-lt"/>
                <a:cs typeface="+mj-lt"/>
              </a:defRPr>
            </a:lvl1pPr>
            <a:lvl2pPr marL="0" indent="0">
              <a:buNone/>
              <a:defRPr sz="2000"/>
            </a:lvl2pPr>
          </a:lstStyle>
          <a:p>
            <a:pPr lvl="0">
              <a:buNone/>
            </a:pPr>
            <a:r>
              <a:t>Klikk for å redigere tekststiler i malen</a:t>
            </a:r>
          </a:p>
          <a:p>
            <a:pPr lvl="1">
              <a:buNone/>
            </a:pPr>
            <a:r>
              <a:t>Andre nivå</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Large picture and preambl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D3AD109E-3BDF-886D-1A37-30C2732A8FD4}"/>
              </a:ext>
            </a:extLst>
          </p:cNvPr>
          <p:cNvSpPr>
            <a:spLocks noGrp="1"/>
          </p:cNvSpPr>
          <p:nvPr>
            <p:ph type="pic" idx="13"/>
          </p:nvPr>
        </p:nvSpPr>
        <p:spPr>
          <a:xfrm>
            <a:off x="384175" y="1939925"/>
            <a:ext cx="11422063" cy="4030663"/>
          </a:xfrm>
          <a:prstGeom prst="rect">
            <a:avLst/>
          </a:prstGeom>
          <a:noFill/>
        </p:spPr>
        <p:txBody>
          <a:bodyPr tIns="72000"/>
          <a:lstStyle>
            <a:lvl1pPr marL="0" indent="0" algn="ctr">
              <a:buNone/>
              <a:defRPr sz="1200"/>
            </a:lvl1pPr>
          </a:lstStyle>
          <a:p>
            <a:r>
              <a:t>Klikk på ikonet for å legge til et bilde</a:t>
            </a:r>
          </a:p>
        </p:txBody>
      </p:sp>
      <p:sp>
        <p:nvSpPr>
          <p:cNvPr id="7" name="Text Placeholder 6">
            <a:extLst>
              <a:ext uri="{FF2B5EF4-FFF2-40B4-BE49-F238E27FC236}">
                <a16:creationId xmlns:a16="http://schemas.microsoft.com/office/drawing/2014/main" id="{1C75C01D-770F-D831-9E84-98F4D3919B96}"/>
              </a:ext>
            </a:extLst>
          </p:cNvPr>
          <p:cNvSpPr>
            <a:spLocks noGrp="1"/>
          </p:cNvSpPr>
          <p:nvPr>
            <p:ph type="body" idx="16"/>
          </p:nvPr>
        </p:nvSpPr>
        <p:spPr>
          <a:xfrm>
            <a:off x="6188075" y="299245"/>
            <a:ext cx="4649788" cy="1131888"/>
          </a:xfrm>
        </p:spPr>
        <p:txBody>
          <a:bodyPr/>
          <a:lstStyle>
            <a:lvl1pPr>
              <a:buNone/>
              <a:defRPr sz="2000"/>
            </a:lvl1pPr>
            <a:lvl2pPr>
              <a:buNone/>
              <a:defRPr sz="2000"/>
            </a:lvl2pPr>
            <a:lvl3pPr>
              <a:buNone/>
              <a:defRPr sz="2000"/>
            </a:lvl3pPr>
          </a:lstStyle>
          <a:p>
            <a:pPr lvl="0">
              <a:buNone/>
            </a:pPr>
            <a:r>
              <a:t>Klikk for å redigere tekststiler i malen</a:t>
            </a:r>
          </a:p>
          <a:p>
            <a:pPr lvl="1">
              <a:buNone/>
            </a:pPr>
            <a:r>
              <a:t>Andre nivå</a:t>
            </a:r>
          </a:p>
          <a:p>
            <a:pPr lvl="2">
              <a:buNone/>
            </a:pPr>
            <a:r>
              <a:t>Tredje nivå</a:t>
            </a:r>
          </a:p>
        </p:txBody>
      </p:sp>
      <p:sp>
        <p:nvSpPr>
          <p:cNvPr id="5" name="textruta 12">
            <a:extLst>
              <a:ext uri="{FF2B5EF4-FFF2-40B4-BE49-F238E27FC236}">
                <a16:creationId xmlns:a16="http://schemas.microsoft.com/office/drawing/2014/main" id="{A1263376-ED07-9234-5A0B-1228B3C23E45}"/>
              </a:ext>
            </a:extLst>
          </p:cNvPr>
          <p:cNvSpPr>
            <a:spLocks noGrp="1"/>
          </p:cNvSpPr>
          <p:nvPr/>
        </p:nvSpPr>
        <p:spPr>
          <a:xfrm>
            <a:off x="-1604332" y="1"/>
            <a:ext cx="1512445" cy="1608082"/>
          </a:xfrm>
          <a:prstGeom prst="rect">
            <a:avLst/>
          </a:prstGeom>
          <a:solidFill>
            <a:schemeClr val="bg1"/>
          </a:solidFill>
        </p:spPr>
        <p:txBody>
          <a:bodyPr wrap="square" tIns="108000" anchor="t">
            <a:noAutofit/>
          </a:bodyPr>
          <a:lstStyle/>
          <a:p>
            <a:pPr>
              <a:spcAft>
                <a:spcPts val="600"/>
              </a:spcAft>
              <a:buNone/>
            </a:pPr>
            <a:r>
              <a:rPr sz="900" b="0">
                <a:latin typeface="+mn-lt"/>
                <a:ea typeface="+mn-lt"/>
                <a:cs typeface="+mn-lt"/>
              </a:rPr>
              <a:t>To change from </a:t>
            </a:r>
            <a:br>
              <a:rPr sz="900" b="0">
                <a:latin typeface="+mn-lt"/>
                <a:ea typeface="+mn-lt"/>
                <a:cs typeface="+mn-lt"/>
              </a:rPr>
            </a:br>
            <a:r>
              <a:rPr sz="900" b="1">
                <a:latin typeface="+mn-lt"/>
                <a:ea typeface="+mn-lt"/>
                <a:cs typeface="+mn-lt"/>
              </a:rPr>
              <a:t>Headline</a:t>
            </a:r>
            <a:r>
              <a:rPr sz="900" b="0">
                <a:latin typeface="+mn-lt"/>
                <a:ea typeface="+mn-lt"/>
                <a:cs typeface="+mn-lt"/>
              </a:rPr>
              <a:t> to</a:t>
            </a:r>
            <a:r>
              <a:rPr sz="900" b="1">
                <a:latin typeface="+mn-lt"/>
                <a:ea typeface="+mn-lt"/>
                <a:cs typeface="+mn-lt"/>
              </a:rPr>
              <a:t> Sub header</a:t>
            </a:r>
            <a:r>
              <a:rPr sz="900" b="0">
                <a:latin typeface="+mn-lt"/>
                <a:ea typeface="+mn-lt"/>
                <a:cs typeface="+mn-lt"/>
              </a:rPr>
              <a:t>, press enter/return after your headline then use </a:t>
            </a:r>
            <a:br>
              <a:rPr sz="900" b="0">
                <a:latin typeface="+mn-lt"/>
                <a:ea typeface="+mn-lt"/>
                <a:cs typeface="+mn-lt"/>
              </a:rPr>
            </a:br>
            <a:r>
              <a:rPr sz="900" b="0">
                <a:latin typeface="+mn-lt"/>
                <a:ea typeface="+mn-lt"/>
                <a:cs typeface="+mn-lt"/>
              </a:rPr>
              <a:t>this function</a:t>
            </a:r>
          </a:p>
        </p:txBody>
      </p:sp>
      <p:pic>
        <p:nvPicPr>
          <p:cNvPr id="14" name="Picture 9"/>
          <p:cNvPicPr>
            <a:picLocks noChangeAspect="1"/>
          </p:cNvPicPr>
          <p:nvPr/>
        </p:nvPicPr>
        <p:blipFill rotWithShape="1">
          <a:blip r:embed="rId2"/>
          <a:srcRect l="-2"/>
          <a:stretch/>
        </p:blipFill>
        <p:spPr>
          <a:xfrm>
            <a:off x="-1494814" y="896335"/>
            <a:ext cx="1103312" cy="559691"/>
          </a:xfrm>
          <a:prstGeom prst="rect">
            <a:avLst/>
          </a:prstGeom>
          <a:ln w="6350">
            <a:solidFill>
              <a:schemeClr val="tx1"/>
            </a:solidFill>
          </a:ln>
        </p:spPr>
      </p:pic>
      <p:sp>
        <p:nvSpPr>
          <p:cNvPr id="8" name="Oval 7">
            <a:extLst>
              <a:ext uri="{FF2B5EF4-FFF2-40B4-BE49-F238E27FC236}">
                <a16:creationId xmlns:a16="http://schemas.microsoft.com/office/drawing/2014/main" id="{64AE25D3-AEFF-3261-9A97-6707C56B7A7D}"/>
              </a:ext>
            </a:extLst>
          </p:cNvPr>
          <p:cNvSpPr>
            <a:spLocks noGrp="1"/>
          </p:cNvSpPr>
          <p:nvPr/>
        </p:nvSpPr>
        <p:spPr>
          <a:xfrm>
            <a:off x="-1072348" y="1031564"/>
            <a:ext cx="290665" cy="29066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anchor="ctr">
            <a:normAutofit fontScale="25000" lnSpcReduction="20000"/>
          </a:bodyPr>
          <a:lstStyle/>
          <a:p>
            <a:pPr algn="ctr">
              <a:buNone/>
            </a:pPr>
            <a:endParaRPr/>
          </a:p>
        </p:txBody>
      </p:sp>
      <p:sp>
        <p:nvSpPr>
          <p:cNvPr id="9" name="Text Placeholder 6">
            <a:extLst>
              <a:ext uri="{FF2B5EF4-FFF2-40B4-BE49-F238E27FC236}">
                <a16:creationId xmlns:a16="http://schemas.microsoft.com/office/drawing/2014/main" id="{90D80A44-64EF-2BFF-11D9-6E9515104208}"/>
              </a:ext>
            </a:extLst>
          </p:cNvPr>
          <p:cNvSpPr>
            <a:spLocks noGrp="1"/>
          </p:cNvSpPr>
          <p:nvPr>
            <p:ph type="body" idx="15"/>
          </p:nvPr>
        </p:nvSpPr>
        <p:spPr>
          <a:xfrm>
            <a:off x="385201" y="275622"/>
            <a:ext cx="4649788" cy="1137253"/>
          </a:xfrm>
        </p:spPr>
        <p:txBody>
          <a:bodyPr/>
          <a:lstStyle>
            <a:lvl1pPr>
              <a:buNone/>
              <a:defRPr sz="2600" b="1">
                <a:latin typeface="+mj-lt"/>
                <a:ea typeface="+mj-lt"/>
                <a:cs typeface="+mj-lt"/>
              </a:defRPr>
            </a:lvl1pPr>
            <a:lvl2pPr marL="0" indent="0">
              <a:buNone/>
              <a:defRPr sz="2000"/>
            </a:lvl2pPr>
          </a:lstStyle>
          <a:p>
            <a:pPr lvl="0">
              <a:buNone/>
            </a:pPr>
            <a:r>
              <a:t>Klikk for å redigere tekststiler i malen</a:t>
            </a:r>
          </a:p>
          <a:p>
            <a:pPr lvl="1">
              <a:buNone/>
            </a:pPr>
            <a:r>
              <a:t>Andre nivå</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two column">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772A01F1-A9BD-4914-4106-23C763B5A4D6}"/>
              </a:ext>
            </a:extLst>
          </p:cNvPr>
          <p:cNvSpPr>
            <a:spLocks noGrp="1"/>
          </p:cNvSpPr>
          <p:nvPr>
            <p:ph idx="13"/>
          </p:nvPr>
        </p:nvSpPr>
        <p:spPr>
          <a:xfrm>
            <a:off x="384175" y="1939925"/>
            <a:ext cx="5618164" cy="4030663"/>
          </a:xfrm>
        </p:spPr>
        <p:txBody>
          <a:bodyPr/>
          <a:lstStyle/>
          <a:p>
            <a:pPr lvl="0">
              <a:buNone/>
            </a:pPr>
            <a:r>
              <a:t>Klikk for å redigere tekststiler i malen</a:t>
            </a:r>
          </a:p>
          <a:p>
            <a:pPr lvl="1">
              <a:buNone/>
            </a:pPr>
            <a:r>
              <a:t>Andre nivå</a:t>
            </a:r>
          </a:p>
          <a:p>
            <a:pPr lvl="2">
              <a:buNone/>
            </a:pPr>
            <a:r>
              <a:t>Tredje nivå</a:t>
            </a:r>
          </a:p>
        </p:txBody>
      </p:sp>
      <p:sp>
        <p:nvSpPr>
          <p:cNvPr id="2" name="Content Placeholder 8">
            <a:extLst>
              <a:ext uri="{FF2B5EF4-FFF2-40B4-BE49-F238E27FC236}">
                <a16:creationId xmlns:a16="http://schemas.microsoft.com/office/drawing/2014/main" id="{BA6F9904-7AA4-C1DD-49C5-0EAC70AC0064}"/>
              </a:ext>
            </a:extLst>
          </p:cNvPr>
          <p:cNvSpPr>
            <a:spLocks noGrp="1"/>
          </p:cNvSpPr>
          <p:nvPr>
            <p:ph idx="14"/>
          </p:nvPr>
        </p:nvSpPr>
        <p:spPr>
          <a:xfrm>
            <a:off x="6188072" y="1939925"/>
            <a:ext cx="5618164" cy="4030663"/>
          </a:xfrm>
        </p:spPr>
        <p:txBody>
          <a:bodyPr/>
          <a:lstStyle/>
          <a:p>
            <a:pPr lvl="0">
              <a:buNone/>
            </a:pPr>
            <a:r>
              <a:t>Klikk for å redigere tekststiler i malen</a:t>
            </a:r>
          </a:p>
          <a:p>
            <a:pPr lvl="1">
              <a:buNone/>
            </a:pPr>
            <a:r>
              <a:t>Andre nivå</a:t>
            </a:r>
          </a:p>
          <a:p>
            <a:pPr lvl="2">
              <a:buNone/>
            </a:pPr>
            <a:r>
              <a:t>Tredje nivå</a:t>
            </a:r>
          </a:p>
        </p:txBody>
      </p:sp>
      <p:sp>
        <p:nvSpPr>
          <p:cNvPr id="8" name="textruta 12">
            <a:extLst>
              <a:ext uri="{FF2B5EF4-FFF2-40B4-BE49-F238E27FC236}">
                <a16:creationId xmlns:a16="http://schemas.microsoft.com/office/drawing/2014/main" id="{0E4F6B0F-45AD-1E86-2795-4C60D8A92182}"/>
              </a:ext>
            </a:extLst>
          </p:cNvPr>
          <p:cNvSpPr>
            <a:spLocks noGrp="1"/>
          </p:cNvSpPr>
          <p:nvPr/>
        </p:nvSpPr>
        <p:spPr>
          <a:xfrm>
            <a:off x="-1604332" y="1"/>
            <a:ext cx="1512445" cy="1608082"/>
          </a:xfrm>
          <a:prstGeom prst="rect">
            <a:avLst/>
          </a:prstGeom>
          <a:solidFill>
            <a:schemeClr val="bg1"/>
          </a:solidFill>
        </p:spPr>
        <p:txBody>
          <a:bodyPr wrap="square" tIns="108000" anchor="t">
            <a:noAutofit/>
          </a:bodyPr>
          <a:lstStyle/>
          <a:p>
            <a:pPr>
              <a:spcAft>
                <a:spcPts val="600"/>
              </a:spcAft>
              <a:buNone/>
            </a:pPr>
            <a:r>
              <a:rPr sz="900" b="0">
                <a:latin typeface="+mn-lt"/>
                <a:ea typeface="+mn-lt"/>
                <a:cs typeface="+mn-lt"/>
              </a:rPr>
              <a:t>To change from </a:t>
            </a:r>
            <a:br>
              <a:rPr sz="900" b="0">
                <a:latin typeface="+mn-lt"/>
                <a:ea typeface="+mn-lt"/>
                <a:cs typeface="+mn-lt"/>
              </a:rPr>
            </a:br>
            <a:r>
              <a:rPr sz="900" b="1">
                <a:latin typeface="+mn-lt"/>
                <a:ea typeface="+mn-lt"/>
                <a:cs typeface="+mn-lt"/>
              </a:rPr>
              <a:t>Headline</a:t>
            </a:r>
            <a:r>
              <a:rPr sz="900" b="0">
                <a:latin typeface="+mn-lt"/>
                <a:ea typeface="+mn-lt"/>
                <a:cs typeface="+mn-lt"/>
              </a:rPr>
              <a:t> to</a:t>
            </a:r>
            <a:r>
              <a:rPr sz="900" b="1">
                <a:latin typeface="+mn-lt"/>
                <a:ea typeface="+mn-lt"/>
                <a:cs typeface="+mn-lt"/>
              </a:rPr>
              <a:t> Sub header</a:t>
            </a:r>
            <a:r>
              <a:rPr sz="900" b="0">
                <a:latin typeface="+mn-lt"/>
                <a:ea typeface="+mn-lt"/>
                <a:cs typeface="+mn-lt"/>
              </a:rPr>
              <a:t>, press enter/return after your headline then use </a:t>
            </a:r>
            <a:br>
              <a:rPr sz="900" b="0">
                <a:latin typeface="+mn-lt"/>
                <a:ea typeface="+mn-lt"/>
                <a:cs typeface="+mn-lt"/>
              </a:rPr>
            </a:br>
            <a:r>
              <a:rPr sz="900" b="0">
                <a:latin typeface="+mn-lt"/>
                <a:ea typeface="+mn-lt"/>
                <a:cs typeface="+mn-lt"/>
              </a:rPr>
              <a:t>this function</a:t>
            </a:r>
          </a:p>
        </p:txBody>
      </p:sp>
      <p:pic>
        <p:nvPicPr>
          <p:cNvPr id="17" name="Picture 9"/>
          <p:cNvPicPr>
            <a:picLocks noChangeAspect="1"/>
          </p:cNvPicPr>
          <p:nvPr/>
        </p:nvPicPr>
        <p:blipFill rotWithShape="1">
          <a:blip r:embed="rId2"/>
          <a:srcRect l="-2"/>
          <a:stretch/>
        </p:blipFill>
        <p:spPr>
          <a:xfrm>
            <a:off x="-1494814" y="896335"/>
            <a:ext cx="1103312" cy="559691"/>
          </a:xfrm>
          <a:prstGeom prst="rect">
            <a:avLst/>
          </a:prstGeom>
          <a:ln w="6350">
            <a:solidFill>
              <a:schemeClr val="tx1"/>
            </a:solidFill>
          </a:ln>
        </p:spPr>
      </p:pic>
      <p:sp>
        <p:nvSpPr>
          <p:cNvPr id="11" name="Oval 10">
            <a:extLst>
              <a:ext uri="{FF2B5EF4-FFF2-40B4-BE49-F238E27FC236}">
                <a16:creationId xmlns:a16="http://schemas.microsoft.com/office/drawing/2014/main" id="{CFDBADD4-C5C6-2312-9F6C-153B12AC0320}"/>
              </a:ext>
            </a:extLst>
          </p:cNvPr>
          <p:cNvSpPr>
            <a:spLocks noGrp="1"/>
          </p:cNvSpPr>
          <p:nvPr/>
        </p:nvSpPr>
        <p:spPr>
          <a:xfrm>
            <a:off x="-1072348" y="1031564"/>
            <a:ext cx="290665" cy="29066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anchor="ctr">
            <a:normAutofit fontScale="25000" lnSpcReduction="20000"/>
          </a:bodyPr>
          <a:lstStyle/>
          <a:p>
            <a:pPr algn="ctr">
              <a:buNone/>
            </a:pPr>
            <a:endParaRPr/>
          </a:p>
        </p:txBody>
      </p:sp>
      <p:sp>
        <p:nvSpPr>
          <p:cNvPr id="12" name="Text Placeholder 6">
            <a:extLst>
              <a:ext uri="{FF2B5EF4-FFF2-40B4-BE49-F238E27FC236}">
                <a16:creationId xmlns:a16="http://schemas.microsoft.com/office/drawing/2014/main" id="{280FDCF5-BA76-05D0-2764-507E42BE4B62}"/>
              </a:ext>
            </a:extLst>
          </p:cNvPr>
          <p:cNvSpPr>
            <a:spLocks noGrp="1"/>
          </p:cNvSpPr>
          <p:nvPr>
            <p:ph type="body" idx="15"/>
          </p:nvPr>
        </p:nvSpPr>
        <p:spPr>
          <a:xfrm>
            <a:off x="385200" y="275622"/>
            <a:ext cx="10445749" cy="1137253"/>
          </a:xfrm>
        </p:spPr>
        <p:txBody>
          <a:bodyPr/>
          <a:lstStyle>
            <a:lvl1pPr>
              <a:buNone/>
              <a:defRPr sz="2600" b="1">
                <a:latin typeface="+mj-lt"/>
                <a:ea typeface="+mj-lt"/>
                <a:cs typeface="+mj-lt"/>
              </a:defRPr>
            </a:lvl1pPr>
            <a:lvl2pPr marL="0" indent="0">
              <a:buNone/>
              <a:defRPr sz="2000"/>
            </a:lvl2pPr>
          </a:lstStyle>
          <a:p>
            <a:pPr lvl="0">
              <a:buNone/>
            </a:pPr>
            <a:r>
              <a:t>Klikk for å redigere tekststiler i malen</a:t>
            </a:r>
          </a:p>
          <a:p>
            <a:pPr lvl="1">
              <a:buNone/>
            </a:pPr>
            <a:r>
              <a:t>Andre nivå</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and picture">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772A01F1-A9BD-4914-4106-23C763B5A4D6}"/>
              </a:ext>
            </a:extLst>
          </p:cNvPr>
          <p:cNvSpPr>
            <a:spLocks noGrp="1"/>
          </p:cNvSpPr>
          <p:nvPr>
            <p:ph idx="13"/>
          </p:nvPr>
        </p:nvSpPr>
        <p:spPr>
          <a:xfrm>
            <a:off x="384175" y="1939925"/>
            <a:ext cx="5618164" cy="4030663"/>
          </a:xfrm>
        </p:spPr>
        <p:txBody>
          <a:bodyPr/>
          <a:lstStyle/>
          <a:p>
            <a:pPr lvl="0">
              <a:buNone/>
            </a:pPr>
            <a:r>
              <a:t>Klikk for å redigere tekststiler i malen</a:t>
            </a:r>
          </a:p>
          <a:p>
            <a:pPr lvl="1">
              <a:buNone/>
            </a:pPr>
            <a:r>
              <a:t>Andre nivå</a:t>
            </a:r>
          </a:p>
          <a:p>
            <a:pPr lvl="2">
              <a:buNone/>
            </a:pPr>
            <a:r>
              <a:t>Tredje nivå</a:t>
            </a:r>
          </a:p>
        </p:txBody>
      </p:sp>
      <p:sp>
        <p:nvSpPr>
          <p:cNvPr id="4" name="Picture Placeholder 3">
            <a:extLst>
              <a:ext uri="{FF2B5EF4-FFF2-40B4-BE49-F238E27FC236}">
                <a16:creationId xmlns:a16="http://schemas.microsoft.com/office/drawing/2014/main" id="{9C62DD6C-666C-AF73-BF58-34A8291508C1}"/>
              </a:ext>
            </a:extLst>
          </p:cNvPr>
          <p:cNvSpPr>
            <a:spLocks noGrp="1"/>
          </p:cNvSpPr>
          <p:nvPr>
            <p:ph type="pic" idx="14"/>
          </p:nvPr>
        </p:nvSpPr>
        <p:spPr>
          <a:xfrm>
            <a:off x="6188075" y="1939925"/>
            <a:ext cx="5618163" cy="4030663"/>
          </a:xfrm>
          <a:prstGeom prst="rect">
            <a:avLst/>
          </a:prstGeom>
          <a:noFill/>
        </p:spPr>
        <p:txBody>
          <a:bodyPr tIns="72000"/>
          <a:lstStyle>
            <a:lvl1pPr marL="0" indent="0" algn="ctr">
              <a:buNone/>
              <a:defRPr sz="1200"/>
            </a:lvl1pPr>
          </a:lstStyle>
          <a:p>
            <a:r>
              <a:t>Klikk på ikonet for å legge til et bilde</a:t>
            </a:r>
          </a:p>
        </p:txBody>
      </p:sp>
      <p:sp>
        <p:nvSpPr>
          <p:cNvPr id="3" name="Text Placeholder 6">
            <a:extLst>
              <a:ext uri="{FF2B5EF4-FFF2-40B4-BE49-F238E27FC236}">
                <a16:creationId xmlns:a16="http://schemas.microsoft.com/office/drawing/2014/main" id="{5E9C5B77-D807-EE8B-BD7F-CB61E51B1F7B}"/>
              </a:ext>
            </a:extLst>
          </p:cNvPr>
          <p:cNvSpPr>
            <a:spLocks noGrp="1"/>
          </p:cNvSpPr>
          <p:nvPr>
            <p:ph type="body" idx="15"/>
          </p:nvPr>
        </p:nvSpPr>
        <p:spPr>
          <a:xfrm>
            <a:off x="385200" y="275622"/>
            <a:ext cx="10445749" cy="1137253"/>
          </a:xfrm>
        </p:spPr>
        <p:txBody>
          <a:bodyPr/>
          <a:lstStyle>
            <a:lvl1pPr>
              <a:buNone/>
              <a:defRPr sz="2600" b="1">
                <a:latin typeface="+mj-lt"/>
                <a:ea typeface="+mj-lt"/>
                <a:cs typeface="+mj-lt"/>
              </a:defRPr>
            </a:lvl1pPr>
            <a:lvl2pPr marL="0" indent="0">
              <a:buNone/>
              <a:defRPr sz="2000"/>
            </a:lvl2pPr>
          </a:lstStyle>
          <a:p>
            <a:pPr lvl="0">
              <a:buNone/>
            </a:pPr>
            <a:r>
              <a:t>Klikk for å redigere tekststiler i malen</a:t>
            </a:r>
          </a:p>
          <a:p>
            <a:pPr lvl="1">
              <a:buNone/>
            </a:pPr>
            <a:r>
              <a:t>Andre nivå</a:t>
            </a:r>
          </a:p>
        </p:txBody>
      </p:sp>
      <p:sp>
        <p:nvSpPr>
          <p:cNvPr id="8" name="textruta 12">
            <a:extLst>
              <a:ext uri="{FF2B5EF4-FFF2-40B4-BE49-F238E27FC236}">
                <a16:creationId xmlns:a16="http://schemas.microsoft.com/office/drawing/2014/main" id="{71A3FD6A-4B64-09C7-A7BA-538C02978A89}"/>
              </a:ext>
            </a:extLst>
          </p:cNvPr>
          <p:cNvSpPr>
            <a:spLocks noGrp="1"/>
          </p:cNvSpPr>
          <p:nvPr/>
        </p:nvSpPr>
        <p:spPr>
          <a:xfrm>
            <a:off x="-1604332" y="1"/>
            <a:ext cx="1512445" cy="1608082"/>
          </a:xfrm>
          <a:prstGeom prst="rect">
            <a:avLst/>
          </a:prstGeom>
          <a:solidFill>
            <a:schemeClr val="bg1"/>
          </a:solidFill>
        </p:spPr>
        <p:txBody>
          <a:bodyPr wrap="square" tIns="108000" anchor="t">
            <a:noAutofit/>
          </a:bodyPr>
          <a:lstStyle/>
          <a:p>
            <a:pPr>
              <a:spcAft>
                <a:spcPts val="600"/>
              </a:spcAft>
              <a:buNone/>
            </a:pPr>
            <a:r>
              <a:rPr sz="900" b="0">
                <a:latin typeface="+mn-lt"/>
                <a:ea typeface="+mn-lt"/>
                <a:cs typeface="+mn-lt"/>
              </a:rPr>
              <a:t>To change from </a:t>
            </a:r>
            <a:br>
              <a:rPr sz="900" b="0">
                <a:latin typeface="+mn-lt"/>
                <a:ea typeface="+mn-lt"/>
                <a:cs typeface="+mn-lt"/>
              </a:rPr>
            </a:br>
            <a:r>
              <a:rPr sz="900" b="1">
                <a:latin typeface="+mn-lt"/>
                <a:ea typeface="+mn-lt"/>
                <a:cs typeface="+mn-lt"/>
              </a:rPr>
              <a:t>Headline</a:t>
            </a:r>
            <a:r>
              <a:rPr sz="900" b="0">
                <a:latin typeface="+mn-lt"/>
                <a:ea typeface="+mn-lt"/>
                <a:cs typeface="+mn-lt"/>
              </a:rPr>
              <a:t> to</a:t>
            </a:r>
            <a:r>
              <a:rPr sz="900" b="1">
                <a:latin typeface="+mn-lt"/>
                <a:ea typeface="+mn-lt"/>
                <a:cs typeface="+mn-lt"/>
              </a:rPr>
              <a:t> Sub header</a:t>
            </a:r>
            <a:r>
              <a:rPr sz="900" b="0">
                <a:latin typeface="+mn-lt"/>
                <a:ea typeface="+mn-lt"/>
                <a:cs typeface="+mn-lt"/>
              </a:rPr>
              <a:t>, press enter/return after your headline then use </a:t>
            </a:r>
            <a:br>
              <a:rPr sz="900" b="0">
                <a:latin typeface="+mn-lt"/>
                <a:ea typeface="+mn-lt"/>
                <a:cs typeface="+mn-lt"/>
              </a:rPr>
            </a:br>
            <a:r>
              <a:rPr sz="900" b="0">
                <a:latin typeface="+mn-lt"/>
                <a:ea typeface="+mn-lt"/>
                <a:cs typeface="+mn-lt"/>
              </a:rPr>
              <a:t>this function</a:t>
            </a:r>
          </a:p>
        </p:txBody>
      </p:sp>
      <p:pic>
        <p:nvPicPr>
          <p:cNvPr id="17" name="Picture 9"/>
          <p:cNvPicPr>
            <a:picLocks noChangeAspect="1"/>
          </p:cNvPicPr>
          <p:nvPr/>
        </p:nvPicPr>
        <p:blipFill rotWithShape="1">
          <a:blip r:embed="rId2"/>
          <a:srcRect l="-2"/>
          <a:stretch/>
        </p:blipFill>
        <p:spPr>
          <a:xfrm>
            <a:off x="-1494814" y="896335"/>
            <a:ext cx="1103312" cy="559691"/>
          </a:xfrm>
          <a:prstGeom prst="rect">
            <a:avLst/>
          </a:prstGeom>
          <a:ln w="6350">
            <a:solidFill>
              <a:schemeClr val="tx1"/>
            </a:solidFill>
          </a:ln>
        </p:spPr>
      </p:pic>
      <p:sp>
        <p:nvSpPr>
          <p:cNvPr id="11" name="Oval 10">
            <a:extLst>
              <a:ext uri="{FF2B5EF4-FFF2-40B4-BE49-F238E27FC236}">
                <a16:creationId xmlns:a16="http://schemas.microsoft.com/office/drawing/2014/main" id="{A743D9FD-C34A-41A3-54DE-84C08597D81E}"/>
              </a:ext>
            </a:extLst>
          </p:cNvPr>
          <p:cNvSpPr>
            <a:spLocks noGrp="1"/>
          </p:cNvSpPr>
          <p:nvPr/>
        </p:nvSpPr>
        <p:spPr>
          <a:xfrm>
            <a:off x="-1072348" y="1031564"/>
            <a:ext cx="290665" cy="29066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anchor="ctr">
            <a:normAutofit fontScale="25000" lnSpcReduction="20000"/>
          </a:bodyPr>
          <a:lstStyle/>
          <a:p>
            <a:pPr algn="ctr">
              <a:buNone/>
            </a:pP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1/3 and 2/3">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772A01F1-A9BD-4914-4106-23C763B5A4D6}"/>
              </a:ext>
            </a:extLst>
          </p:cNvPr>
          <p:cNvSpPr>
            <a:spLocks noGrp="1"/>
          </p:cNvSpPr>
          <p:nvPr>
            <p:ph idx="13"/>
          </p:nvPr>
        </p:nvSpPr>
        <p:spPr>
          <a:xfrm>
            <a:off x="384175" y="1939925"/>
            <a:ext cx="3683000" cy="4030663"/>
          </a:xfrm>
        </p:spPr>
        <p:txBody>
          <a:bodyPr/>
          <a:lstStyle/>
          <a:p>
            <a:pPr lvl="0">
              <a:buNone/>
            </a:pPr>
            <a:r>
              <a:t>Klikk for å redigere tekststiler i malen</a:t>
            </a:r>
          </a:p>
          <a:p>
            <a:pPr lvl="1">
              <a:buNone/>
            </a:pPr>
            <a:r>
              <a:t>Andre nivå</a:t>
            </a:r>
          </a:p>
          <a:p>
            <a:pPr lvl="2">
              <a:buNone/>
            </a:pPr>
            <a:r>
              <a:t>Tredje nivå</a:t>
            </a:r>
          </a:p>
        </p:txBody>
      </p:sp>
      <p:sp>
        <p:nvSpPr>
          <p:cNvPr id="2" name="Content Placeholder 8">
            <a:extLst>
              <a:ext uri="{FF2B5EF4-FFF2-40B4-BE49-F238E27FC236}">
                <a16:creationId xmlns:a16="http://schemas.microsoft.com/office/drawing/2014/main" id="{47E2CCC0-3AF3-4B9A-6095-922D26E3BDC6}"/>
              </a:ext>
            </a:extLst>
          </p:cNvPr>
          <p:cNvSpPr>
            <a:spLocks noGrp="1"/>
          </p:cNvSpPr>
          <p:nvPr>
            <p:ph idx="14"/>
          </p:nvPr>
        </p:nvSpPr>
        <p:spPr>
          <a:xfrm>
            <a:off x="4254500" y="1939925"/>
            <a:ext cx="7551738" cy="4030663"/>
          </a:xfrm>
        </p:spPr>
        <p:txBody>
          <a:bodyPr/>
          <a:lstStyle/>
          <a:p>
            <a:pPr lvl="0">
              <a:buNone/>
            </a:pPr>
            <a:r>
              <a:t>Klikk for å redigere tekststiler i malen</a:t>
            </a:r>
          </a:p>
          <a:p>
            <a:pPr lvl="1">
              <a:buNone/>
            </a:pPr>
            <a:r>
              <a:t>Andre nivå</a:t>
            </a:r>
          </a:p>
          <a:p>
            <a:pPr lvl="2">
              <a:buNone/>
            </a:pPr>
            <a:r>
              <a:t>Tredje nivå</a:t>
            </a:r>
          </a:p>
        </p:txBody>
      </p:sp>
      <p:sp>
        <p:nvSpPr>
          <p:cNvPr id="8" name="textruta 12">
            <a:extLst>
              <a:ext uri="{FF2B5EF4-FFF2-40B4-BE49-F238E27FC236}">
                <a16:creationId xmlns:a16="http://schemas.microsoft.com/office/drawing/2014/main" id="{EF6615F9-5076-A6A7-AF47-A05A99B9D857}"/>
              </a:ext>
            </a:extLst>
          </p:cNvPr>
          <p:cNvSpPr>
            <a:spLocks noGrp="1"/>
          </p:cNvSpPr>
          <p:nvPr/>
        </p:nvSpPr>
        <p:spPr>
          <a:xfrm>
            <a:off x="-1604332" y="1"/>
            <a:ext cx="1512445" cy="1608082"/>
          </a:xfrm>
          <a:prstGeom prst="rect">
            <a:avLst/>
          </a:prstGeom>
          <a:solidFill>
            <a:schemeClr val="bg1"/>
          </a:solidFill>
        </p:spPr>
        <p:txBody>
          <a:bodyPr wrap="square" tIns="108000" anchor="t">
            <a:noAutofit/>
          </a:bodyPr>
          <a:lstStyle/>
          <a:p>
            <a:pPr>
              <a:spcAft>
                <a:spcPts val="600"/>
              </a:spcAft>
              <a:buNone/>
            </a:pPr>
            <a:r>
              <a:rPr sz="900" b="0">
                <a:latin typeface="+mn-lt"/>
                <a:ea typeface="+mn-lt"/>
                <a:cs typeface="+mn-lt"/>
              </a:rPr>
              <a:t>To change from </a:t>
            </a:r>
            <a:br>
              <a:rPr sz="900" b="0">
                <a:latin typeface="+mn-lt"/>
                <a:ea typeface="+mn-lt"/>
                <a:cs typeface="+mn-lt"/>
              </a:rPr>
            </a:br>
            <a:r>
              <a:rPr sz="900" b="1">
                <a:latin typeface="+mn-lt"/>
                <a:ea typeface="+mn-lt"/>
                <a:cs typeface="+mn-lt"/>
              </a:rPr>
              <a:t>Headline</a:t>
            </a:r>
            <a:r>
              <a:rPr sz="900" b="0">
                <a:latin typeface="+mn-lt"/>
                <a:ea typeface="+mn-lt"/>
                <a:cs typeface="+mn-lt"/>
              </a:rPr>
              <a:t> to</a:t>
            </a:r>
            <a:r>
              <a:rPr sz="900" b="1">
                <a:latin typeface="+mn-lt"/>
                <a:ea typeface="+mn-lt"/>
                <a:cs typeface="+mn-lt"/>
              </a:rPr>
              <a:t> Sub header</a:t>
            </a:r>
            <a:r>
              <a:rPr sz="900" b="0">
                <a:latin typeface="+mn-lt"/>
                <a:ea typeface="+mn-lt"/>
                <a:cs typeface="+mn-lt"/>
              </a:rPr>
              <a:t>, press enter/return after your headline then use </a:t>
            </a:r>
            <a:br>
              <a:rPr sz="900" b="0">
                <a:latin typeface="+mn-lt"/>
                <a:ea typeface="+mn-lt"/>
                <a:cs typeface="+mn-lt"/>
              </a:rPr>
            </a:br>
            <a:r>
              <a:rPr sz="900" b="0">
                <a:latin typeface="+mn-lt"/>
                <a:ea typeface="+mn-lt"/>
                <a:cs typeface="+mn-lt"/>
              </a:rPr>
              <a:t>this function</a:t>
            </a:r>
          </a:p>
        </p:txBody>
      </p:sp>
      <p:pic>
        <p:nvPicPr>
          <p:cNvPr id="17" name="Picture 9"/>
          <p:cNvPicPr>
            <a:picLocks noChangeAspect="1"/>
          </p:cNvPicPr>
          <p:nvPr/>
        </p:nvPicPr>
        <p:blipFill rotWithShape="1">
          <a:blip r:embed="rId2"/>
          <a:srcRect l="-2"/>
          <a:stretch/>
        </p:blipFill>
        <p:spPr>
          <a:xfrm>
            <a:off x="-1494814" y="896335"/>
            <a:ext cx="1103312" cy="559691"/>
          </a:xfrm>
          <a:prstGeom prst="rect">
            <a:avLst/>
          </a:prstGeom>
          <a:ln w="6350">
            <a:solidFill>
              <a:schemeClr val="tx1"/>
            </a:solidFill>
          </a:ln>
        </p:spPr>
      </p:pic>
      <p:sp>
        <p:nvSpPr>
          <p:cNvPr id="11" name="Oval 10">
            <a:extLst>
              <a:ext uri="{FF2B5EF4-FFF2-40B4-BE49-F238E27FC236}">
                <a16:creationId xmlns:a16="http://schemas.microsoft.com/office/drawing/2014/main" id="{EEDF5B50-CC99-FFE6-9E43-4C4AEC365360}"/>
              </a:ext>
            </a:extLst>
          </p:cNvPr>
          <p:cNvSpPr>
            <a:spLocks noGrp="1"/>
          </p:cNvSpPr>
          <p:nvPr/>
        </p:nvSpPr>
        <p:spPr>
          <a:xfrm>
            <a:off x="-1072348" y="1031564"/>
            <a:ext cx="290665" cy="29066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anchor="ctr">
            <a:normAutofit fontScale="25000" lnSpcReduction="20000"/>
          </a:bodyPr>
          <a:lstStyle/>
          <a:p>
            <a:pPr algn="ctr">
              <a:buNone/>
            </a:pPr>
            <a:endParaRPr/>
          </a:p>
        </p:txBody>
      </p:sp>
      <p:sp>
        <p:nvSpPr>
          <p:cNvPr id="12" name="Text Placeholder 6">
            <a:extLst>
              <a:ext uri="{FF2B5EF4-FFF2-40B4-BE49-F238E27FC236}">
                <a16:creationId xmlns:a16="http://schemas.microsoft.com/office/drawing/2014/main" id="{BF0BDAA4-2B49-BABF-03C0-29602B6C9CDB}"/>
              </a:ext>
            </a:extLst>
          </p:cNvPr>
          <p:cNvSpPr>
            <a:spLocks noGrp="1"/>
          </p:cNvSpPr>
          <p:nvPr>
            <p:ph type="body" idx="15"/>
          </p:nvPr>
        </p:nvSpPr>
        <p:spPr>
          <a:xfrm>
            <a:off x="385200" y="275622"/>
            <a:ext cx="10445749" cy="1137253"/>
          </a:xfrm>
        </p:spPr>
        <p:txBody>
          <a:bodyPr/>
          <a:lstStyle>
            <a:lvl1pPr>
              <a:buNone/>
              <a:defRPr sz="2600" b="1">
                <a:latin typeface="+mj-lt"/>
                <a:ea typeface="+mj-lt"/>
                <a:cs typeface="+mj-lt"/>
              </a:defRPr>
            </a:lvl1pPr>
            <a:lvl2pPr marL="0" indent="0">
              <a:buNone/>
              <a:defRPr sz="2000"/>
            </a:lvl2pPr>
          </a:lstStyle>
          <a:p>
            <a:pPr lvl="0">
              <a:buNone/>
            </a:pPr>
            <a:r>
              <a:t>Klikk for å redigere tekststiler i malen</a:t>
            </a:r>
          </a:p>
          <a:p>
            <a:pPr lvl="1">
              <a:buNone/>
            </a:pPr>
            <a:r>
              <a:t>Andre nivå</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three columns">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772A01F1-A9BD-4914-4106-23C763B5A4D6}"/>
              </a:ext>
            </a:extLst>
          </p:cNvPr>
          <p:cNvSpPr>
            <a:spLocks noGrp="1"/>
          </p:cNvSpPr>
          <p:nvPr>
            <p:ph idx="13"/>
          </p:nvPr>
        </p:nvSpPr>
        <p:spPr>
          <a:xfrm>
            <a:off x="384175" y="1939925"/>
            <a:ext cx="3683000" cy="4030663"/>
          </a:xfrm>
        </p:spPr>
        <p:txBody>
          <a:bodyPr/>
          <a:lstStyle/>
          <a:p>
            <a:pPr lvl="0">
              <a:buNone/>
            </a:pPr>
            <a:r>
              <a:t>Klikk for å redigere tekststiler i malen</a:t>
            </a:r>
          </a:p>
          <a:p>
            <a:pPr lvl="1">
              <a:buNone/>
            </a:pPr>
            <a:r>
              <a:t>Andre nivå</a:t>
            </a:r>
          </a:p>
          <a:p>
            <a:pPr lvl="2">
              <a:buNone/>
            </a:pPr>
            <a:r>
              <a:t>Tredje nivå</a:t>
            </a:r>
          </a:p>
        </p:txBody>
      </p:sp>
      <p:sp>
        <p:nvSpPr>
          <p:cNvPr id="2" name="Content Placeholder 8">
            <a:extLst>
              <a:ext uri="{FF2B5EF4-FFF2-40B4-BE49-F238E27FC236}">
                <a16:creationId xmlns:a16="http://schemas.microsoft.com/office/drawing/2014/main" id="{BA6F9904-7AA4-C1DD-49C5-0EAC70AC0064}"/>
              </a:ext>
            </a:extLst>
          </p:cNvPr>
          <p:cNvSpPr>
            <a:spLocks noGrp="1"/>
          </p:cNvSpPr>
          <p:nvPr>
            <p:ph idx="14"/>
          </p:nvPr>
        </p:nvSpPr>
        <p:spPr>
          <a:xfrm>
            <a:off x="4252911" y="1939925"/>
            <a:ext cx="3683000" cy="4030663"/>
          </a:xfrm>
        </p:spPr>
        <p:txBody>
          <a:bodyPr/>
          <a:lstStyle/>
          <a:p>
            <a:pPr lvl="0">
              <a:buNone/>
            </a:pPr>
            <a:r>
              <a:t>Klikk for å redigere tekststiler i malen</a:t>
            </a:r>
          </a:p>
          <a:p>
            <a:pPr lvl="1">
              <a:buNone/>
            </a:pPr>
            <a:r>
              <a:t>Andre nivå</a:t>
            </a:r>
          </a:p>
          <a:p>
            <a:pPr lvl="2">
              <a:buNone/>
            </a:pPr>
            <a:r>
              <a:t>Tredje nivå</a:t>
            </a:r>
          </a:p>
        </p:txBody>
      </p:sp>
      <p:sp>
        <p:nvSpPr>
          <p:cNvPr id="4" name="Content Placeholder 8">
            <a:extLst>
              <a:ext uri="{FF2B5EF4-FFF2-40B4-BE49-F238E27FC236}">
                <a16:creationId xmlns:a16="http://schemas.microsoft.com/office/drawing/2014/main" id="{84685474-EF12-B9BD-E562-CFA38FFA82B1}"/>
              </a:ext>
            </a:extLst>
          </p:cNvPr>
          <p:cNvSpPr>
            <a:spLocks noGrp="1"/>
          </p:cNvSpPr>
          <p:nvPr>
            <p:ph idx="15"/>
          </p:nvPr>
        </p:nvSpPr>
        <p:spPr>
          <a:xfrm>
            <a:off x="8123238" y="1939925"/>
            <a:ext cx="3683000" cy="4030663"/>
          </a:xfrm>
        </p:spPr>
        <p:txBody>
          <a:bodyPr/>
          <a:lstStyle/>
          <a:p>
            <a:pPr lvl="0">
              <a:buNone/>
            </a:pPr>
            <a:r>
              <a:t>Klikk for å redigere tekststiler i malen</a:t>
            </a:r>
          </a:p>
          <a:p>
            <a:pPr lvl="1">
              <a:buNone/>
            </a:pPr>
            <a:r>
              <a:t>Andre nivå</a:t>
            </a:r>
          </a:p>
          <a:p>
            <a:pPr lvl="2">
              <a:buNone/>
            </a:pPr>
            <a:r>
              <a:t>Tredje nivå</a:t>
            </a:r>
          </a:p>
        </p:txBody>
      </p:sp>
      <p:sp>
        <p:nvSpPr>
          <p:cNvPr id="10" name="textruta 12">
            <a:extLst>
              <a:ext uri="{FF2B5EF4-FFF2-40B4-BE49-F238E27FC236}">
                <a16:creationId xmlns:a16="http://schemas.microsoft.com/office/drawing/2014/main" id="{6B954FF8-409D-828E-3260-DC0F37F729D6}"/>
              </a:ext>
            </a:extLst>
          </p:cNvPr>
          <p:cNvSpPr>
            <a:spLocks noGrp="1"/>
          </p:cNvSpPr>
          <p:nvPr/>
        </p:nvSpPr>
        <p:spPr>
          <a:xfrm>
            <a:off x="-1604332" y="1"/>
            <a:ext cx="1512445" cy="1608082"/>
          </a:xfrm>
          <a:prstGeom prst="rect">
            <a:avLst/>
          </a:prstGeom>
          <a:solidFill>
            <a:schemeClr val="bg1"/>
          </a:solidFill>
        </p:spPr>
        <p:txBody>
          <a:bodyPr wrap="square" tIns="108000" anchor="t">
            <a:noAutofit/>
          </a:bodyPr>
          <a:lstStyle/>
          <a:p>
            <a:pPr>
              <a:spcAft>
                <a:spcPts val="600"/>
              </a:spcAft>
              <a:buNone/>
            </a:pPr>
            <a:r>
              <a:rPr sz="900" b="0">
                <a:latin typeface="+mn-lt"/>
                <a:ea typeface="+mn-lt"/>
                <a:cs typeface="+mn-lt"/>
              </a:rPr>
              <a:t>To change from </a:t>
            </a:r>
            <a:br>
              <a:rPr sz="900" b="0">
                <a:latin typeface="+mn-lt"/>
                <a:ea typeface="+mn-lt"/>
                <a:cs typeface="+mn-lt"/>
              </a:rPr>
            </a:br>
            <a:r>
              <a:rPr sz="900" b="1">
                <a:latin typeface="+mn-lt"/>
                <a:ea typeface="+mn-lt"/>
                <a:cs typeface="+mn-lt"/>
              </a:rPr>
              <a:t>Headline</a:t>
            </a:r>
            <a:r>
              <a:rPr sz="900" b="0">
                <a:latin typeface="+mn-lt"/>
                <a:ea typeface="+mn-lt"/>
                <a:cs typeface="+mn-lt"/>
              </a:rPr>
              <a:t> to</a:t>
            </a:r>
            <a:r>
              <a:rPr sz="900" b="1">
                <a:latin typeface="+mn-lt"/>
                <a:ea typeface="+mn-lt"/>
                <a:cs typeface="+mn-lt"/>
              </a:rPr>
              <a:t> Sub header</a:t>
            </a:r>
            <a:r>
              <a:rPr sz="900" b="0">
                <a:latin typeface="+mn-lt"/>
                <a:ea typeface="+mn-lt"/>
                <a:cs typeface="+mn-lt"/>
              </a:rPr>
              <a:t>, press enter/return after your headline then use </a:t>
            </a:r>
            <a:br>
              <a:rPr sz="900" b="0">
                <a:latin typeface="+mn-lt"/>
                <a:ea typeface="+mn-lt"/>
                <a:cs typeface="+mn-lt"/>
              </a:rPr>
            </a:br>
            <a:r>
              <a:rPr sz="900" b="0">
                <a:latin typeface="+mn-lt"/>
                <a:ea typeface="+mn-lt"/>
                <a:cs typeface="+mn-lt"/>
              </a:rPr>
              <a:t>this function</a:t>
            </a:r>
          </a:p>
        </p:txBody>
      </p:sp>
      <p:pic>
        <p:nvPicPr>
          <p:cNvPr id="19" name="Picture 9"/>
          <p:cNvPicPr>
            <a:picLocks noChangeAspect="1"/>
          </p:cNvPicPr>
          <p:nvPr/>
        </p:nvPicPr>
        <p:blipFill rotWithShape="1">
          <a:blip r:embed="rId2"/>
          <a:srcRect l="-2"/>
          <a:stretch/>
        </p:blipFill>
        <p:spPr>
          <a:xfrm>
            <a:off x="-1494814" y="896335"/>
            <a:ext cx="1103312" cy="559691"/>
          </a:xfrm>
          <a:prstGeom prst="rect">
            <a:avLst/>
          </a:prstGeom>
          <a:ln w="6350">
            <a:solidFill>
              <a:schemeClr val="tx1"/>
            </a:solidFill>
          </a:ln>
        </p:spPr>
      </p:pic>
      <p:sp>
        <p:nvSpPr>
          <p:cNvPr id="12" name="Oval 11">
            <a:extLst>
              <a:ext uri="{FF2B5EF4-FFF2-40B4-BE49-F238E27FC236}">
                <a16:creationId xmlns:a16="http://schemas.microsoft.com/office/drawing/2014/main" id="{31D48601-D2CA-B1F9-9FC9-81EFAFC8FB30}"/>
              </a:ext>
            </a:extLst>
          </p:cNvPr>
          <p:cNvSpPr>
            <a:spLocks noGrp="1"/>
          </p:cNvSpPr>
          <p:nvPr/>
        </p:nvSpPr>
        <p:spPr>
          <a:xfrm>
            <a:off x="-1072348" y="1031564"/>
            <a:ext cx="290665" cy="29066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anchor="ctr">
            <a:normAutofit fontScale="25000" lnSpcReduction="20000"/>
          </a:bodyPr>
          <a:lstStyle/>
          <a:p>
            <a:pPr algn="ctr">
              <a:buNone/>
            </a:pPr>
            <a:endParaRPr/>
          </a:p>
        </p:txBody>
      </p:sp>
      <p:sp>
        <p:nvSpPr>
          <p:cNvPr id="13" name="Text Placeholder 6">
            <a:extLst>
              <a:ext uri="{FF2B5EF4-FFF2-40B4-BE49-F238E27FC236}">
                <a16:creationId xmlns:a16="http://schemas.microsoft.com/office/drawing/2014/main" id="{B3C40B6E-C90A-6DDE-A253-C020FAEC7FCF}"/>
              </a:ext>
            </a:extLst>
          </p:cNvPr>
          <p:cNvSpPr>
            <a:spLocks noGrp="1"/>
          </p:cNvSpPr>
          <p:nvPr>
            <p:ph type="body" idx="16"/>
          </p:nvPr>
        </p:nvSpPr>
        <p:spPr>
          <a:xfrm>
            <a:off x="385200" y="275622"/>
            <a:ext cx="10445749" cy="1137253"/>
          </a:xfrm>
        </p:spPr>
        <p:txBody>
          <a:bodyPr/>
          <a:lstStyle>
            <a:lvl1pPr>
              <a:buNone/>
              <a:defRPr sz="2600" b="1">
                <a:latin typeface="+mj-lt"/>
                <a:ea typeface="+mj-lt"/>
                <a:cs typeface="+mj-lt"/>
              </a:defRPr>
            </a:lvl1pPr>
            <a:lvl2pPr marL="0" indent="0">
              <a:buNone/>
              <a:defRPr sz="2000"/>
            </a:lvl2pPr>
          </a:lstStyle>
          <a:p>
            <a:pPr lvl="0">
              <a:buNone/>
            </a:pPr>
            <a:r>
              <a:t>Klikk for å redigere tekststiler i malen</a:t>
            </a:r>
          </a:p>
          <a:p>
            <a:pPr lvl="1">
              <a:buNone/>
            </a:pPr>
            <a:r>
              <a:t>Andre nivå</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three columns and picture">
    <p:spTree>
      <p:nvGrpSpPr>
        <p:cNvPr id="1" name=""/>
        <p:cNvGrpSpPr/>
        <p:nvPr/>
      </p:nvGrpSpPr>
      <p:grpSpPr>
        <a:xfrm>
          <a:off x="0" y="0"/>
          <a:ext cx="0" cy="0"/>
          <a:chOff x="0" y="0"/>
          <a:chExt cx="0" cy="0"/>
        </a:xfrm>
      </p:grpSpPr>
      <p:sp>
        <p:nvSpPr>
          <p:cNvPr id="11" name="Picture Placeholder 3">
            <a:extLst>
              <a:ext uri="{FF2B5EF4-FFF2-40B4-BE49-F238E27FC236}">
                <a16:creationId xmlns:a16="http://schemas.microsoft.com/office/drawing/2014/main" id="{8D9EAB5E-A3A4-E56C-296B-A3548EFAFEE8}"/>
              </a:ext>
            </a:extLst>
          </p:cNvPr>
          <p:cNvSpPr>
            <a:spLocks noGrp="1"/>
          </p:cNvSpPr>
          <p:nvPr>
            <p:ph type="pic" idx="16"/>
          </p:nvPr>
        </p:nvSpPr>
        <p:spPr>
          <a:xfrm>
            <a:off x="9091838" y="1939925"/>
            <a:ext cx="2714400" cy="4030663"/>
          </a:xfrm>
          <a:prstGeom prst="rect">
            <a:avLst/>
          </a:prstGeom>
          <a:noFill/>
        </p:spPr>
        <p:txBody>
          <a:bodyPr tIns="72000"/>
          <a:lstStyle>
            <a:lvl1pPr marL="0" indent="0" algn="ctr">
              <a:buNone/>
              <a:defRPr sz="1200"/>
            </a:lvl1pPr>
          </a:lstStyle>
          <a:p>
            <a:r>
              <a:t>Klikk på ikonet for å legge til et bilde</a:t>
            </a:r>
          </a:p>
        </p:txBody>
      </p:sp>
      <p:sp>
        <p:nvSpPr>
          <p:cNvPr id="5" name="Content Placeholder 8">
            <a:extLst>
              <a:ext uri="{FF2B5EF4-FFF2-40B4-BE49-F238E27FC236}">
                <a16:creationId xmlns:a16="http://schemas.microsoft.com/office/drawing/2014/main" id="{4F4C9BA7-7697-7DB9-429C-2CB300500BEE}"/>
              </a:ext>
            </a:extLst>
          </p:cNvPr>
          <p:cNvSpPr>
            <a:spLocks noGrp="1"/>
          </p:cNvSpPr>
          <p:nvPr>
            <p:ph idx="13"/>
          </p:nvPr>
        </p:nvSpPr>
        <p:spPr>
          <a:xfrm>
            <a:off x="384175" y="1939925"/>
            <a:ext cx="2714400" cy="4030663"/>
          </a:xfrm>
        </p:spPr>
        <p:txBody>
          <a:bodyPr/>
          <a:lstStyle>
            <a:lvl1pPr>
              <a:buNone/>
              <a:defRPr sz="1600"/>
            </a:lvl1pPr>
            <a:lvl2pPr marL="144000" indent="-144000">
              <a:buNone/>
              <a:defRPr sz="1600"/>
            </a:lvl2pPr>
            <a:lvl3pPr marL="288000" indent="-144000">
              <a:buNone/>
              <a:defRPr sz="1600"/>
            </a:lvl3pPr>
          </a:lstStyle>
          <a:p>
            <a:pPr lvl="0">
              <a:buNone/>
            </a:pPr>
            <a:r>
              <a:t>Klikk for å redigere tekststiler i malen</a:t>
            </a:r>
          </a:p>
          <a:p>
            <a:pPr lvl="1">
              <a:buNone/>
            </a:pPr>
            <a:r>
              <a:t>Andre nivå</a:t>
            </a:r>
          </a:p>
          <a:p>
            <a:pPr lvl="2">
              <a:buNone/>
            </a:pPr>
            <a:r>
              <a:t>Tredje nivå</a:t>
            </a:r>
          </a:p>
        </p:txBody>
      </p:sp>
      <p:sp>
        <p:nvSpPr>
          <p:cNvPr id="6" name="Content Placeholder 8">
            <a:extLst>
              <a:ext uri="{FF2B5EF4-FFF2-40B4-BE49-F238E27FC236}">
                <a16:creationId xmlns:a16="http://schemas.microsoft.com/office/drawing/2014/main" id="{2F2234AF-F7A2-B7CE-028C-F89522A07BC2}"/>
              </a:ext>
            </a:extLst>
          </p:cNvPr>
          <p:cNvSpPr>
            <a:spLocks noGrp="1"/>
          </p:cNvSpPr>
          <p:nvPr>
            <p:ph idx="23"/>
          </p:nvPr>
        </p:nvSpPr>
        <p:spPr>
          <a:xfrm>
            <a:off x="3287938" y="1939925"/>
            <a:ext cx="2714400" cy="4030663"/>
          </a:xfrm>
        </p:spPr>
        <p:txBody>
          <a:bodyPr/>
          <a:lstStyle>
            <a:lvl1pPr>
              <a:buNone/>
              <a:defRPr sz="1600"/>
            </a:lvl1pPr>
            <a:lvl2pPr marL="144000" indent="-144000">
              <a:buNone/>
              <a:defRPr sz="1600"/>
            </a:lvl2pPr>
            <a:lvl3pPr marL="288000" indent="-144000">
              <a:buNone/>
              <a:defRPr sz="1600"/>
            </a:lvl3pPr>
          </a:lstStyle>
          <a:p>
            <a:pPr lvl="0">
              <a:buNone/>
            </a:pPr>
            <a:r>
              <a:t>Klikk for å redigere tekststiler i malen</a:t>
            </a:r>
          </a:p>
          <a:p>
            <a:pPr lvl="1">
              <a:buNone/>
            </a:pPr>
            <a:r>
              <a:t>Andre nivå</a:t>
            </a:r>
          </a:p>
          <a:p>
            <a:pPr lvl="2">
              <a:buNone/>
            </a:pPr>
            <a:r>
              <a:t>Tredje nivå</a:t>
            </a:r>
          </a:p>
        </p:txBody>
      </p:sp>
      <p:sp>
        <p:nvSpPr>
          <p:cNvPr id="4" name="textruta 12">
            <a:extLst>
              <a:ext uri="{FF2B5EF4-FFF2-40B4-BE49-F238E27FC236}">
                <a16:creationId xmlns:a16="http://schemas.microsoft.com/office/drawing/2014/main" id="{A02B0295-4B9A-4BD7-E87C-7F8EB8B281CE}"/>
              </a:ext>
            </a:extLst>
          </p:cNvPr>
          <p:cNvSpPr>
            <a:spLocks noGrp="1"/>
          </p:cNvSpPr>
          <p:nvPr/>
        </p:nvSpPr>
        <p:spPr>
          <a:xfrm>
            <a:off x="-1604332" y="1"/>
            <a:ext cx="1512445" cy="1608082"/>
          </a:xfrm>
          <a:prstGeom prst="rect">
            <a:avLst/>
          </a:prstGeom>
          <a:solidFill>
            <a:schemeClr val="bg1"/>
          </a:solidFill>
        </p:spPr>
        <p:txBody>
          <a:bodyPr wrap="square" tIns="108000" anchor="t">
            <a:noAutofit/>
          </a:bodyPr>
          <a:lstStyle/>
          <a:p>
            <a:pPr>
              <a:spcAft>
                <a:spcPts val="600"/>
              </a:spcAft>
              <a:buNone/>
            </a:pPr>
            <a:r>
              <a:rPr sz="900" b="0">
                <a:latin typeface="+mn-lt"/>
                <a:ea typeface="+mn-lt"/>
                <a:cs typeface="+mn-lt"/>
              </a:rPr>
              <a:t>To change from </a:t>
            </a:r>
            <a:br>
              <a:rPr sz="900" b="0">
                <a:latin typeface="+mn-lt"/>
                <a:ea typeface="+mn-lt"/>
                <a:cs typeface="+mn-lt"/>
              </a:rPr>
            </a:br>
            <a:r>
              <a:rPr sz="900" b="1">
                <a:latin typeface="+mn-lt"/>
                <a:ea typeface="+mn-lt"/>
                <a:cs typeface="+mn-lt"/>
              </a:rPr>
              <a:t>Headline</a:t>
            </a:r>
            <a:r>
              <a:rPr sz="900" b="0">
                <a:latin typeface="+mn-lt"/>
                <a:ea typeface="+mn-lt"/>
                <a:cs typeface="+mn-lt"/>
              </a:rPr>
              <a:t> to</a:t>
            </a:r>
            <a:r>
              <a:rPr sz="900" b="1">
                <a:latin typeface="+mn-lt"/>
                <a:ea typeface="+mn-lt"/>
                <a:cs typeface="+mn-lt"/>
              </a:rPr>
              <a:t> Sub header</a:t>
            </a:r>
            <a:r>
              <a:rPr sz="900" b="0">
                <a:latin typeface="+mn-lt"/>
                <a:ea typeface="+mn-lt"/>
                <a:cs typeface="+mn-lt"/>
              </a:rPr>
              <a:t>, press enter/return after your headline then use </a:t>
            </a:r>
            <a:br>
              <a:rPr sz="900" b="0">
                <a:latin typeface="+mn-lt"/>
                <a:ea typeface="+mn-lt"/>
                <a:cs typeface="+mn-lt"/>
              </a:rPr>
            </a:br>
            <a:r>
              <a:rPr sz="900" b="0">
                <a:latin typeface="+mn-lt"/>
                <a:ea typeface="+mn-lt"/>
                <a:cs typeface="+mn-lt"/>
              </a:rPr>
              <a:t>this function</a:t>
            </a:r>
          </a:p>
        </p:txBody>
      </p:sp>
      <p:pic>
        <p:nvPicPr>
          <p:cNvPr id="19" name="Picture 9"/>
          <p:cNvPicPr>
            <a:picLocks noChangeAspect="1"/>
          </p:cNvPicPr>
          <p:nvPr/>
        </p:nvPicPr>
        <p:blipFill rotWithShape="1">
          <a:blip r:embed="rId2"/>
          <a:srcRect l="-2"/>
          <a:stretch/>
        </p:blipFill>
        <p:spPr>
          <a:xfrm>
            <a:off x="-1494814" y="896335"/>
            <a:ext cx="1103312" cy="559691"/>
          </a:xfrm>
          <a:prstGeom prst="rect">
            <a:avLst/>
          </a:prstGeom>
          <a:ln w="6350">
            <a:solidFill>
              <a:schemeClr val="tx1"/>
            </a:solidFill>
          </a:ln>
        </p:spPr>
      </p:pic>
      <p:sp>
        <p:nvSpPr>
          <p:cNvPr id="9" name="Oval 8">
            <a:extLst>
              <a:ext uri="{FF2B5EF4-FFF2-40B4-BE49-F238E27FC236}">
                <a16:creationId xmlns:a16="http://schemas.microsoft.com/office/drawing/2014/main" id="{79CAA960-A454-4403-D9C7-D2A2688282FF}"/>
              </a:ext>
            </a:extLst>
          </p:cNvPr>
          <p:cNvSpPr>
            <a:spLocks noGrp="1"/>
          </p:cNvSpPr>
          <p:nvPr/>
        </p:nvSpPr>
        <p:spPr>
          <a:xfrm>
            <a:off x="-1072348" y="1031564"/>
            <a:ext cx="290665" cy="29066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anchor="ctr">
            <a:normAutofit fontScale="25000" lnSpcReduction="20000"/>
          </a:bodyPr>
          <a:lstStyle/>
          <a:p>
            <a:pPr algn="ctr">
              <a:buNone/>
            </a:pPr>
            <a:endParaRPr/>
          </a:p>
        </p:txBody>
      </p:sp>
      <p:sp>
        <p:nvSpPr>
          <p:cNvPr id="12" name="Text Placeholder 6">
            <a:extLst>
              <a:ext uri="{FF2B5EF4-FFF2-40B4-BE49-F238E27FC236}">
                <a16:creationId xmlns:a16="http://schemas.microsoft.com/office/drawing/2014/main" id="{3388E384-9E34-C177-74DC-C142D2FB4CFB}"/>
              </a:ext>
            </a:extLst>
          </p:cNvPr>
          <p:cNvSpPr>
            <a:spLocks noGrp="1"/>
          </p:cNvSpPr>
          <p:nvPr>
            <p:ph type="body" idx="24"/>
          </p:nvPr>
        </p:nvSpPr>
        <p:spPr>
          <a:xfrm>
            <a:off x="385200" y="275622"/>
            <a:ext cx="10445749" cy="1137253"/>
          </a:xfrm>
        </p:spPr>
        <p:txBody>
          <a:bodyPr/>
          <a:lstStyle>
            <a:lvl1pPr>
              <a:buNone/>
              <a:defRPr sz="2600" b="1">
                <a:latin typeface="+mj-lt"/>
                <a:ea typeface="+mj-lt"/>
                <a:cs typeface="+mj-lt"/>
              </a:defRPr>
            </a:lvl1pPr>
            <a:lvl2pPr marL="0" indent="0">
              <a:buNone/>
              <a:defRPr sz="2000"/>
            </a:lvl2pPr>
          </a:lstStyle>
          <a:p>
            <a:pPr lvl="0">
              <a:buNone/>
            </a:pPr>
            <a:r>
              <a:t>Klikk for å redigere tekststiler i malen</a:t>
            </a:r>
          </a:p>
          <a:p>
            <a:pPr lvl="1">
              <a:buNone/>
            </a:pPr>
            <a:r>
              <a:t>Andre nivå</a:t>
            </a:r>
          </a:p>
        </p:txBody>
      </p:sp>
      <p:sp>
        <p:nvSpPr>
          <p:cNvPr id="13" name="Content Placeholder 8">
            <a:extLst>
              <a:ext uri="{FF2B5EF4-FFF2-40B4-BE49-F238E27FC236}">
                <a16:creationId xmlns:a16="http://schemas.microsoft.com/office/drawing/2014/main" id="{4E3B1891-4821-2EF3-B76F-8EEA08C7675A}"/>
              </a:ext>
            </a:extLst>
          </p:cNvPr>
          <p:cNvSpPr>
            <a:spLocks noGrp="1"/>
          </p:cNvSpPr>
          <p:nvPr>
            <p:ph idx="25"/>
          </p:nvPr>
        </p:nvSpPr>
        <p:spPr>
          <a:xfrm>
            <a:off x="6189888" y="1939925"/>
            <a:ext cx="2714400" cy="4030663"/>
          </a:xfrm>
        </p:spPr>
        <p:txBody>
          <a:bodyPr/>
          <a:lstStyle>
            <a:lvl1pPr>
              <a:buNone/>
              <a:defRPr sz="1600"/>
            </a:lvl1pPr>
            <a:lvl2pPr marL="144000" indent="-144000">
              <a:buNone/>
              <a:defRPr sz="1600"/>
            </a:lvl2pPr>
            <a:lvl3pPr marL="288000" indent="-144000">
              <a:buNone/>
              <a:defRPr sz="1600"/>
            </a:lvl3pPr>
          </a:lstStyle>
          <a:p>
            <a:pPr lvl="0">
              <a:buNone/>
            </a:pPr>
            <a:r>
              <a:t>Klikk for å redigere tekststiler i malen</a:t>
            </a:r>
          </a:p>
          <a:p>
            <a:pPr lvl="1">
              <a:buNone/>
            </a:pPr>
            <a:r>
              <a:t>Andre nivå</a:t>
            </a:r>
          </a:p>
          <a:p>
            <a:pPr lvl="2">
              <a:buNone/>
            </a:pPr>
            <a:r>
              <a:t>Tredje nivå</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four columns">
    <p:spTree>
      <p:nvGrpSpPr>
        <p:cNvPr id="1" name=""/>
        <p:cNvGrpSpPr/>
        <p:nvPr/>
      </p:nvGrpSpPr>
      <p:grpSpPr>
        <a:xfrm>
          <a:off x="0" y="0"/>
          <a:ext cx="0" cy="0"/>
          <a:chOff x="0" y="0"/>
          <a:chExt cx="0" cy="0"/>
        </a:xfrm>
      </p:grpSpPr>
      <p:sp>
        <p:nvSpPr>
          <p:cNvPr id="5" name="Content Placeholder 8">
            <a:extLst>
              <a:ext uri="{FF2B5EF4-FFF2-40B4-BE49-F238E27FC236}">
                <a16:creationId xmlns:a16="http://schemas.microsoft.com/office/drawing/2014/main" id="{4F4C9BA7-7697-7DB9-429C-2CB300500BEE}"/>
              </a:ext>
            </a:extLst>
          </p:cNvPr>
          <p:cNvSpPr>
            <a:spLocks noGrp="1"/>
          </p:cNvSpPr>
          <p:nvPr>
            <p:ph idx="13"/>
          </p:nvPr>
        </p:nvSpPr>
        <p:spPr>
          <a:xfrm>
            <a:off x="384175" y="1939925"/>
            <a:ext cx="2714400" cy="4030663"/>
          </a:xfrm>
        </p:spPr>
        <p:txBody>
          <a:bodyPr/>
          <a:lstStyle>
            <a:lvl1pPr>
              <a:buNone/>
              <a:defRPr sz="1600"/>
            </a:lvl1pPr>
            <a:lvl2pPr marL="144000" indent="-144000">
              <a:buNone/>
              <a:defRPr sz="1600"/>
            </a:lvl2pPr>
            <a:lvl3pPr marL="288000" indent="-144000">
              <a:buNone/>
              <a:defRPr sz="1600"/>
            </a:lvl3pPr>
          </a:lstStyle>
          <a:p>
            <a:pPr lvl="0">
              <a:buNone/>
            </a:pPr>
            <a:r>
              <a:t>Klikk for å redigere tekststiler i malen</a:t>
            </a:r>
          </a:p>
          <a:p>
            <a:pPr lvl="1">
              <a:buNone/>
            </a:pPr>
            <a:r>
              <a:t>Andre nivå</a:t>
            </a:r>
          </a:p>
          <a:p>
            <a:pPr lvl="2">
              <a:buNone/>
            </a:pPr>
            <a:r>
              <a:t>Tredje nivå</a:t>
            </a:r>
          </a:p>
        </p:txBody>
      </p:sp>
      <p:sp>
        <p:nvSpPr>
          <p:cNvPr id="6" name="Content Placeholder 8">
            <a:extLst>
              <a:ext uri="{FF2B5EF4-FFF2-40B4-BE49-F238E27FC236}">
                <a16:creationId xmlns:a16="http://schemas.microsoft.com/office/drawing/2014/main" id="{2F2234AF-F7A2-B7CE-028C-F89522A07BC2}"/>
              </a:ext>
            </a:extLst>
          </p:cNvPr>
          <p:cNvSpPr>
            <a:spLocks noGrp="1"/>
          </p:cNvSpPr>
          <p:nvPr>
            <p:ph idx="23"/>
          </p:nvPr>
        </p:nvSpPr>
        <p:spPr>
          <a:xfrm>
            <a:off x="3287938" y="1939925"/>
            <a:ext cx="2714400" cy="4030663"/>
          </a:xfrm>
        </p:spPr>
        <p:txBody>
          <a:bodyPr/>
          <a:lstStyle>
            <a:lvl1pPr>
              <a:buNone/>
              <a:defRPr sz="1600"/>
            </a:lvl1pPr>
            <a:lvl2pPr marL="144000" indent="-144000">
              <a:buNone/>
              <a:defRPr sz="1600"/>
            </a:lvl2pPr>
            <a:lvl3pPr marL="288000" indent="-144000">
              <a:buNone/>
              <a:defRPr sz="1600"/>
            </a:lvl3pPr>
          </a:lstStyle>
          <a:p>
            <a:pPr lvl="0">
              <a:buNone/>
            </a:pPr>
            <a:r>
              <a:t>Klikk for å redigere tekststiler i malen</a:t>
            </a:r>
          </a:p>
          <a:p>
            <a:pPr lvl="1">
              <a:buNone/>
            </a:pPr>
            <a:r>
              <a:t>Andre nivå</a:t>
            </a:r>
          </a:p>
          <a:p>
            <a:pPr lvl="2">
              <a:buNone/>
            </a:pPr>
            <a:r>
              <a:t>Tredje nivå</a:t>
            </a:r>
          </a:p>
        </p:txBody>
      </p:sp>
      <p:sp>
        <p:nvSpPr>
          <p:cNvPr id="2" name="Content Placeholder 8">
            <a:extLst>
              <a:ext uri="{FF2B5EF4-FFF2-40B4-BE49-F238E27FC236}">
                <a16:creationId xmlns:a16="http://schemas.microsoft.com/office/drawing/2014/main" id="{208024A6-70B3-A5EE-58B6-B7C764EFDB0E}"/>
              </a:ext>
            </a:extLst>
          </p:cNvPr>
          <p:cNvSpPr>
            <a:spLocks noGrp="1"/>
          </p:cNvSpPr>
          <p:nvPr>
            <p:ph idx="24"/>
          </p:nvPr>
        </p:nvSpPr>
        <p:spPr>
          <a:xfrm>
            <a:off x="6189888" y="1939925"/>
            <a:ext cx="2714400" cy="4030663"/>
          </a:xfrm>
        </p:spPr>
        <p:txBody>
          <a:bodyPr/>
          <a:lstStyle>
            <a:lvl1pPr>
              <a:buNone/>
              <a:defRPr sz="1600"/>
            </a:lvl1pPr>
            <a:lvl2pPr marL="144000" indent="-144000">
              <a:buNone/>
              <a:defRPr sz="1600"/>
            </a:lvl2pPr>
            <a:lvl3pPr marL="288000" indent="-144000">
              <a:buNone/>
              <a:defRPr sz="1600"/>
            </a:lvl3pPr>
          </a:lstStyle>
          <a:p>
            <a:pPr lvl="0">
              <a:buNone/>
            </a:pPr>
            <a:r>
              <a:t>Klikk for å redigere tekststiler i malen</a:t>
            </a:r>
          </a:p>
          <a:p>
            <a:pPr lvl="1">
              <a:buNone/>
            </a:pPr>
            <a:r>
              <a:t>Andre nivå</a:t>
            </a:r>
          </a:p>
          <a:p>
            <a:pPr lvl="2">
              <a:buNone/>
            </a:pPr>
            <a:r>
              <a:t>Tredje nivå</a:t>
            </a:r>
          </a:p>
        </p:txBody>
      </p:sp>
      <p:sp>
        <p:nvSpPr>
          <p:cNvPr id="3" name="Content Placeholder 8">
            <a:extLst>
              <a:ext uri="{FF2B5EF4-FFF2-40B4-BE49-F238E27FC236}">
                <a16:creationId xmlns:a16="http://schemas.microsoft.com/office/drawing/2014/main" id="{F05AF88B-58C6-2BD2-6CEB-63EAAA585602}"/>
              </a:ext>
            </a:extLst>
          </p:cNvPr>
          <p:cNvSpPr>
            <a:spLocks noGrp="1"/>
          </p:cNvSpPr>
          <p:nvPr>
            <p:ph idx="25"/>
          </p:nvPr>
        </p:nvSpPr>
        <p:spPr>
          <a:xfrm>
            <a:off x="9093651" y="1939925"/>
            <a:ext cx="2714400" cy="4030663"/>
          </a:xfrm>
        </p:spPr>
        <p:txBody>
          <a:bodyPr/>
          <a:lstStyle>
            <a:lvl1pPr>
              <a:buNone/>
              <a:defRPr sz="1600"/>
            </a:lvl1pPr>
            <a:lvl2pPr marL="144000" indent="-144000">
              <a:buNone/>
              <a:defRPr sz="1600"/>
            </a:lvl2pPr>
            <a:lvl3pPr marL="288000" indent="-144000">
              <a:buNone/>
              <a:defRPr sz="1600"/>
            </a:lvl3pPr>
          </a:lstStyle>
          <a:p>
            <a:pPr lvl="0">
              <a:buNone/>
            </a:pPr>
            <a:r>
              <a:t>Klikk for å redigere tekststiler i malen</a:t>
            </a:r>
          </a:p>
          <a:p>
            <a:pPr lvl="1">
              <a:buNone/>
            </a:pPr>
            <a:r>
              <a:t>Andre nivå</a:t>
            </a:r>
          </a:p>
          <a:p>
            <a:pPr lvl="2">
              <a:buNone/>
            </a:pPr>
            <a:r>
              <a:t>Tredje nivå</a:t>
            </a:r>
          </a:p>
        </p:txBody>
      </p:sp>
      <p:sp>
        <p:nvSpPr>
          <p:cNvPr id="9" name="textruta 12">
            <a:extLst>
              <a:ext uri="{FF2B5EF4-FFF2-40B4-BE49-F238E27FC236}">
                <a16:creationId xmlns:a16="http://schemas.microsoft.com/office/drawing/2014/main" id="{1113843C-504B-D46A-64C4-963754CEED54}"/>
              </a:ext>
            </a:extLst>
          </p:cNvPr>
          <p:cNvSpPr>
            <a:spLocks noGrp="1"/>
          </p:cNvSpPr>
          <p:nvPr/>
        </p:nvSpPr>
        <p:spPr>
          <a:xfrm>
            <a:off x="-1604332" y="1"/>
            <a:ext cx="1512445" cy="1608082"/>
          </a:xfrm>
          <a:prstGeom prst="rect">
            <a:avLst/>
          </a:prstGeom>
          <a:solidFill>
            <a:schemeClr val="bg1"/>
          </a:solidFill>
        </p:spPr>
        <p:txBody>
          <a:bodyPr wrap="square" tIns="108000" anchor="t">
            <a:noAutofit/>
          </a:bodyPr>
          <a:lstStyle/>
          <a:p>
            <a:pPr>
              <a:spcAft>
                <a:spcPts val="600"/>
              </a:spcAft>
              <a:buNone/>
            </a:pPr>
            <a:r>
              <a:rPr sz="900" b="0">
                <a:latin typeface="+mn-lt"/>
                <a:ea typeface="+mn-lt"/>
                <a:cs typeface="+mn-lt"/>
              </a:rPr>
              <a:t>To change from </a:t>
            </a:r>
            <a:br>
              <a:rPr sz="900" b="0">
                <a:latin typeface="+mn-lt"/>
                <a:ea typeface="+mn-lt"/>
                <a:cs typeface="+mn-lt"/>
              </a:rPr>
            </a:br>
            <a:r>
              <a:rPr sz="900" b="1">
                <a:latin typeface="+mn-lt"/>
                <a:ea typeface="+mn-lt"/>
                <a:cs typeface="+mn-lt"/>
              </a:rPr>
              <a:t>Headline</a:t>
            </a:r>
            <a:r>
              <a:rPr sz="900" b="0">
                <a:latin typeface="+mn-lt"/>
                <a:ea typeface="+mn-lt"/>
                <a:cs typeface="+mn-lt"/>
              </a:rPr>
              <a:t> to</a:t>
            </a:r>
            <a:r>
              <a:rPr sz="900" b="1">
                <a:latin typeface="+mn-lt"/>
                <a:ea typeface="+mn-lt"/>
                <a:cs typeface="+mn-lt"/>
              </a:rPr>
              <a:t> Sub header</a:t>
            </a:r>
            <a:r>
              <a:rPr sz="900" b="0">
                <a:latin typeface="+mn-lt"/>
                <a:ea typeface="+mn-lt"/>
                <a:cs typeface="+mn-lt"/>
              </a:rPr>
              <a:t>, press enter/return after your headline then use </a:t>
            </a:r>
            <a:br>
              <a:rPr sz="900" b="0">
                <a:latin typeface="+mn-lt"/>
                <a:ea typeface="+mn-lt"/>
                <a:cs typeface="+mn-lt"/>
              </a:rPr>
            </a:br>
            <a:r>
              <a:rPr sz="900" b="0">
                <a:latin typeface="+mn-lt"/>
                <a:ea typeface="+mn-lt"/>
                <a:cs typeface="+mn-lt"/>
              </a:rPr>
              <a:t>this function</a:t>
            </a:r>
          </a:p>
        </p:txBody>
      </p:sp>
      <p:pic>
        <p:nvPicPr>
          <p:cNvPr id="21" name="Picture 9"/>
          <p:cNvPicPr>
            <a:picLocks noChangeAspect="1"/>
          </p:cNvPicPr>
          <p:nvPr/>
        </p:nvPicPr>
        <p:blipFill rotWithShape="1">
          <a:blip r:embed="rId2"/>
          <a:srcRect l="-2"/>
          <a:stretch/>
        </p:blipFill>
        <p:spPr>
          <a:xfrm>
            <a:off x="-1494814" y="896335"/>
            <a:ext cx="1103312" cy="559691"/>
          </a:xfrm>
          <a:prstGeom prst="rect">
            <a:avLst/>
          </a:prstGeom>
          <a:ln w="6350">
            <a:solidFill>
              <a:schemeClr val="tx1"/>
            </a:solidFill>
          </a:ln>
        </p:spPr>
      </p:pic>
      <p:sp>
        <p:nvSpPr>
          <p:cNvPr id="13" name="Oval 12">
            <a:extLst>
              <a:ext uri="{FF2B5EF4-FFF2-40B4-BE49-F238E27FC236}">
                <a16:creationId xmlns:a16="http://schemas.microsoft.com/office/drawing/2014/main" id="{D55122B5-9BAF-F76F-B2F5-7CD6E524FD48}"/>
              </a:ext>
            </a:extLst>
          </p:cNvPr>
          <p:cNvSpPr>
            <a:spLocks noGrp="1"/>
          </p:cNvSpPr>
          <p:nvPr/>
        </p:nvSpPr>
        <p:spPr>
          <a:xfrm>
            <a:off x="-1072348" y="1031564"/>
            <a:ext cx="290665" cy="29066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anchor="ctr">
            <a:normAutofit fontScale="25000" lnSpcReduction="20000"/>
          </a:bodyPr>
          <a:lstStyle/>
          <a:p>
            <a:pPr algn="ctr">
              <a:buNone/>
            </a:pPr>
            <a:endParaRPr/>
          </a:p>
        </p:txBody>
      </p:sp>
      <p:sp>
        <p:nvSpPr>
          <p:cNvPr id="14" name="Text Placeholder 6">
            <a:extLst>
              <a:ext uri="{FF2B5EF4-FFF2-40B4-BE49-F238E27FC236}">
                <a16:creationId xmlns:a16="http://schemas.microsoft.com/office/drawing/2014/main" id="{F860C47B-E5B9-0F72-53F3-5094116A2172}"/>
              </a:ext>
            </a:extLst>
          </p:cNvPr>
          <p:cNvSpPr>
            <a:spLocks noGrp="1"/>
          </p:cNvSpPr>
          <p:nvPr>
            <p:ph type="body" idx="15"/>
          </p:nvPr>
        </p:nvSpPr>
        <p:spPr>
          <a:xfrm>
            <a:off x="385200" y="275622"/>
            <a:ext cx="10445749" cy="1137253"/>
          </a:xfrm>
        </p:spPr>
        <p:txBody>
          <a:bodyPr/>
          <a:lstStyle>
            <a:lvl1pPr>
              <a:buNone/>
              <a:defRPr sz="2600" b="1">
                <a:latin typeface="+mj-lt"/>
                <a:ea typeface="+mj-lt"/>
                <a:cs typeface="+mj-lt"/>
              </a:defRPr>
            </a:lvl1pPr>
            <a:lvl2pPr marL="0" indent="0">
              <a:buNone/>
              <a:defRPr sz="2000"/>
            </a:lvl2pPr>
          </a:lstStyle>
          <a:p>
            <a:pPr lvl="0">
              <a:buNone/>
            </a:pPr>
            <a:r>
              <a:t>Klikk for å redigere tekststiler i malen</a:t>
            </a:r>
          </a:p>
          <a:p>
            <a:pPr lvl="1">
              <a:buNone/>
            </a:pPr>
            <a:r>
              <a:t>Andre nivå</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Quote or Key message">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39AC8D4E-64F7-CC37-3D2D-A47D6586D713}"/>
              </a:ext>
            </a:extLst>
          </p:cNvPr>
          <p:cNvSpPr>
            <a:spLocks noGrp="1"/>
          </p:cNvSpPr>
          <p:nvPr>
            <p:ph type="body" idx="13"/>
          </p:nvPr>
        </p:nvSpPr>
        <p:spPr>
          <a:xfrm>
            <a:off x="384175" y="4048125"/>
            <a:ext cx="9486900" cy="1922464"/>
          </a:xfrm>
        </p:spPr>
        <p:txBody>
          <a:bodyPr/>
          <a:lstStyle>
            <a:lvl1pPr marL="0" indent="0">
              <a:lnSpc>
                <a:spcPct val="80000"/>
              </a:lnSpc>
              <a:spcBef>
                <a:spcPts val="0"/>
              </a:spcBef>
              <a:spcAft>
                <a:spcPts val="0"/>
              </a:spcAft>
              <a:buNone/>
              <a:defRPr sz="5200" spc="-80" baseline="0"/>
            </a:lvl1pPr>
            <a:lvl2pPr marL="180975" indent="0">
              <a:buNone/>
              <a:defRPr/>
            </a:lvl2pPr>
          </a:lstStyle>
          <a:p>
            <a:pPr lvl="0">
              <a:buNone/>
            </a:pPr>
            <a:r>
              <a:t>Klikk for å redigere tekststiler i malen</a:t>
            </a:r>
          </a:p>
        </p:txBody>
      </p:sp>
      <p:sp>
        <p:nvSpPr>
          <p:cNvPr id="3" name="textruta 12">
            <a:extLst>
              <a:ext uri="{FF2B5EF4-FFF2-40B4-BE49-F238E27FC236}">
                <a16:creationId xmlns:a16="http://schemas.microsoft.com/office/drawing/2014/main" id="{8A9E14C3-DFE8-298B-0644-439DA0ABF745}"/>
              </a:ext>
            </a:extLst>
          </p:cNvPr>
          <p:cNvSpPr>
            <a:spLocks noGrp="1"/>
          </p:cNvSpPr>
          <p:nvPr/>
        </p:nvSpPr>
        <p:spPr>
          <a:xfrm>
            <a:off x="12272400" y="0"/>
            <a:ext cx="1681523" cy="1939925"/>
          </a:xfrm>
          <a:prstGeom prst="rect">
            <a:avLst/>
          </a:prstGeom>
          <a:solidFill>
            <a:schemeClr val="bg1"/>
          </a:solidFill>
        </p:spPr>
        <p:txBody>
          <a:bodyPr wrap="square" tIns="108000" anchor="t">
            <a:noAutofit/>
          </a:bodyPr>
          <a:lstStyle/>
          <a:p>
            <a:pPr>
              <a:spcAft>
                <a:spcPts val="600"/>
              </a:spcAft>
              <a:buNone/>
            </a:pPr>
            <a:r>
              <a:rPr sz="900" b="1">
                <a:latin typeface="+mn-lt"/>
                <a:ea typeface="+mn-lt"/>
                <a:cs typeface="+mn-lt"/>
              </a:rPr>
              <a:t>Change background color</a:t>
            </a:r>
          </a:p>
          <a:p>
            <a:r>
              <a:rPr sz="900">
                <a:solidFill>
                  <a:schemeClr val="tx1"/>
                </a:solidFill>
                <a:latin typeface="+mn-lt"/>
                <a:ea typeface="+mn-lt"/>
                <a:cs typeface="+mn-lt"/>
              </a:rPr>
              <a:t>If you would like, you can change the background color, select </a:t>
            </a:r>
            <a:r>
              <a:rPr sz="900" b="1">
                <a:solidFill>
                  <a:schemeClr val="tx1"/>
                </a:solidFill>
                <a:latin typeface="+mn-lt"/>
                <a:ea typeface="+mn-lt"/>
                <a:cs typeface="+mn-lt"/>
              </a:rPr>
              <a:t>Format Background </a:t>
            </a:r>
            <a:r>
              <a:rPr sz="900">
                <a:solidFill>
                  <a:schemeClr val="tx1"/>
                </a:solidFill>
                <a:latin typeface="+mn-lt"/>
                <a:ea typeface="+mn-lt"/>
                <a:cs typeface="+mn-lt"/>
              </a:rPr>
              <a:t>from the context menu, and select </a:t>
            </a:r>
            <a:r>
              <a:rPr sz="900" b="1">
                <a:solidFill>
                  <a:schemeClr val="tx1"/>
                </a:solidFill>
                <a:latin typeface="+mn-lt"/>
                <a:ea typeface="+mn-lt"/>
                <a:cs typeface="+mn-lt"/>
              </a:rPr>
              <a:t>Solid fill. </a:t>
            </a:r>
            <a:r>
              <a:rPr sz="900">
                <a:solidFill>
                  <a:schemeClr val="tx1"/>
                </a:solidFill>
                <a:latin typeface="+mn-lt"/>
                <a:ea typeface="+mn-lt"/>
                <a:cs typeface="+mn-lt"/>
              </a:rPr>
              <a:t>You may </a:t>
            </a:r>
            <a:r>
              <a:rPr sz="900" b="1">
                <a:solidFill>
                  <a:schemeClr val="tx1"/>
                </a:solidFill>
                <a:latin typeface="+mn-lt"/>
                <a:ea typeface="+mn-lt"/>
                <a:cs typeface="+mn-lt"/>
              </a:rPr>
              <a:t>ONLY</a:t>
            </a:r>
            <a:r>
              <a:rPr sz="900">
                <a:solidFill>
                  <a:schemeClr val="tx1"/>
                </a:solidFill>
                <a:latin typeface="+mn-lt"/>
                <a:ea typeface="+mn-lt"/>
                <a:cs typeface="+mn-lt"/>
              </a:rPr>
              <a:t> use </a:t>
            </a:r>
            <a:r>
              <a:rPr sz="900" b="1">
                <a:solidFill>
                  <a:schemeClr val="tx1"/>
                </a:solidFill>
                <a:latin typeface="+mn-lt"/>
                <a:ea typeface="+mn-lt"/>
                <a:cs typeface="+mn-lt"/>
              </a:rPr>
              <a:t>white, G30 </a:t>
            </a:r>
            <a:r>
              <a:rPr sz="900" b="0">
                <a:solidFill>
                  <a:schemeClr val="tx1"/>
                </a:solidFill>
                <a:latin typeface="+mn-lt"/>
                <a:ea typeface="+mn-lt"/>
                <a:cs typeface="+mn-lt"/>
              </a:rPr>
              <a:t>and</a:t>
            </a:r>
            <a:r>
              <a:rPr sz="900" b="1">
                <a:solidFill>
                  <a:schemeClr val="tx1"/>
                </a:solidFill>
                <a:latin typeface="+mn-lt"/>
                <a:ea typeface="+mn-lt"/>
                <a:cs typeface="+mn-lt"/>
              </a:rPr>
              <a:t> Bearing Red.</a:t>
            </a:r>
            <a:endParaRPr sz="900" baseline="0">
              <a:solidFill>
                <a:schemeClr val="tx1"/>
              </a:solidFill>
              <a:latin typeface="+mn-lt"/>
              <a:ea typeface="+mn-lt"/>
              <a:cs typeface="+mn-lt"/>
            </a:endParaRPr>
          </a:p>
          <a:p>
            <a:pPr algn="ctr">
              <a:buNone/>
            </a:pPr>
            <a:endParaRPr sz="900" baseline="0">
              <a:solidFill>
                <a:schemeClr val="tx1">
                  <a:lumMod val="65000"/>
                  <a:lumOff val="35000"/>
                </a:schemeClr>
              </a:solidFill>
              <a:latin typeface="+mn-lt"/>
              <a:ea typeface="+mn-lt"/>
              <a:cs typeface="+mn-lt"/>
            </a:endParaRPr>
          </a:p>
          <a:p>
            <a:pPr algn="ctr">
              <a:buNone/>
            </a:pPr>
            <a:endParaRPr sz="900" baseline="0">
              <a:solidFill>
                <a:schemeClr val="tx1">
                  <a:lumMod val="65000"/>
                  <a:lumOff val="35000"/>
                </a:schemeClr>
              </a:solidFill>
              <a:latin typeface="+mn-lt"/>
              <a:ea typeface="+mn-lt"/>
              <a:cs typeface="+mn-lt"/>
            </a:endParaRPr>
          </a:p>
          <a:p>
            <a:pPr algn="ctr">
              <a:buNone/>
            </a:pPr>
            <a:endParaRPr sz="900" baseline="0">
              <a:solidFill>
                <a:schemeClr val="tx1">
                  <a:lumMod val="65000"/>
                  <a:lumOff val="35000"/>
                </a:schemeClr>
              </a:solidFill>
              <a:latin typeface="+mn-lt"/>
              <a:ea typeface="+mn-lt"/>
              <a:cs typeface="+mn-lt"/>
            </a:endParaRPr>
          </a:p>
        </p:txBody>
      </p:sp>
      <p:sp>
        <p:nvSpPr>
          <p:cNvPr id="4" name="Rektangel 18">
            <a:extLst>
              <a:ext uri="{FF2B5EF4-FFF2-40B4-BE49-F238E27FC236}">
                <a16:creationId xmlns:a16="http://schemas.microsoft.com/office/drawing/2014/main" id="{3213A587-E946-BE32-998A-632FBDF49B31}"/>
              </a:ext>
            </a:extLst>
          </p:cNvPr>
          <p:cNvSpPr>
            <a:spLocks noGrp="1"/>
          </p:cNvSpPr>
          <p:nvPr/>
        </p:nvSpPr>
        <p:spPr>
          <a:xfrm>
            <a:off x="12371130" y="1511303"/>
            <a:ext cx="268449" cy="268449"/>
          </a:xfrm>
          <a:prstGeom prst="rect">
            <a:avLst/>
          </a:prstGeom>
          <a:solidFill>
            <a:schemeClr val="bg1"/>
          </a:solidFill>
          <a:ln w="9525">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5" name="Rektangel 17">
            <a:extLst>
              <a:ext uri="{FF2B5EF4-FFF2-40B4-BE49-F238E27FC236}">
                <a16:creationId xmlns:a16="http://schemas.microsoft.com/office/drawing/2014/main" id="{6701D554-4FE8-07C6-3B3C-9D6AC0362D2F}"/>
              </a:ext>
            </a:extLst>
          </p:cNvPr>
          <p:cNvSpPr>
            <a:spLocks noGrp="1"/>
          </p:cNvSpPr>
          <p:nvPr/>
        </p:nvSpPr>
        <p:spPr>
          <a:xfrm>
            <a:off x="12708652" y="1511302"/>
            <a:ext cx="268449" cy="268449"/>
          </a:xfrm>
          <a:prstGeom prst="rect">
            <a:avLst/>
          </a:prstGeom>
          <a:solidFill>
            <a:srgbClr val="CCC1BC"/>
          </a:solidFill>
          <a:ln w="6350">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6" name="Rektangel 17">
            <a:extLst>
              <a:ext uri="{FF2B5EF4-FFF2-40B4-BE49-F238E27FC236}">
                <a16:creationId xmlns:a16="http://schemas.microsoft.com/office/drawing/2014/main" id="{D2008C8C-6048-B92E-AD20-0037E8BDEDFA}"/>
              </a:ext>
            </a:extLst>
          </p:cNvPr>
          <p:cNvSpPr>
            <a:spLocks noGrp="1"/>
          </p:cNvSpPr>
          <p:nvPr/>
        </p:nvSpPr>
        <p:spPr>
          <a:xfrm>
            <a:off x="13046174" y="1511302"/>
            <a:ext cx="268449" cy="268449"/>
          </a:xfrm>
          <a:prstGeom prst="rect">
            <a:avLst/>
          </a:prstGeom>
          <a:solidFill>
            <a:srgbClr val="FF3D47"/>
          </a:solidFill>
          <a:ln w="6350">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Quote or Key message on full picture">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CC2CA1D4-60EA-07BE-349F-65F968202C73}"/>
              </a:ext>
            </a:extLst>
          </p:cNvPr>
          <p:cNvSpPr>
            <a:spLocks noGrp="1"/>
          </p:cNvSpPr>
          <p:nvPr>
            <p:ph type="pic" idx="14"/>
          </p:nvPr>
        </p:nvSpPr>
        <p:spPr>
          <a:xfrm>
            <a:off x="0" y="0"/>
            <a:ext cx="12192000" cy="6858000"/>
          </a:xfrm>
          <a:custGeom>
            <a:avLst/>
            <a:gdLst>
              <a:gd name="connsiteX0" fmla="*/ 492512 w 12192000"/>
              <a:gd name="connsiteY0" fmla="*/ 6440988 h 6858000"/>
              <a:gd name="connsiteX1" fmla="*/ 503767 w 12192000"/>
              <a:gd name="connsiteY1" fmla="*/ 6440988 h 6858000"/>
              <a:gd name="connsiteX2" fmla="*/ 512464 w 12192000"/>
              <a:gd name="connsiteY2" fmla="*/ 6442957 h 6858000"/>
              <a:gd name="connsiteX3" fmla="*/ 515892 w 12192000"/>
              <a:gd name="connsiteY3" fmla="*/ 6449531 h 6858000"/>
              <a:gd name="connsiteX4" fmla="*/ 514280 w 12192000"/>
              <a:gd name="connsiteY4" fmla="*/ 6455236 h 6858000"/>
              <a:gd name="connsiteX5" fmla="*/ 509906 w 12192000"/>
              <a:gd name="connsiteY5" fmla="*/ 6458203 h 6858000"/>
              <a:gd name="connsiteX6" fmla="*/ 503767 w 12192000"/>
              <a:gd name="connsiteY6" fmla="*/ 6459047 h 6858000"/>
              <a:gd name="connsiteX7" fmla="*/ 492512 w 12192000"/>
              <a:gd name="connsiteY7" fmla="*/ 6459047 h 6858000"/>
              <a:gd name="connsiteX8" fmla="*/ 424027 w 12192000"/>
              <a:gd name="connsiteY8" fmla="*/ 6417608 h 6858000"/>
              <a:gd name="connsiteX9" fmla="*/ 410931 w 12192000"/>
              <a:gd name="connsiteY9" fmla="*/ 6422724 h 6858000"/>
              <a:gd name="connsiteX10" fmla="*/ 406070 w 12192000"/>
              <a:gd name="connsiteY10" fmla="*/ 6436588 h 6858000"/>
              <a:gd name="connsiteX11" fmla="*/ 410931 w 12192000"/>
              <a:gd name="connsiteY11" fmla="*/ 6450375 h 6858000"/>
              <a:gd name="connsiteX12" fmla="*/ 424027 w 12192000"/>
              <a:gd name="connsiteY12" fmla="*/ 6455517 h 6858000"/>
              <a:gd name="connsiteX13" fmla="*/ 436101 w 12192000"/>
              <a:gd name="connsiteY13" fmla="*/ 6451450 h 6858000"/>
              <a:gd name="connsiteX14" fmla="*/ 440705 w 12192000"/>
              <a:gd name="connsiteY14" fmla="*/ 6440016 h 6858000"/>
              <a:gd name="connsiteX15" fmla="*/ 430985 w 12192000"/>
              <a:gd name="connsiteY15" fmla="*/ 6440016 h 6858000"/>
              <a:gd name="connsiteX16" fmla="*/ 429220 w 12192000"/>
              <a:gd name="connsiteY16" fmla="*/ 6445183 h 6858000"/>
              <a:gd name="connsiteX17" fmla="*/ 424027 w 12192000"/>
              <a:gd name="connsiteY17" fmla="*/ 6447178 h 6858000"/>
              <a:gd name="connsiteX18" fmla="*/ 417837 w 12192000"/>
              <a:gd name="connsiteY18" fmla="*/ 6444441 h 6858000"/>
              <a:gd name="connsiteX19" fmla="*/ 415637 w 12192000"/>
              <a:gd name="connsiteY19" fmla="*/ 6436588 h 6858000"/>
              <a:gd name="connsiteX20" fmla="*/ 417837 w 12192000"/>
              <a:gd name="connsiteY20" fmla="*/ 6428658 h 6858000"/>
              <a:gd name="connsiteX21" fmla="*/ 424027 w 12192000"/>
              <a:gd name="connsiteY21" fmla="*/ 6425896 h 6858000"/>
              <a:gd name="connsiteX22" fmla="*/ 429143 w 12192000"/>
              <a:gd name="connsiteY22" fmla="*/ 6427661 h 6858000"/>
              <a:gd name="connsiteX23" fmla="*/ 431036 w 12192000"/>
              <a:gd name="connsiteY23" fmla="*/ 6432239 h 6858000"/>
              <a:gd name="connsiteX24" fmla="*/ 440552 w 12192000"/>
              <a:gd name="connsiteY24" fmla="*/ 6432239 h 6858000"/>
              <a:gd name="connsiteX25" fmla="*/ 435973 w 12192000"/>
              <a:gd name="connsiteY25" fmla="*/ 6421675 h 6858000"/>
              <a:gd name="connsiteX26" fmla="*/ 424027 w 12192000"/>
              <a:gd name="connsiteY26" fmla="*/ 6417608 h 6858000"/>
              <a:gd name="connsiteX27" fmla="*/ 607109 w 12192000"/>
              <a:gd name="connsiteY27" fmla="*/ 6416329 h 6858000"/>
              <a:gd name="connsiteX28" fmla="*/ 616062 w 12192000"/>
              <a:gd name="connsiteY28" fmla="*/ 6443904 h 6858000"/>
              <a:gd name="connsiteX29" fmla="*/ 598156 w 12192000"/>
              <a:gd name="connsiteY29" fmla="*/ 6443904 h 6858000"/>
              <a:gd name="connsiteX30" fmla="*/ 654437 w 12192000"/>
              <a:gd name="connsiteY30" fmla="*/ 6414027 h 6858000"/>
              <a:gd name="connsiteX31" fmla="*/ 666817 w 12192000"/>
              <a:gd name="connsiteY31" fmla="*/ 6414027 h 6858000"/>
              <a:gd name="connsiteX32" fmla="*/ 674133 w 12192000"/>
              <a:gd name="connsiteY32" fmla="*/ 6416329 h 6858000"/>
              <a:gd name="connsiteX33" fmla="*/ 676896 w 12192000"/>
              <a:gd name="connsiteY33" fmla="*/ 6423184 h 6858000"/>
              <a:gd name="connsiteX34" fmla="*/ 675565 w 12192000"/>
              <a:gd name="connsiteY34" fmla="*/ 6428454 h 6858000"/>
              <a:gd name="connsiteX35" fmla="*/ 671805 w 12192000"/>
              <a:gd name="connsiteY35" fmla="*/ 6431677 h 6858000"/>
              <a:gd name="connsiteX36" fmla="*/ 665999 w 12192000"/>
              <a:gd name="connsiteY36" fmla="*/ 6432751 h 6858000"/>
              <a:gd name="connsiteX37" fmla="*/ 654437 w 12192000"/>
              <a:gd name="connsiteY37" fmla="*/ 6432751 h 6858000"/>
              <a:gd name="connsiteX38" fmla="*/ 863987 w 12192000"/>
              <a:gd name="connsiteY38" fmla="*/ 6413720 h 6858000"/>
              <a:gd name="connsiteX39" fmla="*/ 875293 w 12192000"/>
              <a:gd name="connsiteY39" fmla="*/ 6413720 h 6858000"/>
              <a:gd name="connsiteX40" fmla="*/ 883325 w 12192000"/>
              <a:gd name="connsiteY40" fmla="*/ 6416329 h 6858000"/>
              <a:gd name="connsiteX41" fmla="*/ 886497 w 12192000"/>
              <a:gd name="connsiteY41" fmla="*/ 6424361 h 6858000"/>
              <a:gd name="connsiteX42" fmla="*/ 883402 w 12192000"/>
              <a:gd name="connsiteY42" fmla="*/ 6432239 h 6858000"/>
              <a:gd name="connsiteX43" fmla="*/ 875293 w 12192000"/>
              <a:gd name="connsiteY43" fmla="*/ 6434900 h 6858000"/>
              <a:gd name="connsiteX44" fmla="*/ 863987 w 12192000"/>
              <a:gd name="connsiteY44" fmla="*/ 6434900 h 6858000"/>
              <a:gd name="connsiteX45" fmla="*/ 492512 w 12192000"/>
              <a:gd name="connsiteY45" fmla="*/ 6413720 h 6858000"/>
              <a:gd name="connsiteX46" fmla="*/ 501465 w 12192000"/>
              <a:gd name="connsiteY46" fmla="*/ 6413720 h 6858000"/>
              <a:gd name="connsiteX47" fmla="*/ 506478 w 12192000"/>
              <a:gd name="connsiteY47" fmla="*/ 6414461 h 6858000"/>
              <a:gd name="connsiteX48" fmla="*/ 509957 w 12192000"/>
              <a:gd name="connsiteY48" fmla="*/ 6416917 h 6858000"/>
              <a:gd name="connsiteX49" fmla="*/ 511236 w 12192000"/>
              <a:gd name="connsiteY49" fmla="*/ 6421547 h 6858000"/>
              <a:gd name="connsiteX50" fmla="*/ 508422 w 12192000"/>
              <a:gd name="connsiteY50" fmla="*/ 6427840 h 6858000"/>
              <a:gd name="connsiteX51" fmla="*/ 501465 w 12192000"/>
              <a:gd name="connsiteY51" fmla="*/ 6429988 h 6858000"/>
              <a:gd name="connsiteX52" fmla="*/ 492512 w 12192000"/>
              <a:gd name="connsiteY52" fmla="*/ 6429988 h 6858000"/>
              <a:gd name="connsiteX53" fmla="*/ 937150 w 12192000"/>
              <a:gd name="connsiteY53" fmla="*/ 6413157 h 6858000"/>
              <a:gd name="connsiteX54" fmla="*/ 947944 w 12192000"/>
              <a:gd name="connsiteY54" fmla="*/ 6416329 h 6858000"/>
              <a:gd name="connsiteX55" fmla="*/ 953930 w 12192000"/>
              <a:gd name="connsiteY55" fmla="*/ 6424821 h 6858000"/>
              <a:gd name="connsiteX56" fmla="*/ 955823 w 12192000"/>
              <a:gd name="connsiteY56" fmla="*/ 6436588 h 6858000"/>
              <a:gd name="connsiteX57" fmla="*/ 953930 w 12192000"/>
              <a:gd name="connsiteY57" fmla="*/ 6448252 h 6858000"/>
              <a:gd name="connsiteX58" fmla="*/ 947944 w 12192000"/>
              <a:gd name="connsiteY58" fmla="*/ 6456745 h 6858000"/>
              <a:gd name="connsiteX59" fmla="*/ 937150 w 12192000"/>
              <a:gd name="connsiteY59" fmla="*/ 6459917 h 6858000"/>
              <a:gd name="connsiteX60" fmla="*/ 926278 w 12192000"/>
              <a:gd name="connsiteY60" fmla="*/ 6456745 h 6858000"/>
              <a:gd name="connsiteX61" fmla="*/ 920292 w 12192000"/>
              <a:gd name="connsiteY61" fmla="*/ 6448252 h 6858000"/>
              <a:gd name="connsiteX62" fmla="*/ 918425 w 12192000"/>
              <a:gd name="connsiteY62" fmla="*/ 6436588 h 6858000"/>
              <a:gd name="connsiteX63" fmla="*/ 920292 w 12192000"/>
              <a:gd name="connsiteY63" fmla="*/ 6424821 h 6858000"/>
              <a:gd name="connsiteX64" fmla="*/ 926278 w 12192000"/>
              <a:gd name="connsiteY64" fmla="*/ 6416329 h 6858000"/>
              <a:gd name="connsiteX65" fmla="*/ 937150 w 12192000"/>
              <a:gd name="connsiteY65" fmla="*/ 6413157 h 6858000"/>
              <a:gd name="connsiteX66" fmla="*/ 423362 w 12192000"/>
              <a:gd name="connsiteY66" fmla="*/ 6410343 h 6858000"/>
              <a:gd name="connsiteX67" fmla="*/ 433492 w 12192000"/>
              <a:gd name="connsiteY67" fmla="*/ 6412364 h 6858000"/>
              <a:gd name="connsiteX68" fmla="*/ 441780 w 12192000"/>
              <a:gd name="connsiteY68" fmla="*/ 6418017 h 6858000"/>
              <a:gd name="connsiteX69" fmla="*/ 447407 w 12192000"/>
              <a:gd name="connsiteY69" fmla="*/ 6426382 h 6858000"/>
              <a:gd name="connsiteX70" fmla="*/ 449454 w 12192000"/>
              <a:gd name="connsiteY70" fmla="*/ 6436588 h 6858000"/>
              <a:gd name="connsiteX71" fmla="*/ 447433 w 12192000"/>
              <a:gd name="connsiteY71" fmla="*/ 6446743 h 6858000"/>
              <a:gd name="connsiteX72" fmla="*/ 441831 w 12192000"/>
              <a:gd name="connsiteY72" fmla="*/ 6455082 h 6858000"/>
              <a:gd name="connsiteX73" fmla="*/ 433517 w 12192000"/>
              <a:gd name="connsiteY73" fmla="*/ 6460735 h 6858000"/>
              <a:gd name="connsiteX74" fmla="*/ 423362 w 12192000"/>
              <a:gd name="connsiteY74" fmla="*/ 6462782 h 6858000"/>
              <a:gd name="connsiteX75" fmla="*/ 413284 w 12192000"/>
              <a:gd name="connsiteY75" fmla="*/ 6460735 h 6858000"/>
              <a:gd name="connsiteX76" fmla="*/ 405022 w 12192000"/>
              <a:gd name="connsiteY76" fmla="*/ 6455082 h 6858000"/>
              <a:gd name="connsiteX77" fmla="*/ 399420 w 12192000"/>
              <a:gd name="connsiteY77" fmla="*/ 6446743 h 6858000"/>
              <a:gd name="connsiteX78" fmla="*/ 397373 w 12192000"/>
              <a:gd name="connsiteY78" fmla="*/ 6436588 h 6858000"/>
              <a:gd name="connsiteX79" fmla="*/ 399394 w 12192000"/>
              <a:gd name="connsiteY79" fmla="*/ 6426382 h 6858000"/>
              <a:gd name="connsiteX80" fmla="*/ 404970 w 12192000"/>
              <a:gd name="connsiteY80" fmla="*/ 6418017 h 6858000"/>
              <a:gd name="connsiteX81" fmla="*/ 413258 w 12192000"/>
              <a:gd name="connsiteY81" fmla="*/ 6412364 h 6858000"/>
              <a:gd name="connsiteX82" fmla="*/ 423362 w 12192000"/>
              <a:gd name="connsiteY82" fmla="*/ 6410343 h 6858000"/>
              <a:gd name="connsiteX83" fmla="*/ 1051845 w 12192000"/>
              <a:gd name="connsiteY83" fmla="*/ 6402106 h 6858000"/>
              <a:gd name="connsiteX84" fmla="*/ 1051845 w 12192000"/>
              <a:gd name="connsiteY84" fmla="*/ 6414078 h 6858000"/>
              <a:gd name="connsiteX85" fmla="*/ 1070262 w 12192000"/>
              <a:gd name="connsiteY85" fmla="*/ 6414078 h 6858000"/>
              <a:gd name="connsiteX86" fmla="*/ 1070262 w 12192000"/>
              <a:gd name="connsiteY86" fmla="*/ 6470967 h 6858000"/>
              <a:gd name="connsiteX87" fmla="*/ 1084638 w 12192000"/>
              <a:gd name="connsiteY87" fmla="*/ 6470967 h 6858000"/>
              <a:gd name="connsiteX88" fmla="*/ 1084638 w 12192000"/>
              <a:gd name="connsiteY88" fmla="*/ 6414078 h 6858000"/>
              <a:gd name="connsiteX89" fmla="*/ 1102953 w 12192000"/>
              <a:gd name="connsiteY89" fmla="*/ 6414078 h 6858000"/>
              <a:gd name="connsiteX90" fmla="*/ 1102953 w 12192000"/>
              <a:gd name="connsiteY90" fmla="*/ 6402106 h 6858000"/>
              <a:gd name="connsiteX91" fmla="*/ 992486 w 12192000"/>
              <a:gd name="connsiteY91" fmla="*/ 6402106 h 6858000"/>
              <a:gd name="connsiteX92" fmla="*/ 992486 w 12192000"/>
              <a:gd name="connsiteY92" fmla="*/ 6470967 h 6858000"/>
              <a:gd name="connsiteX93" fmla="*/ 1005941 w 12192000"/>
              <a:gd name="connsiteY93" fmla="*/ 6470967 h 6858000"/>
              <a:gd name="connsiteX94" fmla="*/ 1005941 w 12192000"/>
              <a:gd name="connsiteY94" fmla="*/ 6424258 h 6858000"/>
              <a:gd name="connsiteX95" fmla="*/ 1037660 w 12192000"/>
              <a:gd name="connsiteY95" fmla="*/ 6470967 h 6858000"/>
              <a:gd name="connsiteX96" fmla="*/ 1051780 w 12192000"/>
              <a:gd name="connsiteY96" fmla="*/ 6470967 h 6858000"/>
              <a:gd name="connsiteX97" fmla="*/ 1051780 w 12192000"/>
              <a:gd name="connsiteY97" fmla="*/ 6402106 h 6858000"/>
              <a:gd name="connsiteX98" fmla="*/ 1038222 w 12192000"/>
              <a:gd name="connsiteY98" fmla="*/ 6402106 h 6858000"/>
              <a:gd name="connsiteX99" fmla="*/ 1038222 w 12192000"/>
              <a:gd name="connsiteY99" fmla="*/ 6448508 h 6858000"/>
              <a:gd name="connsiteX100" fmla="*/ 1006555 w 12192000"/>
              <a:gd name="connsiteY100" fmla="*/ 6402106 h 6858000"/>
              <a:gd name="connsiteX101" fmla="*/ 973436 w 12192000"/>
              <a:gd name="connsiteY101" fmla="*/ 6402106 h 6858000"/>
              <a:gd name="connsiteX102" fmla="*/ 973436 w 12192000"/>
              <a:gd name="connsiteY102" fmla="*/ 6470967 h 6858000"/>
              <a:gd name="connsiteX103" fmla="*/ 987812 w 12192000"/>
              <a:gd name="connsiteY103" fmla="*/ 6470967 h 6858000"/>
              <a:gd name="connsiteX104" fmla="*/ 987812 w 12192000"/>
              <a:gd name="connsiteY104" fmla="*/ 6402106 h 6858000"/>
              <a:gd name="connsiteX105" fmla="*/ 849611 w 12192000"/>
              <a:gd name="connsiteY105" fmla="*/ 6402106 h 6858000"/>
              <a:gd name="connsiteX106" fmla="*/ 849611 w 12192000"/>
              <a:gd name="connsiteY106" fmla="*/ 6470967 h 6858000"/>
              <a:gd name="connsiteX107" fmla="*/ 863987 w 12192000"/>
              <a:gd name="connsiteY107" fmla="*/ 6470967 h 6858000"/>
              <a:gd name="connsiteX108" fmla="*/ 863987 w 12192000"/>
              <a:gd name="connsiteY108" fmla="*/ 6446462 h 6858000"/>
              <a:gd name="connsiteX109" fmla="*/ 876623 w 12192000"/>
              <a:gd name="connsiteY109" fmla="*/ 6446462 h 6858000"/>
              <a:gd name="connsiteX110" fmla="*/ 889029 w 12192000"/>
              <a:gd name="connsiteY110" fmla="*/ 6444083 h 6858000"/>
              <a:gd name="connsiteX111" fmla="*/ 897957 w 12192000"/>
              <a:gd name="connsiteY111" fmla="*/ 6436793 h 6858000"/>
              <a:gd name="connsiteX112" fmla="*/ 901282 w 12192000"/>
              <a:gd name="connsiteY112" fmla="*/ 6424361 h 6858000"/>
              <a:gd name="connsiteX113" fmla="*/ 897957 w 12192000"/>
              <a:gd name="connsiteY113" fmla="*/ 6411827 h 6858000"/>
              <a:gd name="connsiteX114" fmla="*/ 889029 w 12192000"/>
              <a:gd name="connsiteY114" fmla="*/ 6404511 h 6858000"/>
              <a:gd name="connsiteX115" fmla="*/ 876623 w 12192000"/>
              <a:gd name="connsiteY115" fmla="*/ 6402106 h 6858000"/>
              <a:gd name="connsiteX116" fmla="*/ 716261 w 12192000"/>
              <a:gd name="connsiteY116" fmla="*/ 6402106 h 6858000"/>
              <a:gd name="connsiteX117" fmla="*/ 716261 w 12192000"/>
              <a:gd name="connsiteY117" fmla="*/ 6470967 h 6858000"/>
              <a:gd name="connsiteX118" fmla="*/ 729716 w 12192000"/>
              <a:gd name="connsiteY118" fmla="*/ 6470967 h 6858000"/>
              <a:gd name="connsiteX119" fmla="*/ 729716 w 12192000"/>
              <a:gd name="connsiteY119" fmla="*/ 6424258 h 6858000"/>
              <a:gd name="connsiteX120" fmla="*/ 761435 w 12192000"/>
              <a:gd name="connsiteY120" fmla="*/ 6470967 h 6858000"/>
              <a:gd name="connsiteX121" fmla="*/ 775555 w 12192000"/>
              <a:gd name="connsiteY121" fmla="*/ 6470967 h 6858000"/>
              <a:gd name="connsiteX122" fmla="*/ 775555 w 12192000"/>
              <a:gd name="connsiteY122" fmla="*/ 6402106 h 6858000"/>
              <a:gd name="connsiteX123" fmla="*/ 761997 w 12192000"/>
              <a:gd name="connsiteY123" fmla="*/ 6402106 h 6858000"/>
              <a:gd name="connsiteX124" fmla="*/ 761997 w 12192000"/>
              <a:gd name="connsiteY124" fmla="*/ 6448508 h 6858000"/>
              <a:gd name="connsiteX125" fmla="*/ 730330 w 12192000"/>
              <a:gd name="connsiteY125" fmla="*/ 6402106 h 6858000"/>
              <a:gd name="connsiteX126" fmla="*/ 697211 w 12192000"/>
              <a:gd name="connsiteY126" fmla="*/ 6402106 h 6858000"/>
              <a:gd name="connsiteX127" fmla="*/ 697211 w 12192000"/>
              <a:gd name="connsiteY127" fmla="*/ 6470967 h 6858000"/>
              <a:gd name="connsiteX128" fmla="*/ 711587 w 12192000"/>
              <a:gd name="connsiteY128" fmla="*/ 6470967 h 6858000"/>
              <a:gd name="connsiteX129" fmla="*/ 711587 w 12192000"/>
              <a:gd name="connsiteY129" fmla="*/ 6402106 h 6858000"/>
              <a:gd name="connsiteX130" fmla="*/ 640061 w 12192000"/>
              <a:gd name="connsiteY130" fmla="*/ 6402106 h 6858000"/>
              <a:gd name="connsiteX131" fmla="*/ 640061 w 12192000"/>
              <a:gd name="connsiteY131" fmla="*/ 6470967 h 6858000"/>
              <a:gd name="connsiteX132" fmla="*/ 654437 w 12192000"/>
              <a:gd name="connsiteY132" fmla="*/ 6470967 h 6858000"/>
              <a:gd name="connsiteX133" fmla="*/ 654437 w 12192000"/>
              <a:gd name="connsiteY133" fmla="*/ 6444620 h 6858000"/>
              <a:gd name="connsiteX134" fmla="*/ 665641 w 12192000"/>
              <a:gd name="connsiteY134" fmla="*/ 6444620 h 6858000"/>
              <a:gd name="connsiteX135" fmla="*/ 671908 w 12192000"/>
              <a:gd name="connsiteY135" fmla="*/ 6446027 h 6858000"/>
              <a:gd name="connsiteX136" fmla="*/ 675514 w 12192000"/>
              <a:gd name="connsiteY136" fmla="*/ 6450299 h 6858000"/>
              <a:gd name="connsiteX137" fmla="*/ 677868 w 12192000"/>
              <a:gd name="connsiteY137" fmla="*/ 6457666 h 6858000"/>
              <a:gd name="connsiteX138" fmla="*/ 681091 w 12192000"/>
              <a:gd name="connsiteY138" fmla="*/ 6470967 h 6858000"/>
              <a:gd name="connsiteX139" fmla="*/ 696132 w 12192000"/>
              <a:gd name="connsiteY139" fmla="*/ 6470967 h 6858000"/>
              <a:gd name="connsiteX140" fmla="*/ 691578 w 12192000"/>
              <a:gd name="connsiteY140" fmla="*/ 6454801 h 6858000"/>
              <a:gd name="connsiteX141" fmla="*/ 688637 w 12192000"/>
              <a:gd name="connsiteY141" fmla="*/ 6446615 h 6858000"/>
              <a:gd name="connsiteX142" fmla="*/ 684416 w 12192000"/>
              <a:gd name="connsiteY142" fmla="*/ 6441320 h 6858000"/>
              <a:gd name="connsiteX143" fmla="*/ 677458 w 12192000"/>
              <a:gd name="connsiteY143" fmla="*/ 6438685 h 6858000"/>
              <a:gd name="connsiteX144" fmla="*/ 688074 w 12192000"/>
              <a:gd name="connsiteY144" fmla="*/ 6432188 h 6858000"/>
              <a:gd name="connsiteX145" fmla="*/ 691578 w 12192000"/>
              <a:gd name="connsiteY145" fmla="*/ 6421087 h 6858000"/>
              <a:gd name="connsiteX146" fmla="*/ 688534 w 12192000"/>
              <a:gd name="connsiteY146" fmla="*/ 6410010 h 6858000"/>
              <a:gd name="connsiteX147" fmla="*/ 680272 w 12192000"/>
              <a:gd name="connsiteY147" fmla="*/ 6403974 h 6858000"/>
              <a:gd name="connsiteX148" fmla="*/ 668403 w 12192000"/>
              <a:gd name="connsiteY148" fmla="*/ 6402106 h 6858000"/>
              <a:gd name="connsiteX149" fmla="*/ 535286 w 12192000"/>
              <a:gd name="connsiteY149" fmla="*/ 6402106 h 6858000"/>
              <a:gd name="connsiteX150" fmla="*/ 535286 w 12192000"/>
              <a:gd name="connsiteY150" fmla="*/ 6470967 h 6858000"/>
              <a:gd name="connsiteX151" fmla="*/ 574827 w 12192000"/>
              <a:gd name="connsiteY151" fmla="*/ 6470967 h 6858000"/>
              <a:gd name="connsiteX152" fmla="*/ 581483 w 12192000"/>
              <a:gd name="connsiteY152" fmla="*/ 6470967 h 6858000"/>
              <a:gd name="connsiteX153" fmla="*/ 589664 w 12192000"/>
              <a:gd name="connsiteY153" fmla="*/ 6470967 h 6858000"/>
              <a:gd name="connsiteX154" fmla="*/ 594729 w 12192000"/>
              <a:gd name="connsiteY154" fmla="*/ 6455824 h 6858000"/>
              <a:gd name="connsiteX155" fmla="*/ 619592 w 12192000"/>
              <a:gd name="connsiteY155" fmla="*/ 6455824 h 6858000"/>
              <a:gd name="connsiteX156" fmla="*/ 624503 w 12192000"/>
              <a:gd name="connsiteY156" fmla="*/ 6470967 h 6858000"/>
              <a:gd name="connsiteX157" fmla="*/ 639493 w 12192000"/>
              <a:gd name="connsiteY157" fmla="*/ 6470967 h 6858000"/>
              <a:gd name="connsiteX158" fmla="*/ 614681 w 12192000"/>
              <a:gd name="connsiteY158" fmla="*/ 6402106 h 6858000"/>
              <a:gd name="connsiteX159" fmla="*/ 599589 w 12192000"/>
              <a:gd name="connsiteY159" fmla="*/ 6402106 h 6858000"/>
              <a:gd name="connsiteX160" fmla="*/ 579114 w 12192000"/>
              <a:gd name="connsiteY160" fmla="*/ 6459047 h 6858000"/>
              <a:gd name="connsiteX161" fmla="*/ 549662 w 12192000"/>
              <a:gd name="connsiteY161" fmla="*/ 6459047 h 6858000"/>
              <a:gd name="connsiteX162" fmla="*/ 549662 w 12192000"/>
              <a:gd name="connsiteY162" fmla="*/ 6441550 h 6858000"/>
              <a:gd name="connsiteX163" fmla="*/ 578516 w 12192000"/>
              <a:gd name="connsiteY163" fmla="*/ 6441550 h 6858000"/>
              <a:gd name="connsiteX164" fmla="*/ 578516 w 12192000"/>
              <a:gd name="connsiteY164" fmla="*/ 6430040 h 6858000"/>
              <a:gd name="connsiteX165" fmla="*/ 549662 w 12192000"/>
              <a:gd name="connsiteY165" fmla="*/ 6430040 h 6858000"/>
              <a:gd name="connsiteX166" fmla="*/ 549662 w 12192000"/>
              <a:gd name="connsiteY166" fmla="*/ 6414027 h 6858000"/>
              <a:gd name="connsiteX167" fmla="*/ 581483 w 12192000"/>
              <a:gd name="connsiteY167" fmla="*/ 6414027 h 6858000"/>
              <a:gd name="connsiteX168" fmla="*/ 581483 w 12192000"/>
              <a:gd name="connsiteY168" fmla="*/ 6402106 h 6858000"/>
              <a:gd name="connsiteX169" fmla="*/ 478136 w 12192000"/>
              <a:gd name="connsiteY169" fmla="*/ 6402106 h 6858000"/>
              <a:gd name="connsiteX170" fmla="*/ 478136 w 12192000"/>
              <a:gd name="connsiteY170" fmla="*/ 6470967 h 6858000"/>
              <a:gd name="connsiteX171" fmla="*/ 504278 w 12192000"/>
              <a:gd name="connsiteY171" fmla="*/ 6470967 h 6858000"/>
              <a:gd name="connsiteX172" fmla="*/ 518322 w 12192000"/>
              <a:gd name="connsiteY172" fmla="*/ 6468793 h 6858000"/>
              <a:gd name="connsiteX173" fmla="*/ 527326 w 12192000"/>
              <a:gd name="connsiteY173" fmla="*/ 6462142 h 6858000"/>
              <a:gd name="connsiteX174" fmla="*/ 530472 w 12192000"/>
              <a:gd name="connsiteY174" fmla="*/ 6450759 h 6858000"/>
              <a:gd name="connsiteX175" fmla="*/ 526712 w 12192000"/>
              <a:gd name="connsiteY175" fmla="*/ 6439913 h 6858000"/>
              <a:gd name="connsiteX176" fmla="*/ 515789 w 12192000"/>
              <a:gd name="connsiteY176" fmla="*/ 6434081 h 6858000"/>
              <a:gd name="connsiteX177" fmla="*/ 523079 w 12192000"/>
              <a:gd name="connsiteY177" fmla="*/ 6428581 h 6858000"/>
              <a:gd name="connsiteX178" fmla="*/ 525816 w 12192000"/>
              <a:gd name="connsiteY178" fmla="*/ 6419296 h 6858000"/>
              <a:gd name="connsiteX179" fmla="*/ 519319 w 12192000"/>
              <a:gd name="connsiteY179" fmla="*/ 6406327 h 6858000"/>
              <a:gd name="connsiteX180" fmla="*/ 501669 w 12192000"/>
              <a:gd name="connsiteY180" fmla="*/ 6402106 h 6858000"/>
              <a:gd name="connsiteX181" fmla="*/ 937150 w 12192000"/>
              <a:gd name="connsiteY181" fmla="*/ 6401185 h 6858000"/>
              <a:gd name="connsiteX182" fmla="*/ 918860 w 12192000"/>
              <a:gd name="connsiteY182" fmla="*/ 6405560 h 6858000"/>
              <a:gd name="connsiteX183" fmla="*/ 907477 w 12192000"/>
              <a:gd name="connsiteY183" fmla="*/ 6417889 h 6858000"/>
              <a:gd name="connsiteX184" fmla="*/ 903589 w 12192000"/>
              <a:gd name="connsiteY184" fmla="*/ 6436588 h 6858000"/>
              <a:gd name="connsiteX185" fmla="*/ 907477 w 12192000"/>
              <a:gd name="connsiteY185" fmla="*/ 6455236 h 6858000"/>
              <a:gd name="connsiteX186" fmla="*/ 918860 w 12192000"/>
              <a:gd name="connsiteY186" fmla="*/ 6467514 h 6858000"/>
              <a:gd name="connsiteX187" fmla="*/ 937150 w 12192000"/>
              <a:gd name="connsiteY187" fmla="*/ 6471888 h 6858000"/>
              <a:gd name="connsiteX188" fmla="*/ 955414 w 12192000"/>
              <a:gd name="connsiteY188" fmla="*/ 6467514 h 6858000"/>
              <a:gd name="connsiteX189" fmla="*/ 966771 w 12192000"/>
              <a:gd name="connsiteY189" fmla="*/ 6455236 h 6858000"/>
              <a:gd name="connsiteX190" fmla="*/ 970659 w 12192000"/>
              <a:gd name="connsiteY190" fmla="*/ 6436588 h 6858000"/>
              <a:gd name="connsiteX191" fmla="*/ 966771 w 12192000"/>
              <a:gd name="connsiteY191" fmla="*/ 6417889 h 6858000"/>
              <a:gd name="connsiteX192" fmla="*/ 955414 w 12192000"/>
              <a:gd name="connsiteY192" fmla="*/ 6405560 h 6858000"/>
              <a:gd name="connsiteX193" fmla="*/ 937150 w 12192000"/>
              <a:gd name="connsiteY193" fmla="*/ 6401185 h 6858000"/>
              <a:gd name="connsiteX194" fmla="*/ 813632 w 12192000"/>
              <a:gd name="connsiteY194" fmla="*/ 6401185 h 6858000"/>
              <a:gd name="connsiteX195" fmla="*/ 795470 w 12192000"/>
              <a:gd name="connsiteY195" fmla="*/ 6405560 h 6858000"/>
              <a:gd name="connsiteX196" fmla="*/ 783831 w 12192000"/>
              <a:gd name="connsiteY196" fmla="*/ 6417889 h 6858000"/>
              <a:gd name="connsiteX197" fmla="*/ 779764 w 12192000"/>
              <a:gd name="connsiteY197" fmla="*/ 6436588 h 6858000"/>
              <a:gd name="connsiteX198" fmla="*/ 783831 w 12192000"/>
              <a:gd name="connsiteY198" fmla="*/ 6455210 h 6858000"/>
              <a:gd name="connsiteX199" fmla="*/ 795470 w 12192000"/>
              <a:gd name="connsiteY199" fmla="*/ 6467514 h 6858000"/>
              <a:gd name="connsiteX200" fmla="*/ 813632 w 12192000"/>
              <a:gd name="connsiteY200" fmla="*/ 6471888 h 6858000"/>
              <a:gd name="connsiteX201" fmla="*/ 830591 w 12192000"/>
              <a:gd name="connsiteY201" fmla="*/ 6468051 h 6858000"/>
              <a:gd name="connsiteX202" fmla="*/ 841130 w 12192000"/>
              <a:gd name="connsiteY202" fmla="*/ 6457410 h 6858000"/>
              <a:gd name="connsiteX203" fmla="*/ 844737 w 12192000"/>
              <a:gd name="connsiteY203" fmla="*/ 6441653 h 6858000"/>
              <a:gd name="connsiteX204" fmla="*/ 844737 w 12192000"/>
              <a:gd name="connsiteY204" fmla="*/ 6434644 h 6858000"/>
              <a:gd name="connsiteX205" fmla="*/ 813990 w 12192000"/>
              <a:gd name="connsiteY205" fmla="*/ 6434644 h 6858000"/>
              <a:gd name="connsiteX206" fmla="*/ 813990 w 12192000"/>
              <a:gd name="connsiteY206" fmla="*/ 6446104 h 6858000"/>
              <a:gd name="connsiteX207" fmla="*/ 830310 w 12192000"/>
              <a:gd name="connsiteY207" fmla="*/ 6446104 h 6858000"/>
              <a:gd name="connsiteX208" fmla="*/ 827982 w 12192000"/>
              <a:gd name="connsiteY208" fmla="*/ 6453317 h 6858000"/>
              <a:gd name="connsiteX209" fmla="*/ 822354 w 12192000"/>
              <a:gd name="connsiteY209" fmla="*/ 6458203 h 6858000"/>
              <a:gd name="connsiteX210" fmla="*/ 813632 w 12192000"/>
              <a:gd name="connsiteY210" fmla="*/ 6459968 h 6858000"/>
              <a:gd name="connsiteX211" fmla="*/ 802530 w 12192000"/>
              <a:gd name="connsiteY211" fmla="*/ 6456745 h 6858000"/>
              <a:gd name="connsiteX212" fmla="*/ 796416 w 12192000"/>
              <a:gd name="connsiteY212" fmla="*/ 6448201 h 6858000"/>
              <a:gd name="connsiteX213" fmla="*/ 794498 w 12192000"/>
              <a:gd name="connsiteY213" fmla="*/ 6436588 h 6858000"/>
              <a:gd name="connsiteX214" fmla="*/ 796391 w 12192000"/>
              <a:gd name="connsiteY214" fmla="*/ 6424949 h 6858000"/>
              <a:gd name="connsiteX215" fmla="*/ 802428 w 12192000"/>
              <a:gd name="connsiteY215" fmla="*/ 6416405 h 6858000"/>
              <a:gd name="connsiteX216" fmla="*/ 813325 w 12192000"/>
              <a:gd name="connsiteY216" fmla="*/ 6413157 h 6858000"/>
              <a:gd name="connsiteX217" fmla="*/ 821408 w 12192000"/>
              <a:gd name="connsiteY217" fmla="*/ 6414640 h 6858000"/>
              <a:gd name="connsiteX218" fmla="*/ 826728 w 12192000"/>
              <a:gd name="connsiteY218" fmla="*/ 6418733 h 6858000"/>
              <a:gd name="connsiteX219" fmla="*/ 829082 w 12192000"/>
              <a:gd name="connsiteY219" fmla="*/ 6424719 h 6858000"/>
              <a:gd name="connsiteX220" fmla="*/ 843765 w 12192000"/>
              <a:gd name="connsiteY220" fmla="*/ 6424719 h 6858000"/>
              <a:gd name="connsiteX221" fmla="*/ 840439 w 12192000"/>
              <a:gd name="connsiteY221" fmla="*/ 6414180 h 6858000"/>
              <a:gd name="connsiteX222" fmla="*/ 833430 w 12192000"/>
              <a:gd name="connsiteY222" fmla="*/ 6406839 h 6858000"/>
              <a:gd name="connsiteX223" fmla="*/ 824068 w 12192000"/>
              <a:gd name="connsiteY223" fmla="*/ 6402567 h 6858000"/>
              <a:gd name="connsiteX224" fmla="*/ 813632 w 12192000"/>
              <a:gd name="connsiteY224" fmla="*/ 6401185 h 6858000"/>
              <a:gd name="connsiteX225" fmla="*/ 423362 w 12192000"/>
              <a:gd name="connsiteY225" fmla="*/ 6401185 h 6858000"/>
              <a:gd name="connsiteX226" fmla="*/ 409651 w 12192000"/>
              <a:gd name="connsiteY226" fmla="*/ 6403922 h 6858000"/>
              <a:gd name="connsiteX227" fmla="*/ 398396 w 12192000"/>
              <a:gd name="connsiteY227" fmla="*/ 6411520 h 6858000"/>
              <a:gd name="connsiteX228" fmla="*/ 390799 w 12192000"/>
              <a:gd name="connsiteY228" fmla="*/ 6422800 h 6858000"/>
              <a:gd name="connsiteX229" fmla="*/ 388062 w 12192000"/>
              <a:gd name="connsiteY229" fmla="*/ 6436588 h 6858000"/>
              <a:gd name="connsiteX230" fmla="*/ 390799 w 12192000"/>
              <a:gd name="connsiteY230" fmla="*/ 6450299 h 6858000"/>
              <a:gd name="connsiteX231" fmla="*/ 398396 w 12192000"/>
              <a:gd name="connsiteY231" fmla="*/ 6461554 h 6858000"/>
              <a:gd name="connsiteX232" fmla="*/ 409651 w 12192000"/>
              <a:gd name="connsiteY232" fmla="*/ 6469151 h 6858000"/>
              <a:gd name="connsiteX233" fmla="*/ 423362 w 12192000"/>
              <a:gd name="connsiteY233" fmla="*/ 6471888 h 6858000"/>
              <a:gd name="connsiteX234" fmla="*/ 437150 w 12192000"/>
              <a:gd name="connsiteY234" fmla="*/ 6469151 h 6858000"/>
              <a:gd name="connsiteX235" fmla="*/ 448431 w 12192000"/>
              <a:gd name="connsiteY235" fmla="*/ 6461554 h 6858000"/>
              <a:gd name="connsiteX236" fmla="*/ 456028 w 12192000"/>
              <a:gd name="connsiteY236" fmla="*/ 6450299 h 6858000"/>
              <a:gd name="connsiteX237" fmla="*/ 458765 w 12192000"/>
              <a:gd name="connsiteY237" fmla="*/ 6436588 h 6858000"/>
              <a:gd name="connsiteX238" fmla="*/ 456028 w 12192000"/>
              <a:gd name="connsiteY238" fmla="*/ 6422800 h 6858000"/>
              <a:gd name="connsiteX239" fmla="*/ 448431 w 12192000"/>
              <a:gd name="connsiteY239" fmla="*/ 6411520 h 6858000"/>
              <a:gd name="connsiteX240" fmla="*/ 437150 w 12192000"/>
              <a:gd name="connsiteY240" fmla="*/ 6403922 h 6858000"/>
              <a:gd name="connsiteX241" fmla="*/ 423362 w 12192000"/>
              <a:gd name="connsiteY241" fmla="*/ 6401185 h 6858000"/>
              <a:gd name="connsiteX242" fmla="*/ 11582579 w 12192000"/>
              <a:gd name="connsiteY242" fmla="*/ 496563 h 6858000"/>
              <a:gd name="connsiteX243" fmla="*/ 11637484 w 12192000"/>
              <a:gd name="connsiteY243" fmla="*/ 496563 h 6858000"/>
              <a:gd name="connsiteX244" fmla="*/ 11675953 w 12192000"/>
              <a:gd name="connsiteY244" fmla="*/ 530485 h 6858000"/>
              <a:gd name="connsiteX245" fmla="*/ 11637484 w 12192000"/>
              <a:gd name="connsiteY245" fmla="*/ 564407 h 6858000"/>
              <a:gd name="connsiteX246" fmla="*/ 11582579 w 12192000"/>
              <a:gd name="connsiteY246" fmla="*/ 564407 h 6858000"/>
              <a:gd name="connsiteX247" fmla="*/ 11582579 w 12192000"/>
              <a:gd name="connsiteY247" fmla="*/ 397943 h 6858000"/>
              <a:gd name="connsiteX248" fmla="*/ 11635036 w 12192000"/>
              <a:gd name="connsiteY248" fmla="*/ 397943 h 6858000"/>
              <a:gd name="connsiteX249" fmla="*/ 11667909 w 12192000"/>
              <a:gd name="connsiteY249" fmla="*/ 427669 h 6858000"/>
              <a:gd name="connsiteX250" fmla="*/ 11635386 w 12192000"/>
              <a:gd name="connsiteY250" fmla="*/ 457395 h 6858000"/>
              <a:gd name="connsiteX251" fmla="*/ 11582579 w 12192000"/>
              <a:gd name="connsiteY251" fmla="*/ 457395 h 6858000"/>
              <a:gd name="connsiteX252" fmla="*/ 11768171 w 12192000"/>
              <a:gd name="connsiteY252" fmla="*/ 379675 h 6858000"/>
              <a:gd name="connsiteX253" fmla="*/ 11787448 w 12192000"/>
              <a:gd name="connsiteY253" fmla="*/ 398953 h 6858000"/>
              <a:gd name="connsiteX254" fmla="*/ 11768171 w 12192000"/>
              <a:gd name="connsiteY254" fmla="*/ 418231 h 6858000"/>
              <a:gd name="connsiteX255" fmla="*/ 11748893 w 12192000"/>
              <a:gd name="connsiteY255" fmla="*/ 398953 h 6858000"/>
              <a:gd name="connsiteX256" fmla="*/ 11768171 w 12192000"/>
              <a:gd name="connsiteY256" fmla="*/ 379675 h 6858000"/>
              <a:gd name="connsiteX257" fmla="*/ 11768171 w 12192000"/>
              <a:gd name="connsiteY257" fmla="*/ 358776 h 6858000"/>
              <a:gd name="connsiteX258" fmla="*/ 11727994 w 12192000"/>
              <a:gd name="connsiteY258" fmla="*/ 398953 h 6858000"/>
              <a:gd name="connsiteX259" fmla="*/ 11768171 w 12192000"/>
              <a:gd name="connsiteY259" fmla="*/ 439130 h 6858000"/>
              <a:gd name="connsiteX260" fmla="*/ 11808348 w 12192000"/>
              <a:gd name="connsiteY260" fmla="*/ 398953 h 6858000"/>
              <a:gd name="connsiteX261" fmla="*/ 11768171 w 12192000"/>
              <a:gd name="connsiteY261" fmla="*/ 358776 h 6858000"/>
              <a:gd name="connsiteX262" fmla="*/ 11538515 w 12192000"/>
              <a:gd name="connsiteY262" fmla="*/ 358775 h 6858000"/>
              <a:gd name="connsiteX263" fmla="*/ 11538515 w 12192000"/>
              <a:gd name="connsiteY263" fmla="*/ 603575 h 6858000"/>
              <a:gd name="connsiteX264" fmla="*/ 11636435 w 12192000"/>
              <a:gd name="connsiteY264" fmla="*/ 603575 h 6858000"/>
              <a:gd name="connsiteX265" fmla="*/ 11720716 w 12192000"/>
              <a:gd name="connsiteY265" fmla="*/ 531534 h 6858000"/>
              <a:gd name="connsiteX266" fmla="*/ 11689592 w 12192000"/>
              <a:gd name="connsiteY266" fmla="*/ 473481 h 6858000"/>
              <a:gd name="connsiteX267" fmla="*/ 11711973 w 12192000"/>
              <a:gd name="connsiteY267" fmla="*/ 425221 h 6858000"/>
              <a:gd name="connsiteX268" fmla="*/ 11633987 w 12192000"/>
              <a:gd name="connsiteY268" fmla="*/ 358775 h 6858000"/>
              <a:gd name="connsiteX269" fmla="*/ 0 w 12192000"/>
              <a:gd name="connsiteY269" fmla="*/ 0 h 6858000"/>
              <a:gd name="connsiteX270" fmla="*/ 12192000 w 12192000"/>
              <a:gd name="connsiteY270" fmla="*/ 0 h 6858000"/>
              <a:gd name="connsiteX271" fmla="*/ 12192000 w 12192000"/>
              <a:gd name="connsiteY271" fmla="*/ 6858000 h 6858000"/>
              <a:gd name="connsiteX272" fmla="*/ 0 w 12192000"/>
              <a:gd name="connsiteY272" fmla="*/ 6858000 h 6858000"/>
            </a:gdLst>
            <a:ahLst/>
            <a:cxnLst/>
            <a:rect l="l" t="t" r="r" b="b"/>
            <a:pathLst>
              <a:path w="12192000" h="6858000">
                <a:moveTo>
                  <a:pt x="492512" y="6440988"/>
                </a:moveTo>
                <a:lnTo>
                  <a:pt x="503767" y="6440988"/>
                </a:lnTo>
                <a:cubicBezTo>
                  <a:pt x="507280" y="6440988"/>
                  <a:pt x="510179" y="6441644"/>
                  <a:pt x="512464" y="6442957"/>
                </a:cubicBezTo>
                <a:cubicBezTo>
                  <a:pt x="514749" y="6444270"/>
                  <a:pt x="515892" y="6446462"/>
                  <a:pt x="515892" y="6449531"/>
                </a:cubicBezTo>
                <a:cubicBezTo>
                  <a:pt x="515892" y="6451919"/>
                  <a:pt x="515354" y="6453820"/>
                  <a:pt x="514280" y="6455236"/>
                </a:cubicBezTo>
                <a:cubicBezTo>
                  <a:pt x="513206" y="6456651"/>
                  <a:pt x="511748" y="6457640"/>
                  <a:pt x="509906" y="6458203"/>
                </a:cubicBezTo>
                <a:cubicBezTo>
                  <a:pt x="508064" y="6458766"/>
                  <a:pt x="506018" y="6459047"/>
                  <a:pt x="503767" y="6459047"/>
                </a:cubicBezTo>
                <a:lnTo>
                  <a:pt x="492512" y="6459047"/>
                </a:lnTo>
                <a:close/>
                <a:moveTo>
                  <a:pt x="424027" y="6417608"/>
                </a:moveTo>
                <a:cubicBezTo>
                  <a:pt x="418536" y="6417608"/>
                  <a:pt x="414171" y="6419313"/>
                  <a:pt x="410931" y="6422724"/>
                </a:cubicBezTo>
                <a:cubicBezTo>
                  <a:pt x="407690" y="6426134"/>
                  <a:pt x="406070" y="6430756"/>
                  <a:pt x="406070" y="6436588"/>
                </a:cubicBezTo>
                <a:cubicBezTo>
                  <a:pt x="406070" y="6442352"/>
                  <a:pt x="407690" y="6446948"/>
                  <a:pt x="410931" y="6450375"/>
                </a:cubicBezTo>
                <a:cubicBezTo>
                  <a:pt x="414171" y="6453803"/>
                  <a:pt x="418536" y="6455517"/>
                  <a:pt x="424027" y="6455517"/>
                </a:cubicBezTo>
                <a:cubicBezTo>
                  <a:pt x="429143" y="6455517"/>
                  <a:pt x="433168" y="6454161"/>
                  <a:pt x="436101" y="6451450"/>
                </a:cubicBezTo>
                <a:cubicBezTo>
                  <a:pt x="439034" y="6448738"/>
                  <a:pt x="440569" y="6444927"/>
                  <a:pt x="440705" y="6440016"/>
                </a:cubicBezTo>
                <a:lnTo>
                  <a:pt x="430985" y="6440016"/>
                </a:lnTo>
                <a:cubicBezTo>
                  <a:pt x="430951" y="6442130"/>
                  <a:pt x="430363" y="6443853"/>
                  <a:pt x="429220" y="6445183"/>
                </a:cubicBezTo>
                <a:cubicBezTo>
                  <a:pt x="428078" y="6446513"/>
                  <a:pt x="426347" y="6447178"/>
                  <a:pt x="424027" y="6447178"/>
                </a:cubicBezTo>
                <a:cubicBezTo>
                  <a:pt x="421367" y="6447178"/>
                  <a:pt x="419304" y="6446266"/>
                  <a:pt x="417837" y="6444441"/>
                </a:cubicBezTo>
                <a:cubicBezTo>
                  <a:pt x="416371" y="6442616"/>
                  <a:pt x="415637" y="6439999"/>
                  <a:pt x="415637" y="6436588"/>
                </a:cubicBezTo>
                <a:cubicBezTo>
                  <a:pt x="415637" y="6433143"/>
                  <a:pt x="416371" y="6430500"/>
                  <a:pt x="417837" y="6428658"/>
                </a:cubicBezTo>
                <a:cubicBezTo>
                  <a:pt x="419304" y="6426816"/>
                  <a:pt x="421367" y="6425896"/>
                  <a:pt x="424027" y="6425896"/>
                </a:cubicBezTo>
                <a:cubicBezTo>
                  <a:pt x="426210" y="6425896"/>
                  <a:pt x="427916" y="6426484"/>
                  <a:pt x="429143" y="6427661"/>
                </a:cubicBezTo>
                <a:cubicBezTo>
                  <a:pt x="430371" y="6428837"/>
                  <a:pt x="431002" y="6430364"/>
                  <a:pt x="431036" y="6432239"/>
                </a:cubicBezTo>
                <a:lnTo>
                  <a:pt x="440552" y="6432239"/>
                </a:lnTo>
                <a:cubicBezTo>
                  <a:pt x="440484" y="6427908"/>
                  <a:pt x="438957" y="6424386"/>
                  <a:pt x="435973" y="6421675"/>
                </a:cubicBezTo>
                <a:cubicBezTo>
                  <a:pt x="432989" y="6418963"/>
                  <a:pt x="429007" y="6417608"/>
                  <a:pt x="424027" y="6417608"/>
                </a:cubicBezTo>
                <a:close/>
                <a:moveTo>
                  <a:pt x="607109" y="6416329"/>
                </a:moveTo>
                <a:lnTo>
                  <a:pt x="616062" y="6443904"/>
                </a:lnTo>
                <a:lnTo>
                  <a:pt x="598156" y="6443904"/>
                </a:lnTo>
                <a:close/>
                <a:moveTo>
                  <a:pt x="654437" y="6414027"/>
                </a:moveTo>
                <a:lnTo>
                  <a:pt x="666817" y="6414027"/>
                </a:lnTo>
                <a:cubicBezTo>
                  <a:pt x="669853" y="6414027"/>
                  <a:pt x="672291" y="6414794"/>
                  <a:pt x="674133" y="6416329"/>
                </a:cubicBezTo>
                <a:cubicBezTo>
                  <a:pt x="675975" y="6417864"/>
                  <a:pt x="676896" y="6420149"/>
                  <a:pt x="676896" y="6423184"/>
                </a:cubicBezTo>
                <a:cubicBezTo>
                  <a:pt x="676896" y="6425265"/>
                  <a:pt x="676452" y="6427021"/>
                  <a:pt x="675565" y="6428454"/>
                </a:cubicBezTo>
                <a:cubicBezTo>
                  <a:pt x="674679" y="6429886"/>
                  <a:pt x="673425" y="6430960"/>
                  <a:pt x="671805" y="6431677"/>
                </a:cubicBezTo>
                <a:cubicBezTo>
                  <a:pt x="670185" y="6432393"/>
                  <a:pt x="668250" y="6432751"/>
                  <a:pt x="665999" y="6432751"/>
                </a:cubicBezTo>
                <a:lnTo>
                  <a:pt x="654437" y="6432751"/>
                </a:lnTo>
                <a:close/>
                <a:moveTo>
                  <a:pt x="863987" y="6413720"/>
                </a:moveTo>
                <a:lnTo>
                  <a:pt x="875293" y="6413720"/>
                </a:lnTo>
                <a:cubicBezTo>
                  <a:pt x="878533" y="6413720"/>
                  <a:pt x="881210" y="6414589"/>
                  <a:pt x="883325" y="6416329"/>
                </a:cubicBezTo>
                <a:cubicBezTo>
                  <a:pt x="885440" y="6418068"/>
                  <a:pt x="886497" y="6420745"/>
                  <a:pt x="886497" y="6424361"/>
                </a:cubicBezTo>
                <a:cubicBezTo>
                  <a:pt x="886497" y="6427840"/>
                  <a:pt x="885465" y="6430466"/>
                  <a:pt x="883402" y="6432239"/>
                </a:cubicBezTo>
                <a:cubicBezTo>
                  <a:pt x="881338" y="6434013"/>
                  <a:pt x="878635" y="6434900"/>
                  <a:pt x="875293" y="6434900"/>
                </a:cubicBezTo>
                <a:lnTo>
                  <a:pt x="863987" y="6434900"/>
                </a:lnTo>
                <a:close/>
                <a:moveTo>
                  <a:pt x="492512" y="6413720"/>
                </a:moveTo>
                <a:lnTo>
                  <a:pt x="501465" y="6413720"/>
                </a:lnTo>
                <a:cubicBezTo>
                  <a:pt x="503340" y="6413720"/>
                  <a:pt x="505012" y="6413967"/>
                  <a:pt x="506478" y="6414461"/>
                </a:cubicBezTo>
                <a:cubicBezTo>
                  <a:pt x="507945" y="6414956"/>
                  <a:pt x="509104" y="6415774"/>
                  <a:pt x="509957" y="6416917"/>
                </a:cubicBezTo>
                <a:cubicBezTo>
                  <a:pt x="510810" y="6418060"/>
                  <a:pt x="511236" y="6419603"/>
                  <a:pt x="511236" y="6421547"/>
                </a:cubicBezTo>
                <a:cubicBezTo>
                  <a:pt x="511236" y="6424310"/>
                  <a:pt x="510298" y="6426407"/>
                  <a:pt x="508422" y="6427840"/>
                </a:cubicBezTo>
                <a:cubicBezTo>
                  <a:pt x="506546" y="6429272"/>
                  <a:pt x="504227" y="6429988"/>
                  <a:pt x="501465" y="6429988"/>
                </a:cubicBezTo>
                <a:lnTo>
                  <a:pt x="492512" y="6429988"/>
                </a:lnTo>
                <a:close/>
                <a:moveTo>
                  <a:pt x="937150" y="6413157"/>
                </a:moveTo>
                <a:cubicBezTo>
                  <a:pt x="941618" y="6413157"/>
                  <a:pt x="945216" y="6414214"/>
                  <a:pt x="947944" y="6416329"/>
                </a:cubicBezTo>
                <a:cubicBezTo>
                  <a:pt x="950673" y="6418443"/>
                  <a:pt x="952668" y="6421274"/>
                  <a:pt x="953930" y="6424821"/>
                </a:cubicBezTo>
                <a:cubicBezTo>
                  <a:pt x="955192" y="6428368"/>
                  <a:pt x="955823" y="6432291"/>
                  <a:pt x="955823" y="6436588"/>
                </a:cubicBezTo>
                <a:cubicBezTo>
                  <a:pt x="955823" y="6440817"/>
                  <a:pt x="955192" y="6444705"/>
                  <a:pt x="953930" y="6448252"/>
                </a:cubicBezTo>
                <a:cubicBezTo>
                  <a:pt x="952668" y="6451799"/>
                  <a:pt x="950673" y="6454630"/>
                  <a:pt x="947944" y="6456745"/>
                </a:cubicBezTo>
                <a:cubicBezTo>
                  <a:pt x="945216" y="6458859"/>
                  <a:pt x="941618" y="6459917"/>
                  <a:pt x="937150" y="6459917"/>
                </a:cubicBezTo>
                <a:cubicBezTo>
                  <a:pt x="932648" y="6459917"/>
                  <a:pt x="929024" y="6458859"/>
                  <a:pt x="926278" y="6456745"/>
                </a:cubicBezTo>
                <a:cubicBezTo>
                  <a:pt x="923533" y="6454630"/>
                  <a:pt x="921537" y="6451799"/>
                  <a:pt x="920292" y="6448252"/>
                </a:cubicBezTo>
                <a:cubicBezTo>
                  <a:pt x="919048" y="6444705"/>
                  <a:pt x="918425" y="6440817"/>
                  <a:pt x="918425" y="6436588"/>
                </a:cubicBezTo>
                <a:cubicBezTo>
                  <a:pt x="918425" y="6432291"/>
                  <a:pt x="919048" y="6428368"/>
                  <a:pt x="920292" y="6424821"/>
                </a:cubicBezTo>
                <a:cubicBezTo>
                  <a:pt x="921537" y="6421274"/>
                  <a:pt x="923533" y="6418443"/>
                  <a:pt x="926278" y="6416329"/>
                </a:cubicBezTo>
                <a:cubicBezTo>
                  <a:pt x="929024" y="6414214"/>
                  <a:pt x="932648" y="6413157"/>
                  <a:pt x="937150" y="6413157"/>
                </a:cubicBezTo>
                <a:close/>
                <a:moveTo>
                  <a:pt x="423362" y="6410343"/>
                </a:moveTo>
                <a:cubicBezTo>
                  <a:pt x="426978" y="6410343"/>
                  <a:pt x="430354" y="6411017"/>
                  <a:pt x="433492" y="6412364"/>
                </a:cubicBezTo>
                <a:cubicBezTo>
                  <a:pt x="436630" y="6413711"/>
                  <a:pt x="439392" y="6415595"/>
                  <a:pt x="441780" y="6418017"/>
                </a:cubicBezTo>
                <a:cubicBezTo>
                  <a:pt x="444167" y="6420439"/>
                  <a:pt x="446043" y="6423227"/>
                  <a:pt x="447407" y="6426382"/>
                </a:cubicBezTo>
                <a:cubicBezTo>
                  <a:pt x="448772" y="6429536"/>
                  <a:pt x="449454" y="6432939"/>
                  <a:pt x="449454" y="6436588"/>
                </a:cubicBezTo>
                <a:cubicBezTo>
                  <a:pt x="449454" y="6440203"/>
                  <a:pt x="448780" y="6443588"/>
                  <a:pt x="447433" y="6446743"/>
                </a:cubicBezTo>
                <a:cubicBezTo>
                  <a:pt x="446086" y="6449898"/>
                  <a:pt x="444218" y="6452678"/>
                  <a:pt x="441831" y="6455082"/>
                </a:cubicBezTo>
                <a:cubicBezTo>
                  <a:pt x="439443" y="6457487"/>
                  <a:pt x="436672" y="6459371"/>
                  <a:pt x="433517" y="6460735"/>
                </a:cubicBezTo>
                <a:cubicBezTo>
                  <a:pt x="430363" y="6462100"/>
                  <a:pt x="426978" y="6462782"/>
                  <a:pt x="423362" y="6462782"/>
                </a:cubicBezTo>
                <a:cubicBezTo>
                  <a:pt x="419781" y="6462782"/>
                  <a:pt x="416422" y="6462100"/>
                  <a:pt x="413284" y="6460735"/>
                </a:cubicBezTo>
                <a:cubicBezTo>
                  <a:pt x="410146" y="6459371"/>
                  <a:pt x="407392" y="6457487"/>
                  <a:pt x="405022" y="6455082"/>
                </a:cubicBezTo>
                <a:cubicBezTo>
                  <a:pt x="402651" y="6452678"/>
                  <a:pt x="400784" y="6449898"/>
                  <a:pt x="399420" y="6446743"/>
                </a:cubicBezTo>
                <a:cubicBezTo>
                  <a:pt x="398055" y="6443588"/>
                  <a:pt x="397373" y="6440203"/>
                  <a:pt x="397373" y="6436588"/>
                </a:cubicBezTo>
                <a:cubicBezTo>
                  <a:pt x="397373" y="6432939"/>
                  <a:pt x="398047" y="6429536"/>
                  <a:pt x="399394" y="6426382"/>
                </a:cubicBezTo>
                <a:cubicBezTo>
                  <a:pt x="400741" y="6423227"/>
                  <a:pt x="402600" y="6420439"/>
                  <a:pt x="404970" y="6418017"/>
                </a:cubicBezTo>
                <a:cubicBezTo>
                  <a:pt x="407341" y="6415595"/>
                  <a:pt x="410103" y="6413711"/>
                  <a:pt x="413258" y="6412364"/>
                </a:cubicBezTo>
                <a:cubicBezTo>
                  <a:pt x="416413" y="6411017"/>
                  <a:pt x="419781" y="6410343"/>
                  <a:pt x="423362" y="6410343"/>
                </a:cubicBezTo>
                <a:close/>
                <a:moveTo>
                  <a:pt x="1051845" y="6402106"/>
                </a:moveTo>
                <a:lnTo>
                  <a:pt x="1051845" y="6414078"/>
                </a:lnTo>
                <a:lnTo>
                  <a:pt x="1070262" y="6414078"/>
                </a:lnTo>
                <a:lnTo>
                  <a:pt x="1070262" y="6470967"/>
                </a:lnTo>
                <a:lnTo>
                  <a:pt x="1084638" y="6470967"/>
                </a:lnTo>
                <a:lnTo>
                  <a:pt x="1084638" y="6414078"/>
                </a:lnTo>
                <a:lnTo>
                  <a:pt x="1102953" y="6414078"/>
                </a:lnTo>
                <a:lnTo>
                  <a:pt x="1102953" y="6402106"/>
                </a:lnTo>
                <a:close/>
                <a:moveTo>
                  <a:pt x="992486" y="6402106"/>
                </a:moveTo>
                <a:lnTo>
                  <a:pt x="992486" y="6470967"/>
                </a:lnTo>
                <a:lnTo>
                  <a:pt x="1005941" y="6470967"/>
                </a:lnTo>
                <a:lnTo>
                  <a:pt x="1005941" y="6424258"/>
                </a:lnTo>
                <a:lnTo>
                  <a:pt x="1037660" y="6470967"/>
                </a:lnTo>
                <a:lnTo>
                  <a:pt x="1051780" y="6470967"/>
                </a:lnTo>
                <a:lnTo>
                  <a:pt x="1051780" y="6402106"/>
                </a:lnTo>
                <a:lnTo>
                  <a:pt x="1038222" y="6402106"/>
                </a:lnTo>
                <a:lnTo>
                  <a:pt x="1038222" y="6448508"/>
                </a:lnTo>
                <a:lnTo>
                  <a:pt x="1006555" y="6402106"/>
                </a:lnTo>
                <a:close/>
                <a:moveTo>
                  <a:pt x="973436" y="6402106"/>
                </a:moveTo>
                <a:lnTo>
                  <a:pt x="973436" y="6470967"/>
                </a:lnTo>
                <a:lnTo>
                  <a:pt x="987812" y="6470967"/>
                </a:lnTo>
                <a:lnTo>
                  <a:pt x="987812" y="6402106"/>
                </a:lnTo>
                <a:close/>
                <a:moveTo>
                  <a:pt x="849611" y="6402106"/>
                </a:moveTo>
                <a:lnTo>
                  <a:pt x="849611" y="6470967"/>
                </a:lnTo>
                <a:lnTo>
                  <a:pt x="863987" y="6470967"/>
                </a:lnTo>
                <a:lnTo>
                  <a:pt x="863987" y="6446462"/>
                </a:lnTo>
                <a:lnTo>
                  <a:pt x="876623" y="6446462"/>
                </a:lnTo>
                <a:cubicBezTo>
                  <a:pt x="881159" y="6446462"/>
                  <a:pt x="885295" y="6445669"/>
                  <a:pt x="889029" y="6444083"/>
                </a:cubicBezTo>
                <a:cubicBezTo>
                  <a:pt x="892764" y="6442497"/>
                  <a:pt x="895740" y="6440067"/>
                  <a:pt x="897957" y="6436793"/>
                </a:cubicBezTo>
                <a:cubicBezTo>
                  <a:pt x="900174" y="6433518"/>
                  <a:pt x="901282" y="6429374"/>
                  <a:pt x="901282" y="6424361"/>
                </a:cubicBezTo>
                <a:cubicBezTo>
                  <a:pt x="901282" y="6419279"/>
                  <a:pt x="900174" y="6415101"/>
                  <a:pt x="897957" y="6411827"/>
                </a:cubicBezTo>
                <a:cubicBezTo>
                  <a:pt x="895740" y="6408552"/>
                  <a:pt x="892764" y="6406114"/>
                  <a:pt x="889029" y="6404511"/>
                </a:cubicBezTo>
                <a:cubicBezTo>
                  <a:pt x="885295" y="6402908"/>
                  <a:pt x="881159" y="6402106"/>
                  <a:pt x="876623" y="6402106"/>
                </a:cubicBezTo>
                <a:close/>
                <a:moveTo>
                  <a:pt x="716261" y="6402106"/>
                </a:moveTo>
                <a:lnTo>
                  <a:pt x="716261" y="6470967"/>
                </a:lnTo>
                <a:lnTo>
                  <a:pt x="729716" y="6470967"/>
                </a:lnTo>
                <a:lnTo>
                  <a:pt x="729716" y="6424258"/>
                </a:lnTo>
                <a:lnTo>
                  <a:pt x="761435" y="6470967"/>
                </a:lnTo>
                <a:lnTo>
                  <a:pt x="775555" y="6470967"/>
                </a:lnTo>
                <a:lnTo>
                  <a:pt x="775555" y="6402106"/>
                </a:lnTo>
                <a:lnTo>
                  <a:pt x="761997" y="6402106"/>
                </a:lnTo>
                <a:lnTo>
                  <a:pt x="761997" y="6448508"/>
                </a:lnTo>
                <a:lnTo>
                  <a:pt x="730330" y="6402106"/>
                </a:lnTo>
                <a:close/>
                <a:moveTo>
                  <a:pt x="697211" y="6402106"/>
                </a:moveTo>
                <a:lnTo>
                  <a:pt x="697211" y="6470967"/>
                </a:lnTo>
                <a:lnTo>
                  <a:pt x="711587" y="6470967"/>
                </a:lnTo>
                <a:lnTo>
                  <a:pt x="711587" y="6402106"/>
                </a:lnTo>
                <a:close/>
                <a:moveTo>
                  <a:pt x="640061" y="6402106"/>
                </a:moveTo>
                <a:lnTo>
                  <a:pt x="640061" y="6470967"/>
                </a:lnTo>
                <a:lnTo>
                  <a:pt x="654437" y="6470967"/>
                </a:lnTo>
                <a:lnTo>
                  <a:pt x="654437" y="6444620"/>
                </a:lnTo>
                <a:lnTo>
                  <a:pt x="665641" y="6444620"/>
                </a:lnTo>
                <a:cubicBezTo>
                  <a:pt x="668301" y="6444620"/>
                  <a:pt x="670390" y="6445089"/>
                  <a:pt x="671908" y="6446027"/>
                </a:cubicBezTo>
                <a:cubicBezTo>
                  <a:pt x="673425" y="6446965"/>
                  <a:pt x="674628" y="6448389"/>
                  <a:pt x="675514" y="6450299"/>
                </a:cubicBezTo>
                <a:cubicBezTo>
                  <a:pt x="676401" y="6452209"/>
                  <a:pt x="677186" y="6454664"/>
                  <a:pt x="677868" y="6457666"/>
                </a:cubicBezTo>
                <a:lnTo>
                  <a:pt x="681091" y="6470967"/>
                </a:lnTo>
                <a:lnTo>
                  <a:pt x="696132" y="6470967"/>
                </a:lnTo>
                <a:lnTo>
                  <a:pt x="691578" y="6454801"/>
                </a:lnTo>
                <a:cubicBezTo>
                  <a:pt x="690692" y="6451561"/>
                  <a:pt x="689711" y="6448832"/>
                  <a:pt x="688637" y="6446615"/>
                </a:cubicBezTo>
                <a:cubicBezTo>
                  <a:pt x="687562" y="6444398"/>
                  <a:pt x="686156" y="6442633"/>
                  <a:pt x="684416" y="6441320"/>
                </a:cubicBezTo>
                <a:cubicBezTo>
                  <a:pt x="682677" y="6440007"/>
                  <a:pt x="680357" y="6439129"/>
                  <a:pt x="677458" y="6438685"/>
                </a:cubicBezTo>
                <a:cubicBezTo>
                  <a:pt x="682199" y="6437389"/>
                  <a:pt x="685738" y="6435224"/>
                  <a:pt x="688074" y="6432188"/>
                </a:cubicBezTo>
                <a:cubicBezTo>
                  <a:pt x="690410" y="6429153"/>
                  <a:pt x="691578" y="6425452"/>
                  <a:pt x="691578" y="6421087"/>
                </a:cubicBezTo>
                <a:cubicBezTo>
                  <a:pt x="691578" y="6416482"/>
                  <a:pt x="690564" y="6412790"/>
                  <a:pt x="688534" y="6410010"/>
                </a:cubicBezTo>
                <a:cubicBezTo>
                  <a:pt x="686505" y="6407231"/>
                  <a:pt x="683751" y="6405219"/>
                  <a:pt x="680272" y="6403974"/>
                </a:cubicBezTo>
                <a:cubicBezTo>
                  <a:pt x="676793" y="6402729"/>
                  <a:pt x="672837" y="6402106"/>
                  <a:pt x="668403" y="6402106"/>
                </a:cubicBezTo>
                <a:close/>
                <a:moveTo>
                  <a:pt x="535286" y="6402106"/>
                </a:moveTo>
                <a:lnTo>
                  <a:pt x="535286" y="6470967"/>
                </a:lnTo>
                <a:lnTo>
                  <a:pt x="574827" y="6470967"/>
                </a:lnTo>
                <a:lnTo>
                  <a:pt x="581483" y="6470967"/>
                </a:lnTo>
                <a:lnTo>
                  <a:pt x="589664" y="6470967"/>
                </a:lnTo>
                <a:lnTo>
                  <a:pt x="594729" y="6455824"/>
                </a:lnTo>
                <a:lnTo>
                  <a:pt x="619592" y="6455824"/>
                </a:lnTo>
                <a:lnTo>
                  <a:pt x="624503" y="6470967"/>
                </a:lnTo>
                <a:lnTo>
                  <a:pt x="639493" y="6470967"/>
                </a:lnTo>
                <a:lnTo>
                  <a:pt x="614681" y="6402106"/>
                </a:lnTo>
                <a:lnTo>
                  <a:pt x="599589" y="6402106"/>
                </a:lnTo>
                <a:lnTo>
                  <a:pt x="579114" y="6459047"/>
                </a:lnTo>
                <a:lnTo>
                  <a:pt x="549662" y="6459047"/>
                </a:lnTo>
                <a:lnTo>
                  <a:pt x="549662" y="6441550"/>
                </a:lnTo>
                <a:lnTo>
                  <a:pt x="578516" y="6441550"/>
                </a:lnTo>
                <a:lnTo>
                  <a:pt x="578516" y="6430040"/>
                </a:lnTo>
                <a:lnTo>
                  <a:pt x="549662" y="6430040"/>
                </a:lnTo>
                <a:lnTo>
                  <a:pt x="549662" y="6414027"/>
                </a:lnTo>
                <a:lnTo>
                  <a:pt x="581483" y="6414027"/>
                </a:lnTo>
                <a:lnTo>
                  <a:pt x="581483" y="6402106"/>
                </a:lnTo>
                <a:close/>
                <a:moveTo>
                  <a:pt x="478136" y="6402106"/>
                </a:moveTo>
                <a:lnTo>
                  <a:pt x="478136" y="6470967"/>
                </a:lnTo>
                <a:lnTo>
                  <a:pt x="504278" y="6470967"/>
                </a:lnTo>
                <a:cubicBezTo>
                  <a:pt x="509735" y="6470967"/>
                  <a:pt x="514416" y="6470242"/>
                  <a:pt x="518322" y="6468793"/>
                </a:cubicBezTo>
                <a:cubicBezTo>
                  <a:pt x="522227" y="6467343"/>
                  <a:pt x="525228" y="6465126"/>
                  <a:pt x="527326" y="6462142"/>
                </a:cubicBezTo>
                <a:cubicBezTo>
                  <a:pt x="529423" y="6459158"/>
                  <a:pt x="530472" y="6455364"/>
                  <a:pt x="530472" y="6450759"/>
                </a:cubicBezTo>
                <a:cubicBezTo>
                  <a:pt x="530472" y="6446462"/>
                  <a:pt x="529219" y="6442846"/>
                  <a:pt x="526712" y="6439913"/>
                </a:cubicBezTo>
                <a:cubicBezTo>
                  <a:pt x="524205" y="6436980"/>
                  <a:pt x="520564" y="6435036"/>
                  <a:pt x="515789" y="6434081"/>
                </a:cubicBezTo>
                <a:cubicBezTo>
                  <a:pt x="518825" y="6432956"/>
                  <a:pt x="521255" y="6431122"/>
                  <a:pt x="523079" y="6428581"/>
                </a:cubicBezTo>
                <a:cubicBezTo>
                  <a:pt x="524904" y="6426041"/>
                  <a:pt x="525816" y="6422945"/>
                  <a:pt x="525816" y="6419296"/>
                </a:cubicBezTo>
                <a:cubicBezTo>
                  <a:pt x="525816" y="6413464"/>
                  <a:pt x="523651" y="6409141"/>
                  <a:pt x="519319" y="6406327"/>
                </a:cubicBezTo>
                <a:cubicBezTo>
                  <a:pt x="514988" y="6403513"/>
                  <a:pt x="509104" y="6402106"/>
                  <a:pt x="501669" y="6402106"/>
                </a:cubicBezTo>
                <a:close/>
                <a:moveTo>
                  <a:pt x="937150" y="6401185"/>
                </a:moveTo>
                <a:cubicBezTo>
                  <a:pt x="929953" y="6401185"/>
                  <a:pt x="923857" y="6402644"/>
                  <a:pt x="918860" y="6405560"/>
                </a:cubicBezTo>
                <a:cubicBezTo>
                  <a:pt x="913863" y="6408476"/>
                  <a:pt x="910069" y="6412586"/>
                  <a:pt x="907477" y="6417889"/>
                </a:cubicBezTo>
                <a:cubicBezTo>
                  <a:pt x="904885" y="6423193"/>
                  <a:pt x="903589" y="6429426"/>
                  <a:pt x="903589" y="6436588"/>
                </a:cubicBezTo>
                <a:cubicBezTo>
                  <a:pt x="903589" y="6443750"/>
                  <a:pt x="904885" y="6449966"/>
                  <a:pt x="907477" y="6455236"/>
                </a:cubicBezTo>
                <a:cubicBezTo>
                  <a:pt x="910069" y="6460505"/>
                  <a:pt x="913863" y="6464598"/>
                  <a:pt x="918860" y="6467514"/>
                </a:cubicBezTo>
                <a:cubicBezTo>
                  <a:pt x="923857" y="6470430"/>
                  <a:pt x="929953" y="6471888"/>
                  <a:pt x="937150" y="6471888"/>
                </a:cubicBezTo>
                <a:cubicBezTo>
                  <a:pt x="944346" y="6471888"/>
                  <a:pt x="950434" y="6470430"/>
                  <a:pt x="955414" y="6467514"/>
                </a:cubicBezTo>
                <a:cubicBezTo>
                  <a:pt x="960393" y="6464598"/>
                  <a:pt x="964179" y="6460505"/>
                  <a:pt x="966771" y="6455236"/>
                </a:cubicBezTo>
                <a:cubicBezTo>
                  <a:pt x="969363" y="6449966"/>
                  <a:pt x="970659" y="6443750"/>
                  <a:pt x="970659" y="6436588"/>
                </a:cubicBezTo>
                <a:cubicBezTo>
                  <a:pt x="970659" y="6429426"/>
                  <a:pt x="969363" y="6423193"/>
                  <a:pt x="966771" y="6417889"/>
                </a:cubicBezTo>
                <a:cubicBezTo>
                  <a:pt x="964179" y="6412586"/>
                  <a:pt x="960393" y="6408476"/>
                  <a:pt x="955414" y="6405560"/>
                </a:cubicBezTo>
                <a:cubicBezTo>
                  <a:pt x="950434" y="6402644"/>
                  <a:pt x="944346" y="6401185"/>
                  <a:pt x="937150" y="6401185"/>
                </a:cubicBezTo>
                <a:close/>
                <a:moveTo>
                  <a:pt x="813632" y="6401185"/>
                </a:moveTo>
                <a:cubicBezTo>
                  <a:pt x="806572" y="6401185"/>
                  <a:pt x="800518" y="6402644"/>
                  <a:pt x="795470" y="6405560"/>
                </a:cubicBezTo>
                <a:cubicBezTo>
                  <a:pt x="790422" y="6408476"/>
                  <a:pt x="786543" y="6412586"/>
                  <a:pt x="783831" y="6417889"/>
                </a:cubicBezTo>
                <a:cubicBezTo>
                  <a:pt x="781120" y="6423193"/>
                  <a:pt x="779764" y="6429426"/>
                  <a:pt x="779764" y="6436588"/>
                </a:cubicBezTo>
                <a:cubicBezTo>
                  <a:pt x="779764" y="6443716"/>
                  <a:pt x="781120" y="6449924"/>
                  <a:pt x="783831" y="6455210"/>
                </a:cubicBezTo>
                <a:cubicBezTo>
                  <a:pt x="786543" y="6460497"/>
                  <a:pt x="790422" y="6464598"/>
                  <a:pt x="795470" y="6467514"/>
                </a:cubicBezTo>
                <a:cubicBezTo>
                  <a:pt x="800518" y="6470430"/>
                  <a:pt x="806572" y="6471888"/>
                  <a:pt x="813632" y="6471888"/>
                </a:cubicBezTo>
                <a:cubicBezTo>
                  <a:pt x="820316" y="6471888"/>
                  <a:pt x="825970" y="6470609"/>
                  <a:pt x="830591" y="6468051"/>
                </a:cubicBezTo>
                <a:cubicBezTo>
                  <a:pt x="835212" y="6465493"/>
                  <a:pt x="838725" y="6461946"/>
                  <a:pt x="841130" y="6457410"/>
                </a:cubicBezTo>
                <a:cubicBezTo>
                  <a:pt x="843534" y="6452874"/>
                  <a:pt x="844737" y="6447621"/>
                  <a:pt x="844737" y="6441653"/>
                </a:cubicBezTo>
                <a:lnTo>
                  <a:pt x="844737" y="6434644"/>
                </a:lnTo>
                <a:lnTo>
                  <a:pt x="813990" y="6434644"/>
                </a:lnTo>
                <a:lnTo>
                  <a:pt x="813990" y="6446104"/>
                </a:lnTo>
                <a:lnTo>
                  <a:pt x="830310" y="6446104"/>
                </a:lnTo>
                <a:cubicBezTo>
                  <a:pt x="830105" y="6448832"/>
                  <a:pt x="829329" y="6451237"/>
                  <a:pt x="827982" y="6453317"/>
                </a:cubicBezTo>
                <a:cubicBezTo>
                  <a:pt x="826635" y="6455398"/>
                  <a:pt x="824759" y="6457026"/>
                  <a:pt x="822354" y="6458203"/>
                </a:cubicBezTo>
                <a:cubicBezTo>
                  <a:pt x="819950" y="6459380"/>
                  <a:pt x="817042" y="6459968"/>
                  <a:pt x="813632" y="6459968"/>
                </a:cubicBezTo>
                <a:cubicBezTo>
                  <a:pt x="809027" y="6459968"/>
                  <a:pt x="805327" y="6458894"/>
                  <a:pt x="802530" y="6456745"/>
                </a:cubicBezTo>
                <a:cubicBezTo>
                  <a:pt x="799733" y="6454596"/>
                  <a:pt x="797695" y="6451748"/>
                  <a:pt x="796416" y="6448201"/>
                </a:cubicBezTo>
                <a:cubicBezTo>
                  <a:pt x="795137" y="6444654"/>
                  <a:pt x="794498" y="6440783"/>
                  <a:pt x="794498" y="6436588"/>
                </a:cubicBezTo>
                <a:cubicBezTo>
                  <a:pt x="794498" y="6432359"/>
                  <a:pt x="795129" y="6428479"/>
                  <a:pt x="796391" y="6424949"/>
                </a:cubicBezTo>
                <a:cubicBezTo>
                  <a:pt x="797653" y="6421419"/>
                  <a:pt x="799665" y="6418571"/>
                  <a:pt x="802428" y="6416405"/>
                </a:cubicBezTo>
                <a:cubicBezTo>
                  <a:pt x="805190" y="6414240"/>
                  <a:pt x="808823" y="6413157"/>
                  <a:pt x="813325" y="6413157"/>
                </a:cubicBezTo>
                <a:cubicBezTo>
                  <a:pt x="816462" y="6413157"/>
                  <a:pt x="819157" y="6413651"/>
                  <a:pt x="821408" y="6414640"/>
                </a:cubicBezTo>
                <a:cubicBezTo>
                  <a:pt x="823659" y="6415630"/>
                  <a:pt x="825432" y="6416994"/>
                  <a:pt x="826728" y="6418733"/>
                </a:cubicBezTo>
                <a:cubicBezTo>
                  <a:pt x="828024" y="6420473"/>
                  <a:pt x="828809" y="6422468"/>
                  <a:pt x="829082" y="6424719"/>
                </a:cubicBezTo>
                <a:lnTo>
                  <a:pt x="843765" y="6424719"/>
                </a:lnTo>
                <a:cubicBezTo>
                  <a:pt x="843389" y="6420660"/>
                  <a:pt x="842281" y="6417147"/>
                  <a:pt x="840439" y="6414180"/>
                </a:cubicBezTo>
                <a:cubicBezTo>
                  <a:pt x="838597" y="6411213"/>
                  <a:pt x="836261" y="6408766"/>
                  <a:pt x="833430" y="6406839"/>
                </a:cubicBezTo>
                <a:cubicBezTo>
                  <a:pt x="830600" y="6404912"/>
                  <a:pt x="827479" y="6403488"/>
                  <a:pt x="824068" y="6402567"/>
                </a:cubicBezTo>
                <a:cubicBezTo>
                  <a:pt x="820657" y="6401646"/>
                  <a:pt x="817179" y="6401185"/>
                  <a:pt x="813632" y="6401185"/>
                </a:cubicBezTo>
                <a:close/>
                <a:moveTo>
                  <a:pt x="423362" y="6401185"/>
                </a:moveTo>
                <a:cubicBezTo>
                  <a:pt x="418485" y="6401185"/>
                  <a:pt x="413915" y="6402098"/>
                  <a:pt x="409651" y="6403922"/>
                </a:cubicBezTo>
                <a:cubicBezTo>
                  <a:pt x="405388" y="6405747"/>
                  <a:pt x="401636" y="6408280"/>
                  <a:pt x="398396" y="6411520"/>
                </a:cubicBezTo>
                <a:cubicBezTo>
                  <a:pt x="395156" y="6414760"/>
                  <a:pt x="392624" y="6418520"/>
                  <a:pt x="390799" y="6422800"/>
                </a:cubicBezTo>
                <a:cubicBezTo>
                  <a:pt x="388974" y="6427081"/>
                  <a:pt x="388062" y="6431677"/>
                  <a:pt x="388062" y="6436588"/>
                </a:cubicBezTo>
                <a:cubicBezTo>
                  <a:pt x="388062" y="6441465"/>
                  <a:pt x="388974" y="6446035"/>
                  <a:pt x="390799" y="6450299"/>
                </a:cubicBezTo>
                <a:cubicBezTo>
                  <a:pt x="392624" y="6454562"/>
                  <a:pt x="395156" y="6458314"/>
                  <a:pt x="398396" y="6461554"/>
                </a:cubicBezTo>
                <a:cubicBezTo>
                  <a:pt x="401636" y="6464794"/>
                  <a:pt x="405388" y="6467326"/>
                  <a:pt x="409651" y="6469151"/>
                </a:cubicBezTo>
                <a:cubicBezTo>
                  <a:pt x="413915" y="6470976"/>
                  <a:pt x="418485" y="6471888"/>
                  <a:pt x="423362" y="6471888"/>
                </a:cubicBezTo>
                <a:cubicBezTo>
                  <a:pt x="428274" y="6471888"/>
                  <a:pt x="432869" y="6470976"/>
                  <a:pt x="437150" y="6469151"/>
                </a:cubicBezTo>
                <a:cubicBezTo>
                  <a:pt x="441430" y="6467326"/>
                  <a:pt x="445190" y="6464794"/>
                  <a:pt x="448431" y="6461554"/>
                </a:cubicBezTo>
                <a:cubicBezTo>
                  <a:pt x="451671" y="6458314"/>
                  <a:pt x="454203" y="6454562"/>
                  <a:pt x="456028" y="6450299"/>
                </a:cubicBezTo>
                <a:cubicBezTo>
                  <a:pt x="457852" y="6446035"/>
                  <a:pt x="458765" y="6441465"/>
                  <a:pt x="458765" y="6436588"/>
                </a:cubicBezTo>
                <a:cubicBezTo>
                  <a:pt x="458765" y="6431677"/>
                  <a:pt x="457852" y="6427081"/>
                  <a:pt x="456028" y="6422800"/>
                </a:cubicBezTo>
                <a:cubicBezTo>
                  <a:pt x="454203" y="6418520"/>
                  <a:pt x="451671" y="6414760"/>
                  <a:pt x="448431" y="6411520"/>
                </a:cubicBezTo>
                <a:cubicBezTo>
                  <a:pt x="445190" y="6408280"/>
                  <a:pt x="441430" y="6405747"/>
                  <a:pt x="437150" y="6403922"/>
                </a:cubicBezTo>
                <a:cubicBezTo>
                  <a:pt x="432869" y="6402098"/>
                  <a:pt x="428274" y="6401185"/>
                  <a:pt x="423362" y="6401185"/>
                </a:cubicBezTo>
                <a:close/>
                <a:moveTo>
                  <a:pt x="11582579" y="496563"/>
                </a:moveTo>
                <a:lnTo>
                  <a:pt x="11637484" y="496563"/>
                </a:lnTo>
                <a:cubicBezTo>
                  <a:pt x="11662314" y="496563"/>
                  <a:pt x="11675953" y="509152"/>
                  <a:pt x="11675953" y="530485"/>
                </a:cubicBezTo>
                <a:cubicBezTo>
                  <a:pt x="11675953" y="551817"/>
                  <a:pt x="11663013" y="564407"/>
                  <a:pt x="11637484" y="564407"/>
                </a:cubicBezTo>
                <a:lnTo>
                  <a:pt x="11582579" y="564407"/>
                </a:lnTo>
                <a:close/>
                <a:moveTo>
                  <a:pt x="11582579" y="397943"/>
                </a:moveTo>
                <a:lnTo>
                  <a:pt x="11635036" y="397943"/>
                </a:lnTo>
                <a:cubicBezTo>
                  <a:pt x="11657068" y="397943"/>
                  <a:pt x="11667909" y="409484"/>
                  <a:pt x="11667909" y="427669"/>
                </a:cubicBezTo>
                <a:cubicBezTo>
                  <a:pt x="11667909" y="445854"/>
                  <a:pt x="11656718" y="457395"/>
                  <a:pt x="11635386" y="457395"/>
                </a:cubicBezTo>
                <a:lnTo>
                  <a:pt x="11582579" y="457395"/>
                </a:lnTo>
                <a:close/>
                <a:moveTo>
                  <a:pt x="11768171" y="379675"/>
                </a:moveTo>
                <a:cubicBezTo>
                  <a:pt x="11778809" y="379675"/>
                  <a:pt x="11787448" y="388315"/>
                  <a:pt x="11787448" y="398953"/>
                </a:cubicBezTo>
                <a:cubicBezTo>
                  <a:pt x="11787448" y="409592"/>
                  <a:pt x="11778809" y="418231"/>
                  <a:pt x="11768171" y="418231"/>
                </a:cubicBezTo>
                <a:cubicBezTo>
                  <a:pt x="11757518" y="418231"/>
                  <a:pt x="11748893" y="409592"/>
                  <a:pt x="11748893" y="398953"/>
                </a:cubicBezTo>
                <a:cubicBezTo>
                  <a:pt x="11748893" y="388315"/>
                  <a:pt x="11757532" y="379675"/>
                  <a:pt x="11768171" y="379675"/>
                </a:cubicBezTo>
                <a:close/>
                <a:moveTo>
                  <a:pt x="11768171" y="358776"/>
                </a:moveTo>
                <a:cubicBezTo>
                  <a:pt x="11745985" y="358776"/>
                  <a:pt x="11727994" y="376767"/>
                  <a:pt x="11727994" y="398953"/>
                </a:cubicBezTo>
                <a:cubicBezTo>
                  <a:pt x="11727994" y="421139"/>
                  <a:pt x="11745985" y="439130"/>
                  <a:pt x="11768171" y="439130"/>
                </a:cubicBezTo>
                <a:cubicBezTo>
                  <a:pt x="11790356" y="439130"/>
                  <a:pt x="11808348" y="421139"/>
                  <a:pt x="11808348" y="398953"/>
                </a:cubicBezTo>
                <a:cubicBezTo>
                  <a:pt x="11808348" y="376767"/>
                  <a:pt x="11790370" y="358776"/>
                  <a:pt x="11768171" y="358776"/>
                </a:cubicBezTo>
                <a:close/>
                <a:moveTo>
                  <a:pt x="11538515" y="358775"/>
                </a:moveTo>
                <a:lnTo>
                  <a:pt x="11538515" y="603575"/>
                </a:lnTo>
                <a:lnTo>
                  <a:pt x="11636435" y="603575"/>
                </a:lnTo>
                <a:cubicBezTo>
                  <a:pt x="11692389" y="603575"/>
                  <a:pt x="11720716" y="574549"/>
                  <a:pt x="11720716" y="531534"/>
                </a:cubicBezTo>
                <a:cubicBezTo>
                  <a:pt x="11720716" y="507054"/>
                  <a:pt x="11710225" y="485022"/>
                  <a:pt x="11689592" y="473481"/>
                </a:cubicBezTo>
                <a:cubicBezTo>
                  <a:pt x="11704979" y="461941"/>
                  <a:pt x="11711973" y="444455"/>
                  <a:pt x="11711973" y="425221"/>
                </a:cubicBezTo>
                <a:cubicBezTo>
                  <a:pt x="11711973" y="386752"/>
                  <a:pt x="11686094" y="358775"/>
                  <a:pt x="11633987" y="358775"/>
                </a:cubicBezTo>
                <a:close/>
                <a:moveTo>
                  <a:pt x="0" y="0"/>
                </a:moveTo>
                <a:lnTo>
                  <a:pt x="12192000" y="0"/>
                </a:lnTo>
                <a:lnTo>
                  <a:pt x="12192000" y="6858000"/>
                </a:lnTo>
                <a:lnTo>
                  <a:pt x="0" y="6858000"/>
                </a:lnTo>
                <a:close/>
              </a:path>
            </a:pathLst>
          </a:custGeom>
          <a:noFill/>
        </p:spPr>
        <p:txBody>
          <a:bodyPr wrap="square" tIns="72000">
            <a:noAutofit/>
          </a:bodyPr>
          <a:lstStyle>
            <a:lvl1pPr marL="0" indent="0" algn="ctr">
              <a:buNone/>
              <a:defRPr sz="1200"/>
            </a:lvl1pPr>
          </a:lstStyle>
          <a:p>
            <a:r>
              <a:t>Klikk på ikonet for å legge til et bilde</a:t>
            </a:r>
          </a:p>
        </p:txBody>
      </p:sp>
      <p:sp>
        <p:nvSpPr>
          <p:cNvPr id="6" name="Text Placeholder 7">
            <a:extLst>
              <a:ext uri="{FF2B5EF4-FFF2-40B4-BE49-F238E27FC236}">
                <a16:creationId xmlns:a16="http://schemas.microsoft.com/office/drawing/2014/main" id="{310A4A3D-D4DE-EF18-6682-8B9D12989027}"/>
              </a:ext>
            </a:extLst>
          </p:cNvPr>
          <p:cNvSpPr>
            <a:spLocks noGrp="1"/>
          </p:cNvSpPr>
          <p:nvPr>
            <p:ph type="body" idx="13"/>
          </p:nvPr>
        </p:nvSpPr>
        <p:spPr>
          <a:xfrm>
            <a:off x="384175" y="4048125"/>
            <a:ext cx="9486900" cy="1922464"/>
          </a:xfrm>
        </p:spPr>
        <p:txBody>
          <a:bodyPr/>
          <a:lstStyle>
            <a:lvl1pPr marL="0" indent="0">
              <a:lnSpc>
                <a:spcPct val="80000"/>
              </a:lnSpc>
              <a:spcBef>
                <a:spcPts val="0"/>
              </a:spcBef>
              <a:spcAft>
                <a:spcPts val="0"/>
              </a:spcAft>
              <a:buNone/>
              <a:defRPr sz="5200" spc="-80" baseline="0"/>
            </a:lvl1pPr>
            <a:lvl2pPr marL="180975" indent="0">
              <a:buNone/>
              <a:defRPr/>
            </a:lvl2pPr>
          </a:lstStyle>
          <a:p>
            <a:pPr lvl="0">
              <a:buNone/>
            </a:pPr>
            <a:r>
              <a:t>Klikk for å redigere tekststiler i malen</a:t>
            </a:r>
          </a:p>
        </p:txBody>
      </p:sp>
      <p:sp>
        <p:nvSpPr>
          <p:cNvPr id="4" name="textruta 12">
            <a:extLst>
              <a:ext uri="{FF2B5EF4-FFF2-40B4-BE49-F238E27FC236}">
                <a16:creationId xmlns:a16="http://schemas.microsoft.com/office/drawing/2014/main" id="{2445D67B-5566-F1BD-F442-438B69420B88}"/>
              </a:ext>
            </a:extLst>
          </p:cNvPr>
          <p:cNvSpPr>
            <a:spLocks noGrp="1"/>
          </p:cNvSpPr>
          <p:nvPr/>
        </p:nvSpPr>
        <p:spPr>
          <a:xfrm>
            <a:off x="12270947" y="3170"/>
            <a:ext cx="1681523" cy="1924883"/>
          </a:xfrm>
          <a:prstGeom prst="rect">
            <a:avLst/>
          </a:prstGeom>
          <a:solidFill>
            <a:schemeClr val="bg1"/>
          </a:solidFill>
        </p:spPr>
        <p:txBody>
          <a:bodyPr wrap="square" tIns="108000" anchor="t">
            <a:noAutofit/>
          </a:bodyPr>
          <a:lstStyle/>
          <a:p>
            <a:pPr>
              <a:spcAft>
                <a:spcPts val="600"/>
              </a:spcAft>
              <a:buNone/>
            </a:pPr>
            <a:r>
              <a:rPr sz="900" b="1">
                <a:latin typeface="+mn-lt"/>
                <a:ea typeface="+mn-lt"/>
                <a:cs typeface="+mn-lt"/>
              </a:rPr>
              <a:t>Change logo color</a:t>
            </a:r>
          </a:p>
          <a:p>
            <a:r>
              <a:rPr sz="900">
                <a:solidFill>
                  <a:schemeClr val="tx1"/>
                </a:solidFill>
                <a:latin typeface="+mn-lt"/>
                <a:ea typeface="+mn-lt"/>
                <a:cs typeface="+mn-lt"/>
              </a:rPr>
              <a:t>If you need to change the color of the logo, right-click outside the work area, select </a:t>
            </a:r>
            <a:r>
              <a:rPr sz="900" b="1">
                <a:solidFill>
                  <a:schemeClr val="tx1"/>
                </a:solidFill>
                <a:latin typeface="+mn-lt"/>
                <a:ea typeface="+mn-lt"/>
                <a:cs typeface="+mn-lt"/>
              </a:rPr>
              <a:t>Format Background </a:t>
            </a:r>
            <a:r>
              <a:rPr sz="900">
                <a:solidFill>
                  <a:schemeClr val="tx1"/>
                </a:solidFill>
                <a:latin typeface="+mn-lt"/>
                <a:ea typeface="+mn-lt"/>
                <a:cs typeface="+mn-lt"/>
              </a:rPr>
              <a:t>from the context menu, and select </a:t>
            </a:r>
            <a:r>
              <a:rPr sz="900" b="1">
                <a:solidFill>
                  <a:schemeClr val="tx1"/>
                </a:solidFill>
                <a:latin typeface="+mn-lt"/>
                <a:ea typeface="+mn-lt"/>
                <a:cs typeface="+mn-lt"/>
              </a:rPr>
              <a:t>Solid fill. </a:t>
            </a:r>
            <a:r>
              <a:rPr sz="900">
                <a:solidFill>
                  <a:schemeClr val="tx1"/>
                </a:solidFill>
                <a:latin typeface="+mn-lt"/>
                <a:ea typeface="+mn-lt"/>
                <a:cs typeface="+mn-lt"/>
              </a:rPr>
              <a:t>You may </a:t>
            </a:r>
            <a:r>
              <a:rPr sz="900" b="1">
                <a:solidFill>
                  <a:schemeClr val="tx1"/>
                </a:solidFill>
                <a:latin typeface="+mn-lt"/>
                <a:ea typeface="+mn-lt"/>
                <a:cs typeface="+mn-lt"/>
              </a:rPr>
              <a:t>ONLY</a:t>
            </a:r>
            <a:r>
              <a:rPr sz="900">
                <a:solidFill>
                  <a:schemeClr val="tx1"/>
                </a:solidFill>
                <a:latin typeface="+mn-lt"/>
                <a:ea typeface="+mn-lt"/>
                <a:cs typeface="+mn-lt"/>
              </a:rPr>
              <a:t> use </a:t>
            </a:r>
            <a:br>
              <a:rPr sz="900">
                <a:solidFill>
                  <a:schemeClr val="tx1"/>
                </a:solidFill>
                <a:latin typeface="+mn-lt"/>
                <a:ea typeface="+mn-lt"/>
                <a:cs typeface="+mn-lt"/>
              </a:rPr>
            </a:br>
            <a:r>
              <a:rPr sz="900" b="1">
                <a:solidFill>
                  <a:schemeClr val="tx1"/>
                </a:solidFill>
                <a:latin typeface="+mn-lt"/>
                <a:ea typeface="+mn-lt"/>
                <a:cs typeface="+mn-lt"/>
              </a:rPr>
              <a:t>white</a:t>
            </a:r>
            <a:r>
              <a:rPr sz="900">
                <a:solidFill>
                  <a:schemeClr val="tx1"/>
                </a:solidFill>
                <a:latin typeface="+mn-lt"/>
                <a:ea typeface="+mn-lt"/>
                <a:cs typeface="+mn-lt"/>
              </a:rPr>
              <a:t> or </a:t>
            </a:r>
            <a:r>
              <a:rPr sz="900" b="1">
                <a:solidFill>
                  <a:schemeClr val="tx1"/>
                </a:solidFill>
                <a:latin typeface="+mn-lt"/>
                <a:ea typeface="+mn-lt"/>
                <a:cs typeface="+mn-lt"/>
              </a:rPr>
              <a:t>black</a:t>
            </a:r>
            <a:r>
              <a:rPr sz="900">
                <a:solidFill>
                  <a:schemeClr val="tx1"/>
                </a:solidFill>
                <a:latin typeface="+mn-lt"/>
                <a:ea typeface="+mn-lt"/>
                <a:cs typeface="+mn-lt"/>
              </a:rPr>
              <a:t>.</a:t>
            </a:r>
          </a:p>
          <a:p>
            <a:pPr algn="ctr">
              <a:buNone/>
            </a:pPr>
            <a:endParaRPr sz="900" baseline="0">
              <a:solidFill>
                <a:schemeClr val="tx1">
                  <a:lumMod val="65000"/>
                  <a:lumOff val="35000"/>
                </a:schemeClr>
              </a:solidFill>
              <a:latin typeface="+mn-lt"/>
              <a:ea typeface="+mn-lt"/>
              <a:cs typeface="+mn-lt"/>
            </a:endParaRPr>
          </a:p>
          <a:p>
            <a:pPr algn="ctr">
              <a:buNone/>
            </a:pPr>
            <a:endParaRPr sz="900" baseline="0">
              <a:solidFill>
                <a:schemeClr val="tx1">
                  <a:lumMod val="65000"/>
                  <a:lumOff val="35000"/>
                </a:schemeClr>
              </a:solidFill>
              <a:latin typeface="+mn-lt"/>
              <a:ea typeface="+mn-lt"/>
              <a:cs typeface="+mn-lt"/>
            </a:endParaRPr>
          </a:p>
          <a:p>
            <a:pPr algn="ctr">
              <a:buNone/>
            </a:pPr>
            <a:endParaRPr sz="900" baseline="0">
              <a:solidFill>
                <a:schemeClr val="tx1">
                  <a:lumMod val="65000"/>
                  <a:lumOff val="35000"/>
                </a:schemeClr>
              </a:solidFill>
              <a:latin typeface="+mn-lt"/>
              <a:ea typeface="+mn-lt"/>
              <a:cs typeface="+mn-lt"/>
            </a:endParaRPr>
          </a:p>
        </p:txBody>
      </p:sp>
      <p:sp>
        <p:nvSpPr>
          <p:cNvPr id="5" name="Rektangel 18">
            <a:extLst>
              <a:ext uri="{FF2B5EF4-FFF2-40B4-BE49-F238E27FC236}">
                <a16:creationId xmlns:a16="http://schemas.microsoft.com/office/drawing/2014/main" id="{F4E4B007-7D22-2484-96AC-DB533F9FA208}"/>
              </a:ext>
            </a:extLst>
          </p:cNvPr>
          <p:cNvSpPr>
            <a:spLocks noGrp="1"/>
          </p:cNvSpPr>
          <p:nvPr/>
        </p:nvSpPr>
        <p:spPr>
          <a:xfrm>
            <a:off x="12371130" y="1511303"/>
            <a:ext cx="268449" cy="268449"/>
          </a:xfrm>
          <a:prstGeom prst="rect">
            <a:avLst/>
          </a:prstGeom>
          <a:solidFill>
            <a:schemeClr val="bg1"/>
          </a:solidFill>
          <a:ln w="9525">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latin typeface="+mn-lt"/>
              <a:ea typeface="+mn-lt"/>
              <a:cs typeface="+mn-lt"/>
            </a:endParaRPr>
          </a:p>
        </p:txBody>
      </p:sp>
      <p:sp>
        <p:nvSpPr>
          <p:cNvPr id="7" name="Rektangel 17">
            <a:extLst>
              <a:ext uri="{FF2B5EF4-FFF2-40B4-BE49-F238E27FC236}">
                <a16:creationId xmlns:a16="http://schemas.microsoft.com/office/drawing/2014/main" id="{3A40B355-88B4-E1CD-279E-6F7F49837DA4}"/>
              </a:ext>
            </a:extLst>
          </p:cNvPr>
          <p:cNvSpPr>
            <a:spLocks noGrp="1"/>
          </p:cNvSpPr>
          <p:nvPr/>
        </p:nvSpPr>
        <p:spPr>
          <a:xfrm>
            <a:off x="12708652" y="1511302"/>
            <a:ext cx="268449" cy="268449"/>
          </a:xfrm>
          <a:prstGeom prst="rect">
            <a:avLst/>
          </a:prstGeom>
          <a:solidFill>
            <a:schemeClr val="tx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latin typeface="+mn-lt"/>
              <a:ea typeface="+mn-lt"/>
              <a:cs typeface="+mn-lt"/>
            </a:endParaRPr>
          </a:p>
        </p:txBody>
      </p:sp>
      <p:sp>
        <p:nvSpPr>
          <p:cNvPr id="9" name="textruta 12">
            <a:extLst>
              <a:ext uri="{FF2B5EF4-FFF2-40B4-BE49-F238E27FC236}">
                <a16:creationId xmlns:a16="http://schemas.microsoft.com/office/drawing/2014/main" id="{AB7320F6-46DF-4352-0432-C3ADB426C6D2}"/>
              </a:ext>
            </a:extLst>
          </p:cNvPr>
          <p:cNvSpPr>
            <a:spLocks noGrp="1"/>
          </p:cNvSpPr>
          <p:nvPr/>
        </p:nvSpPr>
        <p:spPr>
          <a:xfrm>
            <a:off x="12270947" y="3170"/>
            <a:ext cx="1681523" cy="1924883"/>
          </a:xfrm>
          <a:prstGeom prst="rect">
            <a:avLst/>
          </a:prstGeom>
          <a:solidFill>
            <a:schemeClr val="bg1"/>
          </a:solidFill>
        </p:spPr>
        <p:txBody>
          <a:bodyPr wrap="square" tIns="108000" anchor="t">
            <a:noAutofit/>
          </a:bodyPr>
          <a:lstStyle/>
          <a:p>
            <a:pPr>
              <a:spcAft>
                <a:spcPts val="600"/>
              </a:spcAft>
              <a:buNone/>
            </a:pPr>
            <a:r>
              <a:rPr sz="900" b="1">
                <a:latin typeface="+mn-lt"/>
                <a:ea typeface="+mn-lt"/>
                <a:cs typeface="+mn-lt"/>
              </a:rPr>
              <a:t>Change logo color</a:t>
            </a:r>
          </a:p>
          <a:p>
            <a:r>
              <a:rPr sz="900">
                <a:solidFill>
                  <a:schemeClr val="tx1"/>
                </a:solidFill>
                <a:latin typeface="+mn-lt"/>
                <a:ea typeface="+mn-lt"/>
                <a:cs typeface="+mn-lt"/>
              </a:rPr>
              <a:t>If you need to change the color of the logo, right-click outside the work area, select </a:t>
            </a:r>
            <a:r>
              <a:rPr sz="900" b="1">
                <a:solidFill>
                  <a:schemeClr val="tx1"/>
                </a:solidFill>
                <a:latin typeface="+mn-lt"/>
                <a:ea typeface="+mn-lt"/>
                <a:cs typeface="+mn-lt"/>
              </a:rPr>
              <a:t>Format Background </a:t>
            </a:r>
            <a:r>
              <a:rPr sz="900">
                <a:solidFill>
                  <a:schemeClr val="tx1"/>
                </a:solidFill>
                <a:latin typeface="+mn-lt"/>
                <a:ea typeface="+mn-lt"/>
                <a:cs typeface="+mn-lt"/>
              </a:rPr>
              <a:t>from the context menu, and select </a:t>
            </a:r>
            <a:r>
              <a:rPr sz="900" b="1">
                <a:solidFill>
                  <a:schemeClr val="tx1"/>
                </a:solidFill>
                <a:latin typeface="+mn-lt"/>
                <a:ea typeface="+mn-lt"/>
                <a:cs typeface="+mn-lt"/>
              </a:rPr>
              <a:t>Solid fill. </a:t>
            </a:r>
            <a:r>
              <a:rPr sz="900">
                <a:solidFill>
                  <a:schemeClr val="tx1"/>
                </a:solidFill>
                <a:latin typeface="+mn-lt"/>
                <a:ea typeface="+mn-lt"/>
                <a:cs typeface="+mn-lt"/>
              </a:rPr>
              <a:t>You may </a:t>
            </a:r>
            <a:r>
              <a:rPr sz="900" b="1">
                <a:solidFill>
                  <a:schemeClr val="tx1"/>
                </a:solidFill>
                <a:latin typeface="+mn-lt"/>
                <a:ea typeface="+mn-lt"/>
                <a:cs typeface="+mn-lt"/>
              </a:rPr>
              <a:t>ONLY</a:t>
            </a:r>
            <a:r>
              <a:rPr sz="900">
                <a:solidFill>
                  <a:schemeClr val="tx1"/>
                </a:solidFill>
                <a:latin typeface="+mn-lt"/>
                <a:ea typeface="+mn-lt"/>
                <a:cs typeface="+mn-lt"/>
              </a:rPr>
              <a:t> use </a:t>
            </a:r>
            <a:br>
              <a:rPr sz="900">
                <a:solidFill>
                  <a:schemeClr val="tx1"/>
                </a:solidFill>
                <a:latin typeface="+mn-lt"/>
                <a:ea typeface="+mn-lt"/>
                <a:cs typeface="+mn-lt"/>
              </a:rPr>
            </a:br>
            <a:r>
              <a:rPr sz="900" b="1">
                <a:solidFill>
                  <a:schemeClr val="tx1"/>
                </a:solidFill>
                <a:latin typeface="+mn-lt"/>
                <a:ea typeface="+mn-lt"/>
                <a:cs typeface="+mn-lt"/>
              </a:rPr>
              <a:t>white</a:t>
            </a:r>
            <a:r>
              <a:rPr sz="900">
                <a:solidFill>
                  <a:schemeClr val="tx1"/>
                </a:solidFill>
                <a:latin typeface="+mn-lt"/>
                <a:ea typeface="+mn-lt"/>
                <a:cs typeface="+mn-lt"/>
              </a:rPr>
              <a:t> or </a:t>
            </a:r>
            <a:r>
              <a:rPr sz="900" b="1">
                <a:solidFill>
                  <a:schemeClr val="tx1"/>
                </a:solidFill>
                <a:latin typeface="+mn-lt"/>
                <a:ea typeface="+mn-lt"/>
                <a:cs typeface="+mn-lt"/>
              </a:rPr>
              <a:t>black</a:t>
            </a:r>
            <a:r>
              <a:rPr sz="900">
                <a:solidFill>
                  <a:schemeClr val="tx1"/>
                </a:solidFill>
                <a:latin typeface="+mn-lt"/>
                <a:ea typeface="+mn-lt"/>
                <a:cs typeface="+mn-lt"/>
              </a:rPr>
              <a:t>.</a:t>
            </a:r>
          </a:p>
          <a:p>
            <a:pPr algn="ctr">
              <a:buNone/>
            </a:pPr>
            <a:endParaRPr sz="900" baseline="0">
              <a:solidFill>
                <a:schemeClr val="tx1">
                  <a:lumMod val="65000"/>
                  <a:lumOff val="35000"/>
                </a:schemeClr>
              </a:solidFill>
              <a:latin typeface="+mn-lt"/>
              <a:ea typeface="+mn-lt"/>
              <a:cs typeface="+mn-lt"/>
            </a:endParaRPr>
          </a:p>
          <a:p>
            <a:pPr algn="ctr">
              <a:buNone/>
            </a:pPr>
            <a:endParaRPr sz="900" baseline="0">
              <a:solidFill>
                <a:schemeClr val="tx1">
                  <a:lumMod val="65000"/>
                  <a:lumOff val="35000"/>
                </a:schemeClr>
              </a:solidFill>
              <a:latin typeface="+mn-lt"/>
              <a:ea typeface="+mn-lt"/>
              <a:cs typeface="+mn-lt"/>
            </a:endParaRPr>
          </a:p>
          <a:p>
            <a:pPr algn="ctr">
              <a:buNone/>
            </a:pPr>
            <a:endParaRPr sz="900" baseline="0">
              <a:solidFill>
                <a:schemeClr val="tx1">
                  <a:lumMod val="65000"/>
                  <a:lumOff val="35000"/>
                </a:schemeClr>
              </a:solidFill>
              <a:latin typeface="+mn-lt"/>
              <a:ea typeface="+mn-lt"/>
              <a:cs typeface="+mn-lt"/>
            </a:endParaRPr>
          </a:p>
        </p:txBody>
      </p:sp>
      <p:sp>
        <p:nvSpPr>
          <p:cNvPr id="10" name="Rektangel 18">
            <a:extLst>
              <a:ext uri="{FF2B5EF4-FFF2-40B4-BE49-F238E27FC236}">
                <a16:creationId xmlns:a16="http://schemas.microsoft.com/office/drawing/2014/main" id="{47FD6F51-6CF7-7CFC-9F1E-04B07D052AB8}"/>
              </a:ext>
            </a:extLst>
          </p:cNvPr>
          <p:cNvSpPr>
            <a:spLocks noGrp="1"/>
          </p:cNvSpPr>
          <p:nvPr/>
        </p:nvSpPr>
        <p:spPr>
          <a:xfrm>
            <a:off x="12371130" y="1511303"/>
            <a:ext cx="268449" cy="268449"/>
          </a:xfrm>
          <a:prstGeom prst="rect">
            <a:avLst/>
          </a:prstGeom>
          <a:solidFill>
            <a:schemeClr val="bg1"/>
          </a:solidFill>
          <a:ln w="9525">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latin typeface="+mn-lt"/>
              <a:ea typeface="+mn-lt"/>
              <a:cs typeface="+mn-lt"/>
            </a:endParaRPr>
          </a:p>
        </p:txBody>
      </p:sp>
      <p:sp>
        <p:nvSpPr>
          <p:cNvPr id="12" name="Rektangel 17">
            <a:extLst>
              <a:ext uri="{FF2B5EF4-FFF2-40B4-BE49-F238E27FC236}">
                <a16:creationId xmlns:a16="http://schemas.microsoft.com/office/drawing/2014/main" id="{60B9F6B4-E000-5C8E-DC88-A5D4CC6A11C5}"/>
              </a:ext>
            </a:extLst>
          </p:cNvPr>
          <p:cNvSpPr>
            <a:spLocks noGrp="1"/>
          </p:cNvSpPr>
          <p:nvPr/>
        </p:nvSpPr>
        <p:spPr>
          <a:xfrm>
            <a:off x="12708652" y="1511302"/>
            <a:ext cx="268449" cy="268449"/>
          </a:xfrm>
          <a:prstGeom prst="rect">
            <a:avLst/>
          </a:prstGeom>
          <a:solidFill>
            <a:schemeClr val="tx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latin typeface="+mn-lt"/>
              <a:ea typeface="+mn-lt"/>
              <a:cs typeface="+mn-lt"/>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V profil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C57C570-A6B3-D502-8AE6-8C465EAD5677}"/>
              </a:ext>
            </a:extLst>
          </p:cNvPr>
          <p:cNvSpPr>
            <a:spLocks noGrp="1"/>
          </p:cNvSpPr>
          <p:nvPr>
            <p:ph type="subTitle" idx="1"/>
          </p:nvPr>
        </p:nvSpPr>
        <p:spPr>
          <a:xfrm>
            <a:off x="2132013" y="746888"/>
            <a:ext cx="7552533" cy="266702"/>
          </a:xfrm>
        </p:spPr>
        <p:txBody>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Klikk for å redigere undertittelstil i malen</a:t>
            </a:r>
          </a:p>
        </p:txBody>
      </p:sp>
      <p:sp>
        <p:nvSpPr>
          <p:cNvPr id="11" name="Text Placeholder 9">
            <a:extLst>
              <a:ext uri="{FF2B5EF4-FFF2-40B4-BE49-F238E27FC236}">
                <a16:creationId xmlns:a16="http://schemas.microsoft.com/office/drawing/2014/main" id="{B8A299BA-AE50-BE81-DBD1-5D0C21EF1C5B}"/>
              </a:ext>
            </a:extLst>
          </p:cNvPr>
          <p:cNvSpPr>
            <a:spLocks noGrp="1"/>
          </p:cNvSpPr>
          <p:nvPr>
            <p:ph type="body" idx="14"/>
          </p:nvPr>
        </p:nvSpPr>
        <p:spPr>
          <a:xfrm>
            <a:off x="384175" y="2251636"/>
            <a:ext cx="2714625" cy="203397"/>
          </a:xfrm>
        </p:spPr>
        <p:txBody>
          <a:bodyPr lIns="0"/>
          <a:lstStyle>
            <a:lvl1pPr marL="0" indent="0">
              <a:spcBef>
                <a:spcPts val="0"/>
              </a:spcBef>
              <a:spcAft>
                <a:spcPts val="600"/>
              </a:spcAft>
              <a:buNone/>
              <a:defRPr sz="1200" b="1"/>
            </a:lvl1pPr>
            <a:lvl2pPr marL="180975" indent="0">
              <a:spcAft>
                <a:spcPts val="300"/>
              </a:spcAft>
              <a:buNone/>
              <a:defRPr sz="1800"/>
            </a:lvl2pPr>
            <a:lvl3pPr>
              <a:spcAft>
                <a:spcPts val="300"/>
              </a:spcAft>
              <a:buNone/>
              <a:defRPr sz="1800"/>
            </a:lvl3pPr>
            <a:lvl4pPr>
              <a:spcAft>
                <a:spcPts val="300"/>
              </a:spcAft>
              <a:buNone/>
              <a:defRPr sz="1800"/>
            </a:lvl4pPr>
            <a:lvl5pPr>
              <a:spcAft>
                <a:spcPts val="300"/>
              </a:spcAft>
              <a:buNone/>
              <a:defRPr sz="1800"/>
            </a:lvl5pPr>
          </a:lstStyle>
          <a:p>
            <a:pPr lvl="0">
              <a:buNone/>
            </a:pPr>
            <a:r>
              <a:t>Klikk for å redigere tekststiler i malen</a:t>
            </a:r>
          </a:p>
        </p:txBody>
      </p:sp>
      <p:sp>
        <p:nvSpPr>
          <p:cNvPr id="14" name="Picture Placeholder 3">
            <a:extLst>
              <a:ext uri="{FF2B5EF4-FFF2-40B4-BE49-F238E27FC236}">
                <a16:creationId xmlns:a16="http://schemas.microsoft.com/office/drawing/2014/main" id="{CB43C8A8-B08A-C216-9917-DEAF3B86EBDE}"/>
              </a:ext>
            </a:extLst>
          </p:cNvPr>
          <p:cNvSpPr>
            <a:spLocks noGrp="1"/>
          </p:cNvSpPr>
          <p:nvPr>
            <p:ph type="pic" idx="15"/>
          </p:nvPr>
        </p:nvSpPr>
        <p:spPr>
          <a:xfrm>
            <a:off x="384176" y="358775"/>
            <a:ext cx="1399653" cy="1581149"/>
          </a:xfrm>
          <a:prstGeom prst="rect">
            <a:avLst/>
          </a:prstGeom>
          <a:noFill/>
        </p:spPr>
        <p:txBody>
          <a:bodyPr tIns="72000"/>
          <a:lstStyle>
            <a:lvl1pPr marL="0" indent="0" algn="ctr">
              <a:buNone/>
              <a:defRPr sz="1200"/>
            </a:lvl1pPr>
          </a:lstStyle>
          <a:p>
            <a:r>
              <a:t>Klikk på ikonet for å legge til et bilde</a:t>
            </a:r>
          </a:p>
        </p:txBody>
      </p:sp>
      <p:sp>
        <p:nvSpPr>
          <p:cNvPr id="19" name="Text Placeholder 9">
            <a:extLst>
              <a:ext uri="{FF2B5EF4-FFF2-40B4-BE49-F238E27FC236}">
                <a16:creationId xmlns:a16="http://schemas.microsoft.com/office/drawing/2014/main" id="{20E9F329-5EAF-3CE5-6908-1563E9EDE334}"/>
              </a:ext>
            </a:extLst>
          </p:cNvPr>
          <p:cNvSpPr>
            <a:spLocks noGrp="1"/>
          </p:cNvSpPr>
          <p:nvPr>
            <p:ph type="body" idx="17"/>
          </p:nvPr>
        </p:nvSpPr>
        <p:spPr>
          <a:xfrm>
            <a:off x="3287711" y="2251636"/>
            <a:ext cx="2714400" cy="203397"/>
          </a:xfrm>
        </p:spPr>
        <p:txBody>
          <a:bodyPr lIns="0"/>
          <a:lstStyle>
            <a:lvl1pPr marL="0" indent="0">
              <a:spcBef>
                <a:spcPts val="0"/>
              </a:spcBef>
              <a:spcAft>
                <a:spcPts val="600"/>
              </a:spcAft>
              <a:buNone/>
              <a:defRPr sz="1200" b="1"/>
            </a:lvl1pPr>
            <a:lvl2pPr marL="180975" indent="0">
              <a:spcAft>
                <a:spcPts val="300"/>
              </a:spcAft>
              <a:buNone/>
              <a:defRPr sz="1800"/>
            </a:lvl2pPr>
            <a:lvl3pPr>
              <a:spcAft>
                <a:spcPts val="300"/>
              </a:spcAft>
              <a:buNone/>
              <a:defRPr sz="1800"/>
            </a:lvl3pPr>
            <a:lvl4pPr>
              <a:spcAft>
                <a:spcPts val="300"/>
              </a:spcAft>
              <a:buNone/>
              <a:defRPr sz="1800"/>
            </a:lvl4pPr>
            <a:lvl5pPr>
              <a:spcAft>
                <a:spcPts val="300"/>
              </a:spcAft>
              <a:buNone/>
              <a:defRPr sz="1800"/>
            </a:lvl5pPr>
          </a:lstStyle>
          <a:p>
            <a:pPr lvl="0">
              <a:buNone/>
            </a:pPr>
            <a:r>
              <a:t>Klikk for å redigere tekststiler i malen</a:t>
            </a:r>
          </a:p>
        </p:txBody>
      </p:sp>
      <p:sp>
        <p:nvSpPr>
          <p:cNvPr id="23" name="Text Placeholder 9">
            <a:extLst>
              <a:ext uri="{FF2B5EF4-FFF2-40B4-BE49-F238E27FC236}">
                <a16:creationId xmlns:a16="http://schemas.microsoft.com/office/drawing/2014/main" id="{5E220816-927D-DD66-AE0D-88F20C7735B7}"/>
              </a:ext>
            </a:extLst>
          </p:cNvPr>
          <p:cNvSpPr>
            <a:spLocks noGrp="1"/>
          </p:cNvSpPr>
          <p:nvPr>
            <p:ph type="body" idx="20"/>
          </p:nvPr>
        </p:nvSpPr>
        <p:spPr>
          <a:xfrm>
            <a:off x="6198391" y="2251636"/>
            <a:ext cx="2714400" cy="203397"/>
          </a:xfrm>
        </p:spPr>
        <p:txBody>
          <a:bodyPr lIns="0"/>
          <a:lstStyle>
            <a:lvl1pPr marL="0" indent="0">
              <a:spcBef>
                <a:spcPts val="0"/>
              </a:spcBef>
              <a:spcAft>
                <a:spcPts val="600"/>
              </a:spcAft>
              <a:buNone/>
              <a:defRPr sz="1200" b="1"/>
            </a:lvl1pPr>
            <a:lvl2pPr marL="180975" indent="0">
              <a:spcAft>
                <a:spcPts val="300"/>
              </a:spcAft>
              <a:buNone/>
              <a:defRPr sz="1800"/>
            </a:lvl2pPr>
            <a:lvl3pPr>
              <a:spcAft>
                <a:spcPts val="300"/>
              </a:spcAft>
              <a:buNone/>
              <a:defRPr sz="1800"/>
            </a:lvl3pPr>
            <a:lvl4pPr>
              <a:spcAft>
                <a:spcPts val="300"/>
              </a:spcAft>
              <a:buNone/>
              <a:defRPr sz="1800"/>
            </a:lvl4pPr>
            <a:lvl5pPr>
              <a:spcAft>
                <a:spcPts val="300"/>
              </a:spcAft>
              <a:buNone/>
              <a:defRPr sz="1800"/>
            </a:lvl5pPr>
          </a:lstStyle>
          <a:p>
            <a:pPr lvl="0">
              <a:buNone/>
            </a:pPr>
            <a:r>
              <a:t>Klikk for å redigere tekststiler i malen</a:t>
            </a:r>
          </a:p>
        </p:txBody>
      </p:sp>
      <p:sp>
        <p:nvSpPr>
          <p:cNvPr id="2" name="Text Placeholder 9">
            <a:extLst>
              <a:ext uri="{FF2B5EF4-FFF2-40B4-BE49-F238E27FC236}">
                <a16:creationId xmlns:a16="http://schemas.microsoft.com/office/drawing/2014/main" id="{96D72E8C-C639-F692-A291-A3F3646F3E4D}"/>
              </a:ext>
            </a:extLst>
          </p:cNvPr>
          <p:cNvSpPr>
            <a:spLocks noGrp="1"/>
          </p:cNvSpPr>
          <p:nvPr>
            <p:ph type="body" idx="21"/>
          </p:nvPr>
        </p:nvSpPr>
        <p:spPr>
          <a:xfrm>
            <a:off x="9091613" y="2251636"/>
            <a:ext cx="2714400" cy="203397"/>
          </a:xfrm>
        </p:spPr>
        <p:txBody>
          <a:bodyPr lIns="0"/>
          <a:lstStyle>
            <a:lvl1pPr marL="0" indent="0">
              <a:spcBef>
                <a:spcPts val="0"/>
              </a:spcBef>
              <a:spcAft>
                <a:spcPts val="600"/>
              </a:spcAft>
              <a:buNone/>
              <a:defRPr sz="1200" b="1"/>
            </a:lvl1pPr>
            <a:lvl2pPr marL="180975" indent="0">
              <a:spcAft>
                <a:spcPts val="300"/>
              </a:spcAft>
              <a:buNone/>
              <a:defRPr sz="1800"/>
            </a:lvl2pPr>
            <a:lvl3pPr>
              <a:spcAft>
                <a:spcPts val="300"/>
              </a:spcAft>
              <a:buNone/>
              <a:defRPr sz="1800"/>
            </a:lvl3pPr>
            <a:lvl4pPr>
              <a:spcAft>
                <a:spcPts val="300"/>
              </a:spcAft>
              <a:buNone/>
              <a:defRPr sz="1800"/>
            </a:lvl4pPr>
            <a:lvl5pPr>
              <a:spcAft>
                <a:spcPts val="300"/>
              </a:spcAft>
              <a:buNone/>
              <a:defRPr sz="1800"/>
            </a:lvl5pPr>
          </a:lstStyle>
          <a:p>
            <a:pPr lvl="0">
              <a:buNone/>
            </a:pPr>
            <a:r>
              <a:t>Klikk for å redigere tekststiler i malen</a:t>
            </a:r>
          </a:p>
        </p:txBody>
      </p:sp>
      <p:sp>
        <p:nvSpPr>
          <p:cNvPr id="67" name="Title 66">
            <a:extLst>
              <a:ext uri="{FF2B5EF4-FFF2-40B4-BE49-F238E27FC236}">
                <a16:creationId xmlns:a16="http://schemas.microsoft.com/office/drawing/2014/main" id="{20388ECC-8551-B3E2-7D2E-9F5BC7C04395}"/>
              </a:ext>
            </a:extLst>
          </p:cNvPr>
          <p:cNvSpPr>
            <a:spLocks noGrp="1"/>
          </p:cNvSpPr>
          <p:nvPr>
            <p:ph type="title"/>
          </p:nvPr>
        </p:nvSpPr>
        <p:spPr>
          <a:xfrm>
            <a:off x="2132013" y="322172"/>
            <a:ext cx="7552533" cy="393693"/>
          </a:xfrm>
        </p:spPr>
        <p:txBody>
          <a:bodyPr/>
          <a:lstStyle/>
          <a:p>
            <a:r>
              <a:t>Klikk for å redigere tittelstil</a:t>
            </a:r>
          </a:p>
        </p:txBody>
      </p:sp>
      <p:sp>
        <p:nvSpPr>
          <p:cNvPr id="7" name="Text Placeholder 6">
            <a:extLst>
              <a:ext uri="{FF2B5EF4-FFF2-40B4-BE49-F238E27FC236}">
                <a16:creationId xmlns:a16="http://schemas.microsoft.com/office/drawing/2014/main" id="{E35C636C-9456-5C3D-94FC-7FC105FF44BF}"/>
              </a:ext>
            </a:extLst>
          </p:cNvPr>
          <p:cNvSpPr>
            <a:spLocks noGrp="1"/>
          </p:cNvSpPr>
          <p:nvPr>
            <p:ph type="body" idx="37"/>
          </p:nvPr>
        </p:nvSpPr>
        <p:spPr>
          <a:xfrm>
            <a:off x="384175" y="2526402"/>
            <a:ext cx="2714625" cy="819557"/>
          </a:xfrm>
        </p:spPr>
        <p:txBody>
          <a:bodyPr/>
          <a:lstStyle>
            <a:lvl1pPr>
              <a:spcAft>
                <a:spcPts val="600"/>
              </a:spcAft>
              <a:buNone/>
              <a:defRPr sz="1200"/>
            </a:lvl1pPr>
            <a:lvl2pPr marL="144000" indent="-144000">
              <a:spcAft>
                <a:spcPts val="600"/>
              </a:spcAft>
              <a:buNone/>
              <a:defRPr sz="1200"/>
            </a:lvl2pPr>
            <a:lvl3pPr marL="288000" indent="-144000">
              <a:spcAft>
                <a:spcPts val="600"/>
              </a:spcAft>
              <a:buNone/>
              <a:defRPr sz="1200"/>
            </a:lvl3pPr>
            <a:lvl4pPr>
              <a:buNone/>
              <a:defRPr sz="1200"/>
            </a:lvl4pPr>
            <a:lvl5pPr>
              <a:buNone/>
              <a:defRPr sz="1200"/>
            </a:lvl5pPr>
          </a:lstStyle>
          <a:p>
            <a:pPr lvl="0">
              <a:buNone/>
            </a:pPr>
            <a:r>
              <a:t>Klikk for å redigere tekststiler i malen</a:t>
            </a:r>
          </a:p>
          <a:p>
            <a:pPr lvl="1">
              <a:buNone/>
            </a:pPr>
            <a:r>
              <a:t>Andre nivå</a:t>
            </a:r>
          </a:p>
          <a:p>
            <a:pPr lvl="2">
              <a:buNone/>
            </a:pPr>
            <a:r>
              <a:t>Tredje nivå</a:t>
            </a:r>
          </a:p>
        </p:txBody>
      </p:sp>
      <p:sp>
        <p:nvSpPr>
          <p:cNvPr id="8" name="Text Placeholder 6">
            <a:extLst>
              <a:ext uri="{FF2B5EF4-FFF2-40B4-BE49-F238E27FC236}">
                <a16:creationId xmlns:a16="http://schemas.microsoft.com/office/drawing/2014/main" id="{694DC5FD-D190-B29A-F0E1-5573D7420D2A}"/>
              </a:ext>
            </a:extLst>
          </p:cNvPr>
          <p:cNvSpPr>
            <a:spLocks noGrp="1"/>
          </p:cNvSpPr>
          <p:nvPr>
            <p:ph type="body" idx="38"/>
          </p:nvPr>
        </p:nvSpPr>
        <p:spPr>
          <a:xfrm>
            <a:off x="3287713" y="2526402"/>
            <a:ext cx="2714625" cy="819557"/>
          </a:xfrm>
        </p:spPr>
        <p:txBody>
          <a:bodyPr/>
          <a:lstStyle>
            <a:lvl1pPr>
              <a:spcAft>
                <a:spcPts val="600"/>
              </a:spcAft>
              <a:buNone/>
              <a:defRPr sz="1200"/>
            </a:lvl1pPr>
            <a:lvl2pPr marL="144000" indent="-144000">
              <a:spcAft>
                <a:spcPts val="600"/>
              </a:spcAft>
              <a:buNone/>
              <a:defRPr sz="1200"/>
            </a:lvl2pPr>
            <a:lvl3pPr marL="288000" indent="-144000">
              <a:spcAft>
                <a:spcPts val="600"/>
              </a:spcAft>
              <a:buNone/>
              <a:defRPr sz="1200"/>
            </a:lvl3pPr>
            <a:lvl4pPr>
              <a:buNone/>
              <a:defRPr sz="1200"/>
            </a:lvl4pPr>
            <a:lvl5pPr>
              <a:buNone/>
              <a:defRPr sz="1200"/>
            </a:lvl5pPr>
          </a:lstStyle>
          <a:p>
            <a:pPr lvl="0">
              <a:buNone/>
            </a:pPr>
            <a:r>
              <a:t>Klikk for å redigere tekststiler i malen</a:t>
            </a:r>
          </a:p>
          <a:p>
            <a:pPr lvl="1">
              <a:buNone/>
            </a:pPr>
            <a:r>
              <a:t>Andre nivå</a:t>
            </a:r>
          </a:p>
          <a:p>
            <a:pPr lvl="2">
              <a:buNone/>
            </a:pPr>
            <a:r>
              <a:t>Tredje nivå</a:t>
            </a:r>
          </a:p>
        </p:txBody>
      </p:sp>
      <p:sp>
        <p:nvSpPr>
          <p:cNvPr id="15" name="Text Placeholder 6">
            <a:extLst>
              <a:ext uri="{FF2B5EF4-FFF2-40B4-BE49-F238E27FC236}">
                <a16:creationId xmlns:a16="http://schemas.microsoft.com/office/drawing/2014/main" id="{203B534B-9874-79DB-4898-96B28F1DB48D}"/>
              </a:ext>
            </a:extLst>
          </p:cNvPr>
          <p:cNvSpPr>
            <a:spLocks noGrp="1"/>
          </p:cNvSpPr>
          <p:nvPr>
            <p:ph type="body" idx="40"/>
          </p:nvPr>
        </p:nvSpPr>
        <p:spPr>
          <a:xfrm>
            <a:off x="9091613" y="2526402"/>
            <a:ext cx="2714625" cy="3458472"/>
          </a:xfrm>
        </p:spPr>
        <p:txBody>
          <a:bodyPr/>
          <a:lstStyle>
            <a:lvl1pPr>
              <a:spcAft>
                <a:spcPts val="600"/>
              </a:spcAft>
              <a:buNone/>
              <a:defRPr sz="1200"/>
            </a:lvl1pPr>
            <a:lvl2pPr marL="144000" indent="-144000">
              <a:spcAft>
                <a:spcPts val="600"/>
              </a:spcAft>
              <a:buNone/>
              <a:defRPr sz="1200"/>
            </a:lvl2pPr>
            <a:lvl3pPr marL="288000" indent="-144000">
              <a:spcAft>
                <a:spcPts val="600"/>
              </a:spcAft>
              <a:buNone/>
              <a:defRPr sz="1200"/>
            </a:lvl3pPr>
            <a:lvl4pPr>
              <a:buNone/>
              <a:defRPr sz="1200"/>
            </a:lvl4pPr>
            <a:lvl5pPr>
              <a:buNone/>
              <a:defRPr sz="1200"/>
            </a:lvl5pPr>
          </a:lstStyle>
          <a:p>
            <a:pPr lvl="0">
              <a:buNone/>
            </a:pPr>
            <a:r>
              <a:t>Klikk for å redigere tekststiler i malen</a:t>
            </a:r>
          </a:p>
          <a:p>
            <a:pPr lvl="1">
              <a:buNone/>
            </a:pPr>
            <a:r>
              <a:t>Andre nivå</a:t>
            </a:r>
          </a:p>
          <a:p>
            <a:pPr lvl="2">
              <a:buNone/>
            </a:pPr>
            <a:r>
              <a:t>Tredje nivå</a:t>
            </a:r>
          </a:p>
        </p:txBody>
      </p:sp>
      <p:sp>
        <p:nvSpPr>
          <p:cNvPr id="16" name="Text Placeholder 9">
            <a:extLst>
              <a:ext uri="{FF2B5EF4-FFF2-40B4-BE49-F238E27FC236}">
                <a16:creationId xmlns:a16="http://schemas.microsoft.com/office/drawing/2014/main" id="{358EE1AD-990E-EB23-813A-AE182DC3D2E2}"/>
              </a:ext>
            </a:extLst>
          </p:cNvPr>
          <p:cNvSpPr>
            <a:spLocks noGrp="1"/>
          </p:cNvSpPr>
          <p:nvPr>
            <p:ph type="body" idx="43"/>
          </p:nvPr>
        </p:nvSpPr>
        <p:spPr>
          <a:xfrm>
            <a:off x="384175" y="3571094"/>
            <a:ext cx="2714625" cy="203397"/>
          </a:xfrm>
        </p:spPr>
        <p:txBody>
          <a:bodyPr lIns="0"/>
          <a:lstStyle>
            <a:lvl1pPr marL="0" indent="0">
              <a:spcBef>
                <a:spcPts val="0"/>
              </a:spcBef>
              <a:spcAft>
                <a:spcPts val="600"/>
              </a:spcAft>
              <a:buNone/>
              <a:defRPr sz="1200" b="1"/>
            </a:lvl1pPr>
            <a:lvl2pPr marL="180975" indent="0">
              <a:spcAft>
                <a:spcPts val="300"/>
              </a:spcAft>
              <a:buNone/>
              <a:defRPr sz="1800"/>
            </a:lvl2pPr>
            <a:lvl3pPr>
              <a:spcAft>
                <a:spcPts val="300"/>
              </a:spcAft>
              <a:buNone/>
              <a:defRPr sz="1800"/>
            </a:lvl3pPr>
            <a:lvl4pPr>
              <a:spcAft>
                <a:spcPts val="300"/>
              </a:spcAft>
              <a:buNone/>
              <a:defRPr sz="1800"/>
            </a:lvl4pPr>
            <a:lvl5pPr>
              <a:spcAft>
                <a:spcPts val="300"/>
              </a:spcAft>
              <a:buNone/>
              <a:defRPr sz="1800"/>
            </a:lvl5pPr>
          </a:lstStyle>
          <a:p>
            <a:pPr lvl="0">
              <a:buNone/>
            </a:pPr>
            <a:r>
              <a:t>Klikk for å redigere tekststiler i malen</a:t>
            </a:r>
          </a:p>
        </p:txBody>
      </p:sp>
      <p:sp>
        <p:nvSpPr>
          <p:cNvPr id="18" name="Text Placeholder 6">
            <a:extLst>
              <a:ext uri="{FF2B5EF4-FFF2-40B4-BE49-F238E27FC236}">
                <a16:creationId xmlns:a16="http://schemas.microsoft.com/office/drawing/2014/main" id="{B14A3ABF-D1CA-CA86-D591-B438AC26A085}"/>
              </a:ext>
            </a:extLst>
          </p:cNvPr>
          <p:cNvSpPr>
            <a:spLocks noGrp="1"/>
          </p:cNvSpPr>
          <p:nvPr>
            <p:ph type="body" idx="44"/>
          </p:nvPr>
        </p:nvSpPr>
        <p:spPr>
          <a:xfrm>
            <a:off x="384175" y="3845860"/>
            <a:ext cx="2714625" cy="819557"/>
          </a:xfrm>
        </p:spPr>
        <p:txBody>
          <a:bodyPr/>
          <a:lstStyle>
            <a:lvl1pPr>
              <a:spcAft>
                <a:spcPts val="600"/>
              </a:spcAft>
              <a:buNone/>
              <a:defRPr sz="1200"/>
            </a:lvl1pPr>
            <a:lvl2pPr marL="144000" indent="-144000">
              <a:spcAft>
                <a:spcPts val="600"/>
              </a:spcAft>
              <a:buNone/>
              <a:defRPr sz="1200"/>
            </a:lvl2pPr>
            <a:lvl3pPr marL="288000" indent="-144000">
              <a:spcAft>
                <a:spcPts val="600"/>
              </a:spcAft>
              <a:buNone/>
              <a:defRPr sz="1200"/>
            </a:lvl3pPr>
            <a:lvl4pPr>
              <a:buNone/>
              <a:defRPr sz="1200"/>
            </a:lvl4pPr>
            <a:lvl5pPr>
              <a:buNone/>
              <a:defRPr sz="1200"/>
            </a:lvl5pPr>
          </a:lstStyle>
          <a:p>
            <a:pPr lvl="0">
              <a:buNone/>
            </a:pPr>
            <a:r>
              <a:t>Klikk for å redigere tekststiler i malen</a:t>
            </a:r>
          </a:p>
          <a:p>
            <a:pPr lvl="1">
              <a:buNone/>
            </a:pPr>
            <a:r>
              <a:t>Andre nivå</a:t>
            </a:r>
          </a:p>
          <a:p>
            <a:pPr lvl="2">
              <a:buNone/>
            </a:pPr>
            <a:r>
              <a:t>Tredje nivå</a:t>
            </a:r>
          </a:p>
        </p:txBody>
      </p:sp>
      <p:sp>
        <p:nvSpPr>
          <p:cNvPr id="20" name="Text Placeholder 9">
            <a:extLst>
              <a:ext uri="{FF2B5EF4-FFF2-40B4-BE49-F238E27FC236}">
                <a16:creationId xmlns:a16="http://schemas.microsoft.com/office/drawing/2014/main" id="{4BFBBB7C-5C19-EAF1-E596-CC90D5BE137B}"/>
              </a:ext>
            </a:extLst>
          </p:cNvPr>
          <p:cNvSpPr>
            <a:spLocks noGrp="1"/>
          </p:cNvSpPr>
          <p:nvPr>
            <p:ph type="body" idx="45"/>
          </p:nvPr>
        </p:nvSpPr>
        <p:spPr>
          <a:xfrm>
            <a:off x="384175" y="4890551"/>
            <a:ext cx="2714625" cy="203397"/>
          </a:xfrm>
        </p:spPr>
        <p:txBody>
          <a:bodyPr lIns="0"/>
          <a:lstStyle>
            <a:lvl1pPr marL="0" indent="0">
              <a:spcBef>
                <a:spcPts val="0"/>
              </a:spcBef>
              <a:spcAft>
                <a:spcPts val="600"/>
              </a:spcAft>
              <a:buNone/>
              <a:defRPr sz="1200" b="1"/>
            </a:lvl1pPr>
            <a:lvl2pPr marL="180975" indent="0">
              <a:spcAft>
                <a:spcPts val="300"/>
              </a:spcAft>
              <a:buNone/>
              <a:defRPr sz="1800"/>
            </a:lvl2pPr>
            <a:lvl3pPr>
              <a:spcAft>
                <a:spcPts val="300"/>
              </a:spcAft>
              <a:buNone/>
              <a:defRPr sz="1800"/>
            </a:lvl3pPr>
            <a:lvl4pPr>
              <a:spcAft>
                <a:spcPts val="300"/>
              </a:spcAft>
              <a:buNone/>
              <a:defRPr sz="1800"/>
            </a:lvl4pPr>
            <a:lvl5pPr>
              <a:spcAft>
                <a:spcPts val="300"/>
              </a:spcAft>
              <a:buNone/>
              <a:defRPr sz="1800"/>
            </a:lvl5pPr>
          </a:lstStyle>
          <a:p>
            <a:pPr lvl="0">
              <a:buNone/>
            </a:pPr>
            <a:r>
              <a:t>Klikk for å redigere tekststiler i malen</a:t>
            </a:r>
          </a:p>
        </p:txBody>
      </p:sp>
      <p:sp>
        <p:nvSpPr>
          <p:cNvPr id="21" name="Text Placeholder 6">
            <a:extLst>
              <a:ext uri="{FF2B5EF4-FFF2-40B4-BE49-F238E27FC236}">
                <a16:creationId xmlns:a16="http://schemas.microsoft.com/office/drawing/2014/main" id="{50635502-584C-47B4-C9CB-53191A45CB49}"/>
              </a:ext>
            </a:extLst>
          </p:cNvPr>
          <p:cNvSpPr>
            <a:spLocks noGrp="1"/>
          </p:cNvSpPr>
          <p:nvPr>
            <p:ph type="body" idx="46"/>
          </p:nvPr>
        </p:nvSpPr>
        <p:spPr>
          <a:xfrm>
            <a:off x="384175" y="5165317"/>
            <a:ext cx="2714625" cy="819557"/>
          </a:xfrm>
        </p:spPr>
        <p:txBody>
          <a:bodyPr/>
          <a:lstStyle>
            <a:lvl1pPr>
              <a:spcAft>
                <a:spcPts val="600"/>
              </a:spcAft>
              <a:buNone/>
              <a:defRPr sz="1200"/>
            </a:lvl1pPr>
            <a:lvl2pPr marL="144000" indent="-144000">
              <a:spcAft>
                <a:spcPts val="600"/>
              </a:spcAft>
              <a:buNone/>
              <a:defRPr sz="1200"/>
            </a:lvl2pPr>
            <a:lvl3pPr marL="288000" indent="-144000">
              <a:spcAft>
                <a:spcPts val="600"/>
              </a:spcAft>
              <a:buNone/>
              <a:defRPr sz="1200"/>
            </a:lvl3pPr>
            <a:lvl4pPr>
              <a:buNone/>
              <a:defRPr sz="1200"/>
            </a:lvl4pPr>
            <a:lvl5pPr>
              <a:buNone/>
              <a:defRPr sz="1200"/>
            </a:lvl5pPr>
          </a:lstStyle>
          <a:p>
            <a:pPr lvl="0">
              <a:buNone/>
            </a:pPr>
            <a:r>
              <a:t>Klikk for å redigere tekststiler i malen</a:t>
            </a:r>
          </a:p>
          <a:p>
            <a:pPr lvl="1">
              <a:buNone/>
            </a:pPr>
            <a:r>
              <a:t>Andre nivå</a:t>
            </a:r>
          </a:p>
          <a:p>
            <a:pPr lvl="2">
              <a:buNone/>
            </a:pPr>
            <a:r>
              <a:t>Tredje nivå</a:t>
            </a:r>
          </a:p>
        </p:txBody>
      </p:sp>
      <p:sp>
        <p:nvSpPr>
          <p:cNvPr id="29" name="Text Placeholder 9">
            <a:extLst>
              <a:ext uri="{FF2B5EF4-FFF2-40B4-BE49-F238E27FC236}">
                <a16:creationId xmlns:a16="http://schemas.microsoft.com/office/drawing/2014/main" id="{A4D6E6DD-AEE6-F78D-1D7E-3D051748D31B}"/>
              </a:ext>
            </a:extLst>
          </p:cNvPr>
          <p:cNvSpPr>
            <a:spLocks noGrp="1"/>
          </p:cNvSpPr>
          <p:nvPr>
            <p:ph type="body" idx="47"/>
          </p:nvPr>
        </p:nvSpPr>
        <p:spPr>
          <a:xfrm>
            <a:off x="3287711" y="3571094"/>
            <a:ext cx="2714400" cy="203397"/>
          </a:xfrm>
        </p:spPr>
        <p:txBody>
          <a:bodyPr lIns="0"/>
          <a:lstStyle>
            <a:lvl1pPr marL="0" indent="0">
              <a:spcBef>
                <a:spcPts val="0"/>
              </a:spcBef>
              <a:spcAft>
                <a:spcPts val="600"/>
              </a:spcAft>
              <a:buNone/>
              <a:defRPr sz="1200" b="1"/>
            </a:lvl1pPr>
            <a:lvl2pPr marL="180975" indent="0">
              <a:spcAft>
                <a:spcPts val="300"/>
              </a:spcAft>
              <a:buNone/>
              <a:defRPr sz="1800"/>
            </a:lvl2pPr>
            <a:lvl3pPr>
              <a:spcAft>
                <a:spcPts val="300"/>
              </a:spcAft>
              <a:buNone/>
              <a:defRPr sz="1800"/>
            </a:lvl3pPr>
            <a:lvl4pPr>
              <a:spcAft>
                <a:spcPts val="300"/>
              </a:spcAft>
              <a:buNone/>
              <a:defRPr sz="1800"/>
            </a:lvl4pPr>
            <a:lvl5pPr>
              <a:spcAft>
                <a:spcPts val="300"/>
              </a:spcAft>
              <a:buNone/>
              <a:defRPr sz="1800"/>
            </a:lvl5pPr>
          </a:lstStyle>
          <a:p>
            <a:pPr lvl="0">
              <a:buNone/>
            </a:pPr>
            <a:r>
              <a:t>Klikk for å redigere tekststiler i malen</a:t>
            </a:r>
          </a:p>
        </p:txBody>
      </p:sp>
      <p:sp>
        <p:nvSpPr>
          <p:cNvPr id="30" name="Text Placeholder 6">
            <a:extLst>
              <a:ext uri="{FF2B5EF4-FFF2-40B4-BE49-F238E27FC236}">
                <a16:creationId xmlns:a16="http://schemas.microsoft.com/office/drawing/2014/main" id="{67EFBC68-4C92-1E5D-6C60-028F308EFD2D}"/>
              </a:ext>
            </a:extLst>
          </p:cNvPr>
          <p:cNvSpPr>
            <a:spLocks noGrp="1"/>
          </p:cNvSpPr>
          <p:nvPr>
            <p:ph type="body" idx="48"/>
          </p:nvPr>
        </p:nvSpPr>
        <p:spPr>
          <a:xfrm>
            <a:off x="3287713" y="3845860"/>
            <a:ext cx="2714625" cy="2139014"/>
          </a:xfrm>
        </p:spPr>
        <p:txBody>
          <a:bodyPr/>
          <a:lstStyle>
            <a:lvl1pPr>
              <a:spcAft>
                <a:spcPts val="600"/>
              </a:spcAft>
              <a:buNone/>
              <a:defRPr sz="1200"/>
            </a:lvl1pPr>
            <a:lvl2pPr marL="144000" indent="-144000">
              <a:spcAft>
                <a:spcPts val="600"/>
              </a:spcAft>
              <a:buNone/>
              <a:defRPr sz="1200"/>
            </a:lvl2pPr>
            <a:lvl3pPr marL="288000" indent="-144000">
              <a:spcAft>
                <a:spcPts val="600"/>
              </a:spcAft>
              <a:buNone/>
              <a:defRPr sz="1200"/>
            </a:lvl3pPr>
            <a:lvl4pPr>
              <a:buNone/>
              <a:defRPr sz="1200"/>
            </a:lvl4pPr>
            <a:lvl5pPr>
              <a:buNone/>
              <a:defRPr sz="1200"/>
            </a:lvl5pPr>
          </a:lstStyle>
          <a:p>
            <a:pPr lvl="0">
              <a:buNone/>
            </a:pPr>
            <a:r>
              <a:t>Klikk for å redigere tekststiler i malen</a:t>
            </a:r>
          </a:p>
          <a:p>
            <a:pPr lvl="1">
              <a:buNone/>
            </a:pPr>
            <a:r>
              <a:t>Andre nivå</a:t>
            </a:r>
          </a:p>
          <a:p>
            <a:pPr lvl="2">
              <a:buNone/>
            </a:pPr>
            <a:r>
              <a:t>Tredje nivå</a:t>
            </a:r>
          </a:p>
        </p:txBody>
      </p:sp>
      <p:sp>
        <p:nvSpPr>
          <p:cNvPr id="32" name="Text Placeholder 6">
            <a:extLst>
              <a:ext uri="{FF2B5EF4-FFF2-40B4-BE49-F238E27FC236}">
                <a16:creationId xmlns:a16="http://schemas.microsoft.com/office/drawing/2014/main" id="{BD865563-3183-785A-3AA9-09AA7A87585A}"/>
              </a:ext>
            </a:extLst>
          </p:cNvPr>
          <p:cNvSpPr>
            <a:spLocks noGrp="1"/>
          </p:cNvSpPr>
          <p:nvPr>
            <p:ph type="body" idx="49"/>
          </p:nvPr>
        </p:nvSpPr>
        <p:spPr>
          <a:xfrm>
            <a:off x="6198391" y="2526402"/>
            <a:ext cx="2714625" cy="3458472"/>
          </a:xfrm>
        </p:spPr>
        <p:txBody>
          <a:bodyPr/>
          <a:lstStyle>
            <a:lvl1pPr>
              <a:spcAft>
                <a:spcPts val="600"/>
              </a:spcAft>
              <a:buNone/>
              <a:defRPr sz="1200"/>
            </a:lvl1pPr>
            <a:lvl2pPr marL="144000" indent="-144000">
              <a:spcAft>
                <a:spcPts val="600"/>
              </a:spcAft>
              <a:buNone/>
              <a:defRPr sz="1200"/>
            </a:lvl2pPr>
            <a:lvl3pPr marL="288000" indent="-144000">
              <a:spcAft>
                <a:spcPts val="600"/>
              </a:spcAft>
              <a:buNone/>
              <a:defRPr sz="1200"/>
            </a:lvl3pPr>
            <a:lvl4pPr>
              <a:buNone/>
              <a:defRPr sz="1200"/>
            </a:lvl4pPr>
            <a:lvl5pPr>
              <a:buNone/>
              <a:defRPr sz="1200"/>
            </a:lvl5pPr>
          </a:lstStyle>
          <a:p>
            <a:pPr lvl="0">
              <a:buNone/>
            </a:pPr>
            <a:r>
              <a:t>Klikk for å redigere tekststiler i malen</a:t>
            </a:r>
          </a:p>
          <a:p>
            <a:pPr lvl="1">
              <a:buNone/>
            </a:pPr>
            <a:r>
              <a:t>Andre nivå</a:t>
            </a:r>
          </a:p>
          <a:p>
            <a:pPr lvl="2">
              <a:buNone/>
            </a:pPr>
            <a:r>
              <a:t>Tredje nivå</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are tittel">
    <p:spTree>
      <p:nvGrpSpPr>
        <p:cNvPr id="1" name=""/>
        <p:cNvGrpSpPr/>
        <p:nvPr/>
      </p:nvGrpSpPr>
      <p:grpSpPr>
        <a:xfrm>
          <a:off x="0" y="0"/>
          <a:ext cx="0" cy="0"/>
          <a:chOff x="0" y="0"/>
          <a:chExt cx="0" cy="0"/>
        </a:xfrm>
      </p:grpSpPr>
      <p:sp>
        <p:nvSpPr>
          <p:cNvPr id="4" name="textruta 12">
            <a:extLst>
              <a:ext uri="{FF2B5EF4-FFF2-40B4-BE49-F238E27FC236}">
                <a16:creationId xmlns:a16="http://schemas.microsoft.com/office/drawing/2014/main" id="{0EE1CFC7-B17B-1E67-7BCD-E40748942DBC}"/>
              </a:ext>
            </a:extLst>
          </p:cNvPr>
          <p:cNvSpPr>
            <a:spLocks noGrp="1"/>
          </p:cNvSpPr>
          <p:nvPr/>
        </p:nvSpPr>
        <p:spPr>
          <a:xfrm>
            <a:off x="-1604332" y="1"/>
            <a:ext cx="1512445" cy="1608082"/>
          </a:xfrm>
          <a:prstGeom prst="rect">
            <a:avLst/>
          </a:prstGeom>
          <a:solidFill>
            <a:schemeClr val="bg1"/>
          </a:solidFill>
        </p:spPr>
        <p:txBody>
          <a:bodyPr wrap="square" tIns="108000" anchor="t">
            <a:noAutofit/>
          </a:bodyPr>
          <a:lstStyle/>
          <a:p>
            <a:pPr>
              <a:spcAft>
                <a:spcPts val="600"/>
              </a:spcAft>
              <a:buNone/>
            </a:pPr>
            <a:r>
              <a:rPr sz="900" b="0">
                <a:latin typeface="+mn-lt"/>
                <a:ea typeface="+mn-lt"/>
                <a:cs typeface="+mn-lt"/>
              </a:rPr>
              <a:t>To change from </a:t>
            </a:r>
            <a:br>
              <a:rPr sz="900" b="0">
                <a:latin typeface="+mn-lt"/>
                <a:ea typeface="+mn-lt"/>
                <a:cs typeface="+mn-lt"/>
              </a:rPr>
            </a:br>
            <a:r>
              <a:rPr sz="900" b="1">
                <a:latin typeface="+mn-lt"/>
                <a:ea typeface="+mn-lt"/>
                <a:cs typeface="+mn-lt"/>
              </a:rPr>
              <a:t>Headline</a:t>
            </a:r>
            <a:r>
              <a:rPr sz="900" b="0">
                <a:latin typeface="+mn-lt"/>
                <a:ea typeface="+mn-lt"/>
                <a:cs typeface="+mn-lt"/>
              </a:rPr>
              <a:t> to</a:t>
            </a:r>
            <a:r>
              <a:rPr sz="900" b="1">
                <a:latin typeface="+mn-lt"/>
                <a:ea typeface="+mn-lt"/>
                <a:cs typeface="+mn-lt"/>
              </a:rPr>
              <a:t> Sub header</a:t>
            </a:r>
            <a:r>
              <a:rPr sz="900" b="0">
                <a:latin typeface="+mn-lt"/>
                <a:ea typeface="+mn-lt"/>
                <a:cs typeface="+mn-lt"/>
              </a:rPr>
              <a:t>, press enter/return after your headline then use </a:t>
            </a:r>
            <a:br>
              <a:rPr sz="900" b="0">
                <a:latin typeface="+mn-lt"/>
                <a:ea typeface="+mn-lt"/>
                <a:cs typeface="+mn-lt"/>
              </a:rPr>
            </a:br>
            <a:r>
              <a:rPr sz="900" b="0">
                <a:latin typeface="+mn-lt"/>
                <a:ea typeface="+mn-lt"/>
                <a:cs typeface="+mn-lt"/>
              </a:rPr>
              <a:t>this function</a:t>
            </a:r>
          </a:p>
        </p:txBody>
      </p:sp>
      <p:pic>
        <p:nvPicPr>
          <p:cNvPr id="12" name="Picture 9"/>
          <p:cNvPicPr>
            <a:picLocks noChangeAspect="1"/>
          </p:cNvPicPr>
          <p:nvPr/>
        </p:nvPicPr>
        <p:blipFill rotWithShape="1">
          <a:blip r:embed="rId2"/>
          <a:srcRect l="-2"/>
          <a:stretch/>
        </p:blipFill>
        <p:spPr>
          <a:xfrm>
            <a:off x="-1494814" y="896335"/>
            <a:ext cx="1103312" cy="559691"/>
          </a:xfrm>
          <a:prstGeom prst="rect">
            <a:avLst/>
          </a:prstGeom>
          <a:ln w="6350">
            <a:solidFill>
              <a:schemeClr val="tx1"/>
            </a:solidFill>
          </a:ln>
        </p:spPr>
      </p:pic>
      <p:sp>
        <p:nvSpPr>
          <p:cNvPr id="8" name="Oval 7">
            <a:extLst>
              <a:ext uri="{FF2B5EF4-FFF2-40B4-BE49-F238E27FC236}">
                <a16:creationId xmlns:a16="http://schemas.microsoft.com/office/drawing/2014/main" id="{A02BC760-826D-4D68-D326-0BA708449FAF}"/>
              </a:ext>
            </a:extLst>
          </p:cNvPr>
          <p:cNvSpPr>
            <a:spLocks noGrp="1"/>
          </p:cNvSpPr>
          <p:nvPr/>
        </p:nvSpPr>
        <p:spPr>
          <a:xfrm>
            <a:off x="-1072348" y="1031564"/>
            <a:ext cx="290665" cy="29066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anchor="ctr">
            <a:normAutofit fontScale="25000" lnSpcReduction="20000"/>
          </a:bodyPr>
          <a:lstStyle/>
          <a:p>
            <a:pPr algn="ctr">
              <a:buNone/>
            </a:pPr>
            <a:endParaRPr/>
          </a:p>
        </p:txBody>
      </p:sp>
      <p:sp>
        <p:nvSpPr>
          <p:cNvPr id="9" name="Text Placeholder 6">
            <a:extLst>
              <a:ext uri="{FF2B5EF4-FFF2-40B4-BE49-F238E27FC236}">
                <a16:creationId xmlns:a16="http://schemas.microsoft.com/office/drawing/2014/main" id="{A90D91DB-2255-82CA-E0E0-A763E9A8B6F9}"/>
              </a:ext>
            </a:extLst>
          </p:cNvPr>
          <p:cNvSpPr>
            <a:spLocks noGrp="1"/>
          </p:cNvSpPr>
          <p:nvPr>
            <p:ph type="body" idx="15"/>
          </p:nvPr>
        </p:nvSpPr>
        <p:spPr>
          <a:xfrm>
            <a:off x="385200" y="275622"/>
            <a:ext cx="10445749" cy="1137253"/>
          </a:xfrm>
        </p:spPr>
        <p:txBody>
          <a:bodyPr/>
          <a:lstStyle>
            <a:lvl1pPr>
              <a:buNone/>
              <a:defRPr sz="2600" b="1">
                <a:latin typeface="+mj-lt"/>
                <a:ea typeface="+mj-lt"/>
                <a:cs typeface="+mj-lt"/>
              </a:defRPr>
            </a:lvl1pPr>
            <a:lvl2pPr marL="0" indent="0">
              <a:buNone/>
              <a:defRPr sz="2000"/>
            </a:lvl2pPr>
          </a:lstStyle>
          <a:p>
            <a:pPr lvl="0">
              <a:buNone/>
            </a:pPr>
            <a:r>
              <a:t>Klikk for å redigere tekststiler i malen</a:t>
            </a:r>
          </a:p>
          <a:p>
            <a:pPr lvl="1">
              <a:buNone/>
            </a:pPr>
            <a:r>
              <a:t>Andre nivå</a:t>
            </a: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Tomt">
    <p:spTree>
      <p:nvGrpSpPr>
        <p:cNvPr id="1" name=""/>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End slide - Bearing red">
    <p:bg>
      <p:bgPr>
        <a:solidFill>
          <a:srgbClr val="FF3D47"/>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CEC21A32-3B29-FB79-375A-AFF484FAE380}"/>
              </a:ext>
            </a:extLst>
          </p:cNvPr>
          <p:cNvSpPr>
            <a:spLocks noGrp="1"/>
          </p:cNvSpPr>
          <p:nvPr>
            <p:ph type="body" idx="10"/>
          </p:nvPr>
        </p:nvSpPr>
        <p:spPr>
          <a:xfrm>
            <a:off x="384175" y="5100639"/>
            <a:ext cx="3683000" cy="1396999"/>
          </a:xfrm>
        </p:spPr>
        <p:txBody>
          <a:bodyPr anchor="b"/>
          <a:lstStyle>
            <a:lvl1pPr marL="0" indent="0">
              <a:buNone/>
              <a:defRPr/>
            </a:lvl1pPr>
            <a:lvl2pPr marL="180975" indent="0">
              <a:buNone/>
              <a:defRPr/>
            </a:lvl2pPr>
            <a:lvl3pPr marL="361950" indent="0">
              <a:buNone/>
              <a:defRPr/>
            </a:lvl3pPr>
            <a:lvl4pPr marL="542925" indent="0">
              <a:buNone/>
              <a:defRPr/>
            </a:lvl4pPr>
            <a:lvl5pPr marL="714375" indent="0">
              <a:buNone/>
              <a:defRPr/>
            </a:lvl5pPr>
          </a:lstStyle>
          <a:p>
            <a:pPr lvl="0">
              <a:buNone/>
            </a:pPr>
            <a:r>
              <a:t>Klikk for å redigere tekststiler i malen</a:t>
            </a:r>
          </a:p>
        </p:txBody>
      </p:sp>
      <p:sp>
        <p:nvSpPr>
          <p:cNvPr id="10" name="BearingPoint Logo">
            <a:extLst>
              <a:ext uri="{FF2B5EF4-FFF2-40B4-BE49-F238E27FC236}">
                <a16:creationId xmlns:a16="http://schemas.microsoft.com/office/drawing/2014/main" id="{85653425-B89B-9F14-16FF-4838CACB3D49}"/>
              </a:ext>
            </a:extLst>
          </p:cNvPr>
          <p:cNvSpPr>
            <a:spLocks noGrp="1"/>
          </p:cNvSpPr>
          <p:nvPr/>
        </p:nvSpPr>
        <p:spPr>
          <a:xfrm>
            <a:off x="384175" y="358775"/>
            <a:ext cx="1747838" cy="291574"/>
          </a:xfrm>
          <a:custGeom>
            <a:avLst/>
            <a:gdLst>
              <a:gd name="connsiteX0" fmla="*/ 12014265 w 12188936"/>
              <a:gd name="connsiteY0" fmla="*/ 1587720 h 2033355"/>
              <a:gd name="connsiteX1" fmla="*/ 12188936 w 12188936"/>
              <a:gd name="connsiteY1" fmla="*/ 1572044 h 2033355"/>
              <a:gd name="connsiteX2" fmla="*/ 12188936 w 12188936"/>
              <a:gd name="connsiteY2" fmla="*/ 1330191 h 2033355"/>
              <a:gd name="connsiteX3" fmla="*/ 12070250 w 12188936"/>
              <a:gd name="connsiteY3" fmla="*/ 1341388 h 2033355"/>
              <a:gd name="connsiteX4" fmla="*/ 11909014 w 12188936"/>
              <a:gd name="connsiteY4" fmla="*/ 1177913 h 2033355"/>
              <a:gd name="connsiteX5" fmla="*/ 11909014 w 12188936"/>
              <a:gd name="connsiteY5" fmla="*/ 667335 h 2033355"/>
              <a:gd name="connsiteX6" fmla="*/ 12171021 w 12188936"/>
              <a:gd name="connsiteY6" fmla="*/ 667335 h 2033355"/>
              <a:gd name="connsiteX7" fmla="*/ 12171021 w 12188936"/>
              <a:gd name="connsiteY7" fmla="*/ 438918 h 2033355"/>
              <a:gd name="connsiteX8" fmla="*/ 11909014 w 12188936"/>
              <a:gd name="connsiteY8" fmla="*/ 438918 h 2033355"/>
              <a:gd name="connsiteX9" fmla="*/ 11909014 w 12188936"/>
              <a:gd name="connsiteY9" fmla="*/ 125405 h 2033355"/>
              <a:gd name="connsiteX10" fmla="*/ 11631331 w 12188936"/>
              <a:gd name="connsiteY10" fmla="*/ 125405 h 2033355"/>
              <a:gd name="connsiteX11" fmla="*/ 11631331 w 12188936"/>
              <a:gd name="connsiteY11" fmla="*/ 438918 h 2033355"/>
              <a:gd name="connsiteX12" fmla="*/ 11474575 w 12188936"/>
              <a:gd name="connsiteY12" fmla="*/ 438918 h 2033355"/>
              <a:gd name="connsiteX13" fmla="*/ 11474575 w 12188936"/>
              <a:gd name="connsiteY13" fmla="*/ 667335 h 2033355"/>
              <a:gd name="connsiteX14" fmla="*/ 11631331 w 12188936"/>
              <a:gd name="connsiteY14" fmla="*/ 667335 h 2033355"/>
              <a:gd name="connsiteX15" fmla="*/ 11631331 w 12188936"/>
              <a:gd name="connsiteY15" fmla="*/ 1207025 h 2033355"/>
              <a:gd name="connsiteX16" fmla="*/ 12014265 w 12188936"/>
              <a:gd name="connsiteY16" fmla="*/ 1587720 h 2033355"/>
              <a:gd name="connsiteX17" fmla="*/ 9962995 w 12188936"/>
              <a:gd name="connsiteY17" fmla="*/ 344864 h 2033355"/>
              <a:gd name="connsiteX18" fmla="*/ 10137666 w 12188936"/>
              <a:gd name="connsiteY18" fmla="*/ 172432 h 2033355"/>
              <a:gd name="connsiteX19" fmla="*/ 9962995 w 12188936"/>
              <a:gd name="connsiteY19" fmla="*/ 0 h 2033355"/>
              <a:gd name="connsiteX20" fmla="*/ 9788323 w 12188936"/>
              <a:gd name="connsiteY20" fmla="*/ 172432 h 2033355"/>
              <a:gd name="connsiteX21" fmla="*/ 9962995 w 12188936"/>
              <a:gd name="connsiteY21" fmla="*/ 344864 h 2033355"/>
              <a:gd name="connsiteX22" fmla="*/ 10348167 w 12188936"/>
              <a:gd name="connsiteY22" fmla="*/ 1581001 h 2033355"/>
              <a:gd name="connsiteX23" fmla="*/ 10625851 w 12188936"/>
              <a:gd name="connsiteY23" fmla="*/ 1581001 h 2033355"/>
              <a:gd name="connsiteX24" fmla="*/ 10625851 w 12188936"/>
              <a:gd name="connsiteY24" fmla="*/ 958454 h 2033355"/>
              <a:gd name="connsiteX25" fmla="*/ 10892336 w 12188936"/>
              <a:gd name="connsiteY25" fmla="*/ 662856 h 2033355"/>
              <a:gd name="connsiteX26" fmla="*/ 11069247 w 12188936"/>
              <a:gd name="connsiteY26" fmla="*/ 902470 h 2033355"/>
              <a:gd name="connsiteX27" fmla="*/ 11069247 w 12188936"/>
              <a:gd name="connsiteY27" fmla="*/ 1294361 h 2033355"/>
              <a:gd name="connsiteX28" fmla="*/ 11349169 w 12188936"/>
              <a:gd name="connsiteY28" fmla="*/ 1587720 h 2033355"/>
              <a:gd name="connsiteX29" fmla="*/ 11467856 w 12188936"/>
              <a:gd name="connsiteY29" fmla="*/ 1578762 h 2033355"/>
              <a:gd name="connsiteX30" fmla="*/ 11467856 w 12188936"/>
              <a:gd name="connsiteY30" fmla="*/ 1359303 h 2033355"/>
              <a:gd name="connsiteX31" fmla="*/ 11456660 w 12188936"/>
              <a:gd name="connsiteY31" fmla="*/ 1359303 h 2033355"/>
              <a:gd name="connsiteX32" fmla="*/ 11346930 w 12188936"/>
              <a:gd name="connsiteY32" fmla="*/ 1256292 h 2033355"/>
              <a:gd name="connsiteX33" fmla="*/ 11346930 w 12188936"/>
              <a:gd name="connsiteY33" fmla="*/ 830810 h 2033355"/>
              <a:gd name="connsiteX34" fmla="*/ 10972954 w 12188936"/>
              <a:gd name="connsiteY34" fmla="*/ 412046 h 2033355"/>
              <a:gd name="connsiteX35" fmla="*/ 10625851 w 12188936"/>
              <a:gd name="connsiteY35" fmla="*/ 566563 h 2033355"/>
              <a:gd name="connsiteX36" fmla="*/ 10625851 w 12188936"/>
              <a:gd name="connsiteY36" fmla="*/ 438918 h 2033355"/>
              <a:gd name="connsiteX37" fmla="*/ 10348167 w 12188936"/>
              <a:gd name="connsiteY37" fmla="*/ 438918 h 2033355"/>
              <a:gd name="connsiteX38" fmla="*/ 10348167 w 12188936"/>
              <a:gd name="connsiteY38" fmla="*/ 1581001 h 2033355"/>
              <a:gd name="connsiteX39" fmla="*/ 9824152 w 12188936"/>
              <a:gd name="connsiteY39" fmla="*/ 438918 h 2033355"/>
              <a:gd name="connsiteX40" fmla="*/ 9824152 w 12188936"/>
              <a:gd name="connsiteY40" fmla="*/ 1294361 h 2033355"/>
              <a:gd name="connsiteX41" fmla="*/ 10104075 w 12188936"/>
              <a:gd name="connsiteY41" fmla="*/ 1587720 h 2033355"/>
              <a:gd name="connsiteX42" fmla="*/ 10222763 w 12188936"/>
              <a:gd name="connsiteY42" fmla="*/ 1578762 h 2033355"/>
              <a:gd name="connsiteX43" fmla="*/ 10222763 w 12188936"/>
              <a:gd name="connsiteY43" fmla="*/ 1359303 h 2033355"/>
              <a:gd name="connsiteX44" fmla="*/ 10211565 w 12188936"/>
              <a:gd name="connsiteY44" fmla="*/ 1359303 h 2033355"/>
              <a:gd name="connsiteX45" fmla="*/ 10101836 w 12188936"/>
              <a:gd name="connsiteY45" fmla="*/ 1256292 h 2033355"/>
              <a:gd name="connsiteX46" fmla="*/ 10101836 w 12188936"/>
              <a:gd name="connsiteY46" fmla="*/ 438918 h 2033355"/>
              <a:gd name="connsiteX47" fmla="*/ 9824152 w 12188936"/>
              <a:gd name="connsiteY47" fmla="*/ 438918 h 2033355"/>
              <a:gd name="connsiteX48" fmla="*/ 9103073 w 12188936"/>
              <a:gd name="connsiteY48" fmla="*/ 1357064 h 2033355"/>
              <a:gd name="connsiteX49" fmla="*/ 8809715 w 12188936"/>
              <a:gd name="connsiteY49" fmla="*/ 1009960 h 2033355"/>
              <a:gd name="connsiteX50" fmla="*/ 9103073 w 12188936"/>
              <a:gd name="connsiteY50" fmla="*/ 662856 h 2033355"/>
              <a:gd name="connsiteX51" fmla="*/ 9396432 w 12188936"/>
              <a:gd name="connsiteY51" fmla="*/ 1009960 h 2033355"/>
              <a:gd name="connsiteX52" fmla="*/ 9103073 w 12188936"/>
              <a:gd name="connsiteY52" fmla="*/ 1357064 h 2033355"/>
              <a:gd name="connsiteX53" fmla="*/ 9103073 w 12188936"/>
              <a:gd name="connsiteY53" fmla="*/ 1607874 h 2033355"/>
              <a:gd name="connsiteX54" fmla="*/ 9678594 w 12188936"/>
              <a:gd name="connsiteY54" fmla="*/ 1009960 h 2033355"/>
              <a:gd name="connsiteX55" fmla="*/ 9103073 w 12188936"/>
              <a:gd name="connsiteY55" fmla="*/ 412046 h 2033355"/>
              <a:gd name="connsiteX56" fmla="*/ 8527553 w 12188936"/>
              <a:gd name="connsiteY56" fmla="*/ 1009960 h 2033355"/>
              <a:gd name="connsiteX57" fmla="*/ 9103073 w 12188936"/>
              <a:gd name="connsiteY57" fmla="*/ 1607874 h 2033355"/>
              <a:gd name="connsiteX58" fmla="*/ 7705701 w 12188936"/>
              <a:gd name="connsiteY58" fmla="*/ 747953 h 2033355"/>
              <a:gd name="connsiteX59" fmla="*/ 7705701 w 12188936"/>
              <a:gd name="connsiteY59" fmla="*/ 264247 h 2033355"/>
              <a:gd name="connsiteX60" fmla="*/ 7945315 w 12188936"/>
              <a:gd name="connsiteY60" fmla="*/ 264247 h 2033355"/>
              <a:gd name="connsiteX61" fmla="*/ 8218519 w 12188936"/>
              <a:gd name="connsiteY61" fmla="*/ 506100 h 2033355"/>
              <a:gd name="connsiteX62" fmla="*/ 7945315 w 12188936"/>
              <a:gd name="connsiteY62" fmla="*/ 747953 h 2033355"/>
              <a:gd name="connsiteX63" fmla="*/ 7705701 w 12188936"/>
              <a:gd name="connsiteY63" fmla="*/ 747953 h 2033355"/>
              <a:gd name="connsiteX64" fmla="*/ 7423540 w 12188936"/>
              <a:gd name="connsiteY64" fmla="*/ 1581001 h 2033355"/>
              <a:gd name="connsiteX65" fmla="*/ 7705701 w 12188936"/>
              <a:gd name="connsiteY65" fmla="*/ 1581001 h 2033355"/>
              <a:gd name="connsiteX66" fmla="*/ 7705701 w 12188936"/>
              <a:gd name="connsiteY66" fmla="*/ 998763 h 2033355"/>
              <a:gd name="connsiteX67" fmla="*/ 7958751 w 12188936"/>
              <a:gd name="connsiteY67" fmla="*/ 998763 h 2033355"/>
              <a:gd name="connsiteX68" fmla="*/ 8505159 w 12188936"/>
              <a:gd name="connsiteY68" fmla="*/ 506100 h 2033355"/>
              <a:gd name="connsiteX69" fmla="*/ 7958751 w 12188936"/>
              <a:gd name="connsiteY69" fmla="*/ 13436 h 2033355"/>
              <a:gd name="connsiteX70" fmla="*/ 7423540 w 12188936"/>
              <a:gd name="connsiteY70" fmla="*/ 13436 h 2033355"/>
              <a:gd name="connsiteX71" fmla="*/ 7423540 w 12188936"/>
              <a:gd name="connsiteY71" fmla="*/ 1581001 h 2033355"/>
              <a:gd name="connsiteX72" fmla="*/ 6671108 w 12188936"/>
              <a:gd name="connsiteY72" fmla="*/ 1334670 h 2033355"/>
              <a:gd name="connsiteX73" fmla="*/ 6388947 w 12188936"/>
              <a:gd name="connsiteY73" fmla="*/ 998763 h 2033355"/>
              <a:gd name="connsiteX74" fmla="*/ 6671108 w 12188936"/>
              <a:gd name="connsiteY74" fmla="*/ 662856 h 2033355"/>
              <a:gd name="connsiteX75" fmla="*/ 6953270 w 12188936"/>
              <a:gd name="connsiteY75" fmla="*/ 998763 h 2033355"/>
              <a:gd name="connsiteX76" fmla="*/ 6671108 w 12188936"/>
              <a:gd name="connsiteY76" fmla="*/ 1334670 h 2033355"/>
              <a:gd name="connsiteX77" fmla="*/ 4554896 w 12188936"/>
              <a:gd name="connsiteY77" fmla="*/ 344864 h 2033355"/>
              <a:gd name="connsiteX78" fmla="*/ 4729567 w 12188936"/>
              <a:gd name="connsiteY78" fmla="*/ 172432 h 2033355"/>
              <a:gd name="connsiteX79" fmla="*/ 4554896 w 12188936"/>
              <a:gd name="connsiteY79" fmla="*/ 0 h 2033355"/>
              <a:gd name="connsiteX80" fmla="*/ 4380224 w 12188936"/>
              <a:gd name="connsiteY80" fmla="*/ 172432 h 2033355"/>
              <a:gd name="connsiteX81" fmla="*/ 4554896 w 12188936"/>
              <a:gd name="connsiteY81" fmla="*/ 344864 h 2033355"/>
              <a:gd name="connsiteX82" fmla="*/ 5941071 w 12188936"/>
              <a:gd name="connsiteY82" fmla="*/ 1587720 h 2033355"/>
              <a:gd name="connsiteX83" fmla="*/ 6059758 w 12188936"/>
              <a:gd name="connsiteY83" fmla="*/ 1578762 h 2033355"/>
              <a:gd name="connsiteX84" fmla="*/ 6059758 w 12188936"/>
              <a:gd name="connsiteY84" fmla="*/ 1359303 h 2033355"/>
              <a:gd name="connsiteX85" fmla="*/ 6048561 w 12188936"/>
              <a:gd name="connsiteY85" fmla="*/ 1359303 h 2033355"/>
              <a:gd name="connsiteX86" fmla="*/ 5938832 w 12188936"/>
              <a:gd name="connsiteY86" fmla="*/ 1256292 h 2033355"/>
              <a:gd name="connsiteX87" fmla="*/ 5938832 w 12188936"/>
              <a:gd name="connsiteY87" fmla="*/ 830810 h 2033355"/>
              <a:gd name="connsiteX88" fmla="*/ 5564856 w 12188936"/>
              <a:gd name="connsiteY88" fmla="*/ 412046 h 2033355"/>
              <a:gd name="connsiteX89" fmla="*/ 5217752 w 12188936"/>
              <a:gd name="connsiteY89" fmla="*/ 566563 h 2033355"/>
              <a:gd name="connsiteX90" fmla="*/ 5217752 w 12188936"/>
              <a:gd name="connsiteY90" fmla="*/ 438918 h 2033355"/>
              <a:gd name="connsiteX91" fmla="*/ 4940069 w 12188936"/>
              <a:gd name="connsiteY91" fmla="*/ 438918 h 2033355"/>
              <a:gd name="connsiteX92" fmla="*/ 4940069 w 12188936"/>
              <a:gd name="connsiteY92" fmla="*/ 1581001 h 2033355"/>
              <a:gd name="connsiteX93" fmla="*/ 5217752 w 12188936"/>
              <a:gd name="connsiteY93" fmla="*/ 1581001 h 2033355"/>
              <a:gd name="connsiteX94" fmla="*/ 5217752 w 12188936"/>
              <a:gd name="connsiteY94" fmla="*/ 958454 h 2033355"/>
              <a:gd name="connsiteX95" fmla="*/ 5484238 w 12188936"/>
              <a:gd name="connsiteY95" fmla="*/ 662856 h 2033355"/>
              <a:gd name="connsiteX96" fmla="*/ 5661149 w 12188936"/>
              <a:gd name="connsiteY96" fmla="*/ 902470 h 2033355"/>
              <a:gd name="connsiteX97" fmla="*/ 5661149 w 12188936"/>
              <a:gd name="connsiteY97" fmla="*/ 1294361 h 2033355"/>
              <a:gd name="connsiteX98" fmla="*/ 5941071 w 12188936"/>
              <a:gd name="connsiteY98" fmla="*/ 1587720 h 2033355"/>
              <a:gd name="connsiteX99" fmla="*/ 4416054 w 12188936"/>
              <a:gd name="connsiteY99" fmla="*/ 438918 h 2033355"/>
              <a:gd name="connsiteX100" fmla="*/ 4416054 w 12188936"/>
              <a:gd name="connsiteY100" fmla="*/ 1294361 h 2033355"/>
              <a:gd name="connsiteX101" fmla="*/ 4695977 w 12188936"/>
              <a:gd name="connsiteY101" fmla="*/ 1587720 h 2033355"/>
              <a:gd name="connsiteX102" fmla="*/ 4814664 w 12188936"/>
              <a:gd name="connsiteY102" fmla="*/ 1578762 h 2033355"/>
              <a:gd name="connsiteX103" fmla="*/ 4814664 w 12188936"/>
              <a:gd name="connsiteY103" fmla="*/ 1359303 h 2033355"/>
              <a:gd name="connsiteX104" fmla="*/ 4803467 w 12188936"/>
              <a:gd name="connsiteY104" fmla="*/ 1359303 h 2033355"/>
              <a:gd name="connsiteX105" fmla="*/ 4693737 w 12188936"/>
              <a:gd name="connsiteY105" fmla="*/ 1256292 h 2033355"/>
              <a:gd name="connsiteX106" fmla="*/ 4693737 w 12188936"/>
              <a:gd name="connsiteY106" fmla="*/ 438918 h 2033355"/>
              <a:gd name="connsiteX107" fmla="*/ 4416054 w 12188936"/>
              <a:gd name="connsiteY107" fmla="*/ 438918 h 2033355"/>
              <a:gd name="connsiteX108" fmla="*/ 3638990 w 12188936"/>
              <a:gd name="connsiteY108" fmla="*/ 1581001 h 2033355"/>
              <a:gd name="connsiteX109" fmla="*/ 3916673 w 12188936"/>
              <a:gd name="connsiteY109" fmla="*/ 1581001 h 2033355"/>
              <a:gd name="connsiteX110" fmla="*/ 3916673 w 12188936"/>
              <a:gd name="connsiteY110" fmla="*/ 1001002 h 2033355"/>
              <a:gd name="connsiteX111" fmla="*/ 4212271 w 12188936"/>
              <a:gd name="connsiteY111" fmla="*/ 687489 h 2033355"/>
              <a:gd name="connsiteX112" fmla="*/ 4270495 w 12188936"/>
              <a:gd name="connsiteY112" fmla="*/ 691968 h 2033355"/>
              <a:gd name="connsiteX113" fmla="*/ 4270495 w 12188936"/>
              <a:gd name="connsiteY113" fmla="*/ 427721 h 2033355"/>
              <a:gd name="connsiteX114" fmla="*/ 4227947 w 12188936"/>
              <a:gd name="connsiteY114" fmla="*/ 425482 h 2033355"/>
              <a:gd name="connsiteX115" fmla="*/ 3914433 w 12188936"/>
              <a:gd name="connsiteY115" fmla="*/ 566563 h 2033355"/>
              <a:gd name="connsiteX116" fmla="*/ 3914433 w 12188936"/>
              <a:gd name="connsiteY116" fmla="*/ 438918 h 2033355"/>
              <a:gd name="connsiteX117" fmla="*/ 3638990 w 12188936"/>
              <a:gd name="connsiteY117" fmla="*/ 438918 h 2033355"/>
              <a:gd name="connsiteX118" fmla="*/ 3638990 w 12188936"/>
              <a:gd name="connsiteY118" fmla="*/ 1581001 h 2033355"/>
              <a:gd name="connsiteX119" fmla="*/ 2891038 w 12188936"/>
              <a:gd name="connsiteY119" fmla="*/ 1374979 h 2033355"/>
              <a:gd name="connsiteX120" fmla="*/ 2727563 w 12188936"/>
              <a:gd name="connsiteY120" fmla="*/ 1240616 h 2033355"/>
              <a:gd name="connsiteX121" fmla="*/ 3153045 w 12188936"/>
              <a:gd name="connsiteY121" fmla="*/ 1059226 h 2033355"/>
              <a:gd name="connsiteX122" fmla="*/ 2891038 w 12188936"/>
              <a:gd name="connsiteY122" fmla="*/ 1374979 h 2033355"/>
              <a:gd name="connsiteX123" fmla="*/ 2864165 w 12188936"/>
              <a:gd name="connsiteY123" fmla="*/ 1607874 h 2033355"/>
              <a:gd name="connsiteX124" fmla="*/ 3202311 w 12188936"/>
              <a:gd name="connsiteY124" fmla="*/ 1471272 h 2033355"/>
              <a:gd name="connsiteX125" fmla="*/ 3410573 w 12188936"/>
              <a:gd name="connsiteY125" fmla="*/ 1587720 h 2033355"/>
              <a:gd name="connsiteX126" fmla="*/ 3515824 w 12188936"/>
              <a:gd name="connsiteY126" fmla="*/ 1574283 h 2033355"/>
              <a:gd name="connsiteX127" fmla="*/ 3515824 w 12188936"/>
              <a:gd name="connsiteY127" fmla="*/ 1352585 h 2033355"/>
              <a:gd name="connsiteX128" fmla="*/ 3417291 w 12188936"/>
              <a:gd name="connsiteY128" fmla="*/ 1240616 h 2033355"/>
              <a:gd name="connsiteX129" fmla="*/ 3417291 w 12188936"/>
              <a:gd name="connsiteY129" fmla="*/ 904709 h 2033355"/>
              <a:gd name="connsiteX130" fmla="*/ 2906713 w 12188936"/>
              <a:gd name="connsiteY130" fmla="*/ 412046 h 2033355"/>
              <a:gd name="connsiteX131" fmla="*/ 2456598 w 12188936"/>
              <a:gd name="connsiteY131" fmla="*/ 571042 h 2033355"/>
              <a:gd name="connsiteX132" fmla="*/ 2588722 w 12188936"/>
              <a:gd name="connsiteY132" fmla="*/ 786022 h 2033355"/>
              <a:gd name="connsiteX133" fmla="*/ 2906713 w 12188936"/>
              <a:gd name="connsiteY133" fmla="*/ 662856 h 2033355"/>
              <a:gd name="connsiteX134" fmla="*/ 3148566 w 12188936"/>
              <a:gd name="connsiteY134" fmla="*/ 839767 h 2033355"/>
              <a:gd name="connsiteX135" fmla="*/ 2445401 w 12188936"/>
              <a:gd name="connsiteY135" fmla="*/ 1242855 h 2033355"/>
              <a:gd name="connsiteX136" fmla="*/ 2864165 w 12188936"/>
              <a:gd name="connsiteY136" fmla="*/ 1607874 h 2033355"/>
              <a:gd name="connsiteX137" fmla="*/ 1549650 w 12188936"/>
              <a:gd name="connsiteY137" fmla="*/ 857682 h 2033355"/>
              <a:gd name="connsiteX138" fmla="*/ 1818375 w 12188936"/>
              <a:gd name="connsiteY138" fmla="*/ 653899 h 2033355"/>
              <a:gd name="connsiteX139" fmla="*/ 2051271 w 12188936"/>
              <a:gd name="connsiteY139" fmla="*/ 857682 h 2033355"/>
              <a:gd name="connsiteX140" fmla="*/ 1549650 w 12188936"/>
              <a:gd name="connsiteY140" fmla="*/ 857682 h 2033355"/>
              <a:gd name="connsiteX141" fmla="*/ 1845248 w 12188936"/>
              <a:gd name="connsiteY141" fmla="*/ 1607874 h 2033355"/>
              <a:gd name="connsiteX142" fmla="*/ 2346869 w 12188936"/>
              <a:gd name="connsiteY142" fmla="*/ 1370500 h 2033355"/>
              <a:gd name="connsiteX143" fmla="*/ 2149803 w 12188936"/>
              <a:gd name="connsiteY143" fmla="*/ 1198068 h 2033355"/>
              <a:gd name="connsiteX144" fmla="*/ 1845248 w 12188936"/>
              <a:gd name="connsiteY144" fmla="*/ 1357064 h 2033355"/>
              <a:gd name="connsiteX145" fmla="*/ 1540692 w 12188936"/>
              <a:gd name="connsiteY145" fmla="*/ 1081620 h 2033355"/>
              <a:gd name="connsiteX146" fmla="*/ 2324475 w 12188936"/>
              <a:gd name="connsiteY146" fmla="*/ 1081620 h 2033355"/>
              <a:gd name="connsiteX147" fmla="*/ 2333433 w 12188936"/>
              <a:gd name="connsiteY147" fmla="*/ 936060 h 2033355"/>
              <a:gd name="connsiteX148" fmla="*/ 1818375 w 12188936"/>
              <a:gd name="connsiteY148" fmla="*/ 412046 h 2033355"/>
              <a:gd name="connsiteX149" fmla="*/ 1260770 w 12188936"/>
              <a:gd name="connsiteY149" fmla="*/ 1014439 h 2033355"/>
              <a:gd name="connsiteX150" fmla="*/ 1845248 w 12188936"/>
              <a:gd name="connsiteY150" fmla="*/ 1607874 h 2033355"/>
              <a:gd name="connsiteX151" fmla="*/ 282162 w 12188936"/>
              <a:gd name="connsiteY151" fmla="*/ 644941 h 2033355"/>
              <a:gd name="connsiteX152" fmla="*/ 282162 w 12188936"/>
              <a:gd name="connsiteY152" fmla="*/ 264247 h 2033355"/>
              <a:gd name="connsiteX153" fmla="*/ 618068 w 12188936"/>
              <a:gd name="connsiteY153" fmla="*/ 264247 h 2033355"/>
              <a:gd name="connsiteX154" fmla="*/ 828570 w 12188936"/>
              <a:gd name="connsiteY154" fmla="*/ 454594 h 2033355"/>
              <a:gd name="connsiteX155" fmla="*/ 620308 w 12188936"/>
              <a:gd name="connsiteY155" fmla="*/ 644941 h 2033355"/>
              <a:gd name="connsiteX156" fmla="*/ 282162 w 12188936"/>
              <a:gd name="connsiteY156" fmla="*/ 644941 h 2033355"/>
              <a:gd name="connsiteX157" fmla="*/ 282162 w 12188936"/>
              <a:gd name="connsiteY157" fmla="*/ 1330191 h 2033355"/>
              <a:gd name="connsiteX158" fmla="*/ 282162 w 12188936"/>
              <a:gd name="connsiteY158" fmla="*/ 895752 h 2033355"/>
              <a:gd name="connsiteX159" fmla="*/ 633744 w 12188936"/>
              <a:gd name="connsiteY159" fmla="*/ 895752 h 2033355"/>
              <a:gd name="connsiteX160" fmla="*/ 880076 w 12188936"/>
              <a:gd name="connsiteY160" fmla="*/ 1112971 h 2033355"/>
              <a:gd name="connsiteX161" fmla="*/ 633744 w 12188936"/>
              <a:gd name="connsiteY161" fmla="*/ 1330191 h 2033355"/>
              <a:gd name="connsiteX162" fmla="*/ 282162 w 12188936"/>
              <a:gd name="connsiteY162" fmla="*/ 1330191 h 2033355"/>
              <a:gd name="connsiteX163" fmla="*/ 0 w 12188936"/>
              <a:gd name="connsiteY163" fmla="*/ 1581001 h 2033355"/>
              <a:gd name="connsiteX164" fmla="*/ 627026 w 12188936"/>
              <a:gd name="connsiteY164" fmla="*/ 1581001 h 2033355"/>
              <a:gd name="connsiteX165" fmla="*/ 1166716 w 12188936"/>
              <a:gd name="connsiteY165" fmla="*/ 1119689 h 2033355"/>
              <a:gd name="connsiteX166" fmla="*/ 967412 w 12188936"/>
              <a:gd name="connsiteY166" fmla="*/ 747953 h 2033355"/>
              <a:gd name="connsiteX167" fmla="*/ 1110732 w 12188936"/>
              <a:gd name="connsiteY167" fmla="*/ 438918 h 2033355"/>
              <a:gd name="connsiteX168" fmla="*/ 611350 w 12188936"/>
              <a:gd name="connsiteY168" fmla="*/ 13436 h 2033355"/>
              <a:gd name="connsiteX169" fmla="*/ 0 w 12188936"/>
              <a:gd name="connsiteY169" fmla="*/ 13436 h 2033355"/>
              <a:gd name="connsiteX170" fmla="*/ 0 w 12188936"/>
              <a:gd name="connsiteY170" fmla="*/ 1581001 h 2033355"/>
              <a:gd name="connsiteX171" fmla="*/ 6664390 w 12188936"/>
              <a:gd name="connsiteY171" fmla="*/ 2033356 h 2033355"/>
              <a:gd name="connsiteX172" fmla="*/ 7221996 w 12188936"/>
              <a:gd name="connsiteY172" fmla="*/ 1520538 h 2033355"/>
              <a:gd name="connsiteX173" fmla="*/ 7221996 w 12188936"/>
              <a:gd name="connsiteY173" fmla="*/ 438918 h 2033355"/>
              <a:gd name="connsiteX174" fmla="*/ 6944313 w 12188936"/>
              <a:gd name="connsiteY174" fmla="*/ 438918 h 2033355"/>
              <a:gd name="connsiteX175" fmla="*/ 6944313 w 12188936"/>
              <a:gd name="connsiteY175" fmla="*/ 546408 h 2033355"/>
              <a:gd name="connsiteX176" fmla="*/ 6635278 w 12188936"/>
              <a:gd name="connsiteY176" fmla="*/ 412046 h 2033355"/>
              <a:gd name="connsiteX177" fmla="*/ 6106785 w 12188936"/>
              <a:gd name="connsiteY177" fmla="*/ 998763 h 2033355"/>
              <a:gd name="connsiteX178" fmla="*/ 6635278 w 12188936"/>
              <a:gd name="connsiteY178" fmla="*/ 1585480 h 2033355"/>
              <a:gd name="connsiteX179" fmla="*/ 6944313 w 12188936"/>
              <a:gd name="connsiteY179" fmla="*/ 1451118 h 2033355"/>
              <a:gd name="connsiteX180" fmla="*/ 6944313 w 12188936"/>
              <a:gd name="connsiteY180" fmla="*/ 1525017 h 2033355"/>
              <a:gd name="connsiteX181" fmla="*/ 6664390 w 12188936"/>
              <a:gd name="connsiteY181" fmla="*/ 1782546 h 2033355"/>
              <a:gd name="connsiteX182" fmla="*/ 6330723 w 12188936"/>
              <a:gd name="connsiteY182" fmla="*/ 1630268 h 2033355"/>
              <a:gd name="connsiteX183" fmla="*/ 6124700 w 12188936"/>
              <a:gd name="connsiteY183" fmla="*/ 1802700 h 2033355"/>
              <a:gd name="connsiteX184" fmla="*/ 6664390 w 12188936"/>
              <a:gd name="connsiteY184" fmla="*/ 2033356 h 2033355"/>
            </a:gdLst>
            <a:ahLst/>
            <a:cxnLst/>
            <a:rect l="l" t="t" r="r" b="b"/>
            <a:pathLst>
              <a:path w="12188936" h="2033355">
                <a:moveTo>
                  <a:pt x="12014265" y="1587720"/>
                </a:moveTo>
                <a:cubicBezTo>
                  <a:pt x="12061292" y="1587720"/>
                  <a:pt x="12139670" y="1581001"/>
                  <a:pt x="12188936" y="1572044"/>
                </a:cubicBezTo>
                <a:lnTo>
                  <a:pt x="12188936" y="1330191"/>
                </a:lnTo>
                <a:cubicBezTo>
                  <a:pt x="12150867" y="1334670"/>
                  <a:pt x="12110559" y="1341388"/>
                  <a:pt x="12070250" y="1341388"/>
                </a:cubicBezTo>
                <a:cubicBezTo>
                  <a:pt x="11969478" y="1341388"/>
                  <a:pt x="11909014" y="1294361"/>
                  <a:pt x="11909014" y="1177913"/>
                </a:cubicBezTo>
                <a:lnTo>
                  <a:pt x="11909014" y="667335"/>
                </a:lnTo>
                <a:lnTo>
                  <a:pt x="12171021" y="667335"/>
                </a:lnTo>
                <a:lnTo>
                  <a:pt x="12171021" y="438918"/>
                </a:lnTo>
                <a:lnTo>
                  <a:pt x="11909014" y="438918"/>
                </a:lnTo>
                <a:lnTo>
                  <a:pt x="11909014" y="125405"/>
                </a:lnTo>
                <a:lnTo>
                  <a:pt x="11631331" y="125405"/>
                </a:lnTo>
                <a:lnTo>
                  <a:pt x="11631331" y="438918"/>
                </a:lnTo>
                <a:lnTo>
                  <a:pt x="11474575" y="438918"/>
                </a:lnTo>
                <a:lnTo>
                  <a:pt x="11474575" y="667335"/>
                </a:lnTo>
                <a:lnTo>
                  <a:pt x="11631331" y="667335"/>
                </a:lnTo>
                <a:lnTo>
                  <a:pt x="11631331" y="1207025"/>
                </a:lnTo>
                <a:cubicBezTo>
                  <a:pt x="11631331" y="1464554"/>
                  <a:pt x="11776891" y="1587720"/>
                  <a:pt x="12014265" y="1587720"/>
                </a:cubicBezTo>
                <a:close/>
                <a:moveTo>
                  <a:pt x="9962995" y="344864"/>
                </a:moveTo>
                <a:cubicBezTo>
                  <a:pt x="10059288" y="344864"/>
                  <a:pt x="10137666" y="275444"/>
                  <a:pt x="10137666" y="172432"/>
                </a:cubicBezTo>
                <a:cubicBezTo>
                  <a:pt x="10137666" y="69421"/>
                  <a:pt x="10059288" y="0"/>
                  <a:pt x="9962995" y="0"/>
                </a:cubicBezTo>
                <a:cubicBezTo>
                  <a:pt x="9866701" y="0"/>
                  <a:pt x="9788323" y="69421"/>
                  <a:pt x="9788323" y="172432"/>
                </a:cubicBezTo>
                <a:cubicBezTo>
                  <a:pt x="9788323" y="275444"/>
                  <a:pt x="9866701" y="344864"/>
                  <a:pt x="9962995" y="344864"/>
                </a:cubicBezTo>
                <a:close/>
                <a:moveTo>
                  <a:pt x="10348167" y="1581001"/>
                </a:moveTo>
                <a:lnTo>
                  <a:pt x="10625851" y="1581001"/>
                </a:lnTo>
                <a:lnTo>
                  <a:pt x="10625851" y="958454"/>
                </a:lnTo>
                <a:cubicBezTo>
                  <a:pt x="10625851" y="770346"/>
                  <a:pt x="10737819" y="662856"/>
                  <a:pt x="10892336" y="662856"/>
                </a:cubicBezTo>
                <a:cubicBezTo>
                  <a:pt x="11019981" y="662856"/>
                  <a:pt x="11069247" y="750192"/>
                  <a:pt x="11069247" y="902470"/>
                </a:cubicBezTo>
                <a:lnTo>
                  <a:pt x="11069247" y="1294361"/>
                </a:lnTo>
                <a:cubicBezTo>
                  <a:pt x="11069247" y="1482469"/>
                  <a:pt x="11163301" y="1587720"/>
                  <a:pt x="11349169" y="1587720"/>
                </a:cubicBezTo>
                <a:cubicBezTo>
                  <a:pt x="11387239" y="1587720"/>
                  <a:pt x="11429788" y="1587720"/>
                  <a:pt x="11467856" y="1578762"/>
                </a:cubicBezTo>
                <a:lnTo>
                  <a:pt x="11467856" y="1359303"/>
                </a:lnTo>
                <a:lnTo>
                  <a:pt x="11456660" y="1359303"/>
                </a:lnTo>
                <a:cubicBezTo>
                  <a:pt x="11400675" y="1359303"/>
                  <a:pt x="11346930" y="1348106"/>
                  <a:pt x="11346930" y="1256292"/>
                </a:cubicBezTo>
                <a:lnTo>
                  <a:pt x="11346930" y="830810"/>
                </a:lnTo>
                <a:cubicBezTo>
                  <a:pt x="11346930" y="546408"/>
                  <a:pt x="11201371" y="412046"/>
                  <a:pt x="10972954" y="412046"/>
                </a:cubicBezTo>
                <a:cubicBezTo>
                  <a:pt x="10807240" y="412046"/>
                  <a:pt x="10677357" y="490424"/>
                  <a:pt x="10625851" y="566563"/>
                </a:cubicBezTo>
                <a:lnTo>
                  <a:pt x="10625851" y="438918"/>
                </a:lnTo>
                <a:lnTo>
                  <a:pt x="10348167" y="438918"/>
                </a:lnTo>
                <a:lnTo>
                  <a:pt x="10348167" y="1581001"/>
                </a:lnTo>
                <a:close/>
                <a:moveTo>
                  <a:pt x="9824152" y="438918"/>
                </a:moveTo>
                <a:lnTo>
                  <a:pt x="9824152" y="1294361"/>
                </a:lnTo>
                <a:cubicBezTo>
                  <a:pt x="9824152" y="1482469"/>
                  <a:pt x="9918207" y="1587720"/>
                  <a:pt x="10104075" y="1587720"/>
                </a:cubicBezTo>
                <a:cubicBezTo>
                  <a:pt x="10142144" y="1587720"/>
                  <a:pt x="10184693" y="1587720"/>
                  <a:pt x="10222763" y="1578762"/>
                </a:cubicBezTo>
                <a:lnTo>
                  <a:pt x="10222763" y="1359303"/>
                </a:lnTo>
                <a:lnTo>
                  <a:pt x="10211565" y="1359303"/>
                </a:lnTo>
                <a:cubicBezTo>
                  <a:pt x="10155580" y="1359303"/>
                  <a:pt x="10101836" y="1348106"/>
                  <a:pt x="10101836" y="1256292"/>
                </a:cubicBezTo>
                <a:lnTo>
                  <a:pt x="10101836" y="438918"/>
                </a:lnTo>
                <a:lnTo>
                  <a:pt x="9824152" y="438918"/>
                </a:lnTo>
                <a:close/>
                <a:moveTo>
                  <a:pt x="9103073" y="1357064"/>
                </a:moveTo>
                <a:cubicBezTo>
                  <a:pt x="8932881" y="1357064"/>
                  <a:pt x="8809715" y="1222701"/>
                  <a:pt x="8809715" y="1009960"/>
                </a:cubicBezTo>
                <a:cubicBezTo>
                  <a:pt x="8809715" y="797219"/>
                  <a:pt x="8932881" y="662856"/>
                  <a:pt x="9103073" y="662856"/>
                </a:cubicBezTo>
                <a:cubicBezTo>
                  <a:pt x="9273266" y="662856"/>
                  <a:pt x="9396432" y="797219"/>
                  <a:pt x="9396432" y="1009960"/>
                </a:cubicBezTo>
                <a:cubicBezTo>
                  <a:pt x="9396432" y="1222701"/>
                  <a:pt x="9273266" y="1357064"/>
                  <a:pt x="9103073" y="1357064"/>
                </a:cubicBezTo>
                <a:close/>
                <a:moveTo>
                  <a:pt x="9103073" y="1607874"/>
                </a:moveTo>
                <a:cubicBezTo>
                  <a:pt x="9438980" y="1607874"/>
                  <a:pt x="9678594" y="1363782"/>
                  <a:pt x="9678594" y="1009960"/>
                </a:cubicBezTo>
                <a:cubicBezTo>
                  <a:pt x="9678594" y="656138"/>
                  <a:pt x="9438980" y="412046"/>
                  <a:pt x="9103073" y="412046"/>
                </a:cubicBezTo>
                <a:cubicBezTo>
                  <a:pt x="8767166" y="412046"/>
                  <a:pt x="8527553" y="656138"/>
                  <a:pt x="8527553" y="1009960"/>
                </a:cubicBezTo>
                <a:cubicBezTo>
                  <a:pt x="8527553" y="1363782"/>
                  <a:pt x="8767166" y="1607874"/>
                  <a:pt x="9103073" y="1607874"/>
                </a:cubicBezTo>
                <a:close/>
                <a:moveTo>
                  <a:pt x="7705701" y="747953"/>
                </a:moveTo>
                <a:lnTo>
                  <a:pt x="7705701" y="264247"/>
                </a:lnTo>
                <a:lnTo>
                  <a:pt x="7945315" y="264247"/>
                </a:lnTo>
                <a:cubicBezTo>
                  <a:pt x="8131183" y="264247"/>
                  <a:pt x="8218519" y="356061"/>
                  <a:pt x="8218519" y="506100"/>
                </a:cubicBezTo>
                <a:cubicBezTo>
                  <a:pt x="8218519" y="640462"/>
                  <a:pt x="8144619" y="747953"/>
                  <a:pt x="7945315" y="747953"/>
                </a:cubicBezTo>
                <a:lnTo>
                  <a:pt x="7705701" y="747953"/>
                </a:lnTo>
                <a:close/>
                <a:moveTo>
                  <a:pt x="7423540" y="1581001"/>
                </a:moveTo>
                <a:lnTo>
                  <a:pt x="7705701" y="1581001"/>
                </a:lnTo>
                <a:lnTo>
                  <a:pt x="7705701" y="998763"/>
                </a:lnTo>
                <a:lnTo>
                  <a:pt x="7958751" y="998763"/>
                </a:lnTo>
                <a:cubicBezTo>
                  <a:pt x="8308094" y="998763"/>
                  <a:pt x="8505159" y="797219"/>
                  <a:pt x="8505159" y="506100"/>
                </a:cubicBezTo>
                <a:cubicBezTo>
                  <a:pt x="8505159" y="214980"/>
                  <a:pt x="8308094" y="13436"/>
                  <a:pt x="7958751" y="13436"/>
                </a:cubicBezTo>
                <a:lnTo>
                  <a:pt x="7423540" y="13436"/>
                </a:lnTo>
                <a:lnTo>
                  <a:pt x="7423540" y="1581001"/>
                </a:lnTo>
                <a:close/>
                <a:moveTo>
                  <a:pt x="6671108" y="1334670"/>
                </a:moveTo>
                <a:cubicBezTo>
                  <a:pt x="6518830" y="1334670"/>
                  <a:pt x="6388947" y="1215983"/>
                  <a:pt x="6388947" y="998763"/>
                </a:cubicBezTo>
                <a:cubicBezTo>
                  <a:pt x="6388947" y="781543"/>
                  <a:pt x="6518830" y="662856"/>
                  <a:pt x="6671108" y="662856"/>
                </a:cubicBezTo>
                <a:cubicBezTo>
                  <a:pt x="6823386" y="662856"/>
                  <a:pt x="6953270" y="781543"/>
                  <a:pt x="6953270" y="998763"/>
                </a:cubicBezTo>
                <a:cubicBezTo>
                  <a:pt x="6953270" y="1215983"/>
                  <a:pt x="6823386" y="1334670"/>
                  <a:pt x="6671108" y="1334670"/>
                </a:cubicBezTo>
                <a:close/>
                <a:moveTo>
                  <a:pt x="4554896" y="344864"/>
                </a:moveTo>
                <a:cubicBezTo>
                  <a:pt x="4648950" y="344864"/>
                  <a:pt x="4729567" y="270965"/>
                  <a:pt x="4729567" y="172432"/>
                </a:cubicBezTo>
                <a:cubicBezTo>
                  <a:pt x="4729567" y="73900"/>
                  <a:pt x="4648950" y="0"/>
                  <a:pt x="4554896" y="0"/>
                </a:cubicBezTo>
                <a:cubicBezTo>
                  <a:pt x="4460842" y="0"/>
                  <a:pt x="4380224" y="73900"/>
                  <a:pt x="4380224" y="172432"/>
                </a:cubicBezTo>
                <a:cubicBezTo>
                  <a:pt x="4380224" y="270965"/>
                  <a:pt x="4460842" y="344864"/>
                  <a:pt x="4554896" y="344864"/>
                </a:cubicBezTo>
                <a:close/>
                <a:moveTo>
                  <a:pt x="5941071" y="1587720"/>
                </a:moveTo>
                <a:cubicBezTo>
                  <a:pt x="5979140" y="1587720"/>
                  <a:pt x="6021689" y="1587720"/>
                  <a:pt x="6059758" y="1578762"/>
                </a:cubicBezTo>
                <a:lnTo>
                  <a:pt x="6059758" y="1359303"/>
                </a:lnTo>
                <a:lnTo>
                  <a:pt x="6048561" y="1359303"/>
                </a:lnTo>
                <a:cubicBezTo>
                  <a:pt x="5992577" y="1359303"/>
                  <a:pt x="5938832" y="1348106"/>
                  <a:pt x="5938832" y="1256292"/>
                </a:cubicBezTo>
                <a:lnTo>
                  <a:pt x="5938832" y="830810"/>
                </a:lnTo>
                <a:cubicBezTo>
                  <a:pt x="5938832" y="546408"/>
                  <a:pt x="5793272" y="412046"/>
                  <a:pt x="5564856" y="412046"/>
                </a:cubicBezTo>
                <a:cubicBezTo>
                  <a:pt x="5399142" y="412046"/>
                  <a:pt x="5269258" y="490424"/>
                  <a:pt x="5217752" y="566563"/>
                </a:cubicBezTo>
                <a:lnTo>
                  <a:pt x="5217752" y="438918"/>
                </a:lnTo>
                <a:lnTo>
                  <a:pt x="4940069" y="438918"/>
                </a:lnTo>
                <a:lnTo>
                  <a:pt x="4940069" y="1581001"/>
                </a:lnTo>
                <a:lnTo>
                  <a:pt x="5217752" y="1581001"/>
                </a:lnTo>
                <a:lnTo>
                  <a:pt x="5217752" y="958454"/>
                </a:lnTo>
                <a:cubicBezTo>
                  <a:pt x="5217752" y="770346"/>
                  <a:pt x="5329721" y="662856"/>
                  <a:pt x="5484238" y="662856"/>
                </a:cubicBezTo>
                <a:cubicBezTo>
                  <a:pt x="5611882" y="662856"/>
                  <a:pt x="5661149" y="750192"/>
                  <a:pt x="5661149" y="902470"/>
                </a:cubicBezTo>
                <a:lnTo>
                  <a:pt x="5661149" y="1294361"/>
                </a:lnTo>
                <a:cubicBezTo>
                  <a:pt x="5661149" y="1482469"/>
                  <a:pt x="5755203" y="1587720"/>
                  <a:pt x="5941071" y="1587720"/>
                </a:cubicBezTo>
                <a:close/>
                <a:moveTo>
                  <a:pt x="4416054" y="438918"/>
                </a:moveTo>
                <a:lnTo>
                  <a:pt x="4416054" y="1294361"/>
                </a:lnTo>
                <a:cubicBezTo>
                  <a:pt x="4416054" y="1482469"/>
                  <a:pt x="4510109" y="1587720"/>
                  <a:pt x="4695977" y="1587720"/>
                </a:cubicBezTo>
                <a:cubicBezTo>
                  <a:pt x="4734046" y="1587720"/>
                  <a:pt x="4776594" y="1587720"/>
                  <a:pt x="4814664" y="1578762"/>
                </a:cubicBezTo>
                <a:lnTo>
                  <a:pt x="4814664" y="1359303"/>
                </a:lnTo>
                <a:lnTo>
                  <a:pt x="4803467" y="1359303"/>
                </a:lnTo>
                <a:cubicBezTo>
                  <a:pt x="4747482" y="1359303"/>
                  <a:pt x="4693737" y="1348106"/>
                  <a:pt x="4693737" y="1256292"/>
                </a:cubicBezTo>
                <a:lnTo>
                  <a:pt x="4693737" y="438918"/>
                </a:lnTo>
                <a:lnTo>
                  <a:pt x="4416054" y="438918"/>
                </a:lnTo>
                <a:close/>
                <a:moveTo>
                  <a:pt x="3638990" y="1581001"/>
                </a:moveTo>
                <a:lnTo>
                  <a:pt x="3916673" y="1581001"/>
                </a:lnTo>
                <a:lnTo>
                  <a:pt x="3916673" y="1001002"/>
                </a:lnTo>
                <a:cubicBezTo>
                  <a:pt x="3916673" y="761389"/>
                  <a:pt x="4026403" y="687489"/>
                  <a:pt x="4212271" y="687489"/>
                </a:cubicBezTo>
                <a:cubicBezTo>
                  <a:pt x="4234665" y="687489"/>
                  <a:pt x="4259298" y="689729"/>
                  <a:pt x="4270495" y="691968"/>
                </a:cubicBezTo>
                <a:lnTo>
                  <a:pt x="4270495" y="427721"/>
                </a:lnTo>
                <a:cubicBezTo>
                  <a:pt x="4254819" y="425482"/>
                  <a:pt x="4241383" y="425482"/>
                  <a:pt x="4227947" y="425482"/>
                </a:cubicBezTo>
                <a:cubicBezTo>
                  <a:pt x="4057754" y="425482"/>
                  <a:pt x="3968179" y="492663"/>
                  <a:pt x="3914433" y="566563"/>
                </a:cubicBezTo>
                <a:lnTo>
                  <a:pt x="3914433" y="438918"/>
                </a:lnTo>
                <a:lnTo>
                  <a:pt x="3638990" y="438918"/>
                </a:lnTo>
                <a:lnTo>
                  <a:pt x="3638990" y="1581001"/>
                </a:lnTo>
                <a:close/>
                <a:moveTo>
                  <a:pt x="2891038" y="1374979"/>
                </a:moveTo>
                <a:cubicBezTo>
                  <a:pt x="2810420" y="1374979"/>
                  <a:pt x="2727563" y="1334670"/>
                  <a:pt x="2727563" y="1240616"/>
                </a:cubicBezTo>
                <a:cubicBezTo>
                  <a:pt x="2727563" y="1110732"/>
                  <a:pt x="2852968" y="1059226"/>
                  <a:pt x="3153045" y="1059226"/>
                </a:cubicBezTo>
                <a:cubicBezTo>
                  <a:pt x="3153045" y="1269728"/>
                  <a:pt x="3058991" y="1374979"/>
                  <a:pt x="2891038" y="1374979"/>
                </a:cubicBezTo>
                <a:close/>
                <a:moveTo>
                  <a:pt x="2864165" y="1607874"/>
                </a:moveTo>
                <a:cubicBezTo>
                  <a:pt x="3043315" y="1607874"/>
                  <a:pt x="3146327" y="1538453"/>
                  <a:pt x="3202311" y="1471272"/>
                </a:cubicBezTo>
                <a:cubicBezTo>
                  <a:pt x="3222466" y="1525017"/>
                  <a:pt x="3282929" y="1587720"/>
                  <a:pt x="3410573" y="1587720"/>
                </a:cubicBezTo>
                <a:cubicBezTo>
                  <a:pt x="3437446" y="1587720"/>
                  <a:pt x="3477755" y="1585480"/>
                  <a:pt x="3515824" y="1574283"/>
                </a:cubicBezTo>
                <a:lnTo>
                  <a:pt x="3515824" y="1352585"/>
                </a:lnTo>
                <a:cubicBezTo>
                  <a:pt x="3482233" y="1352585"/>
                  <a:pt x="3417291" y="1359303"/>
                  <a:pt x="3417291" y="1240616"/>
                </a:cubicBezTo>
                <a:lnTo>
                  <a:pt x="3417291" y="904709"/>
                </a:lnTo>
                <a:cubicBezTo>
                  <a:pt x="3417291" y="535212"/>
                  <a:pt x="3204551" y="412046"/>
                  <a:pt x="2906713" y="412046"/>
                </a:cubicBezTo>
                <a:cubicBezTo>
                  <a:pt x="2669339" y="412046"/>
                  <a:pt x="2510343" y="528493"/>
                  <a:pt x="2456598" y="571042"/>
                </a:cubicBezTo>
                <a:lnTo>
                  <a:pt x="2588722" y="786022"/>
                </a:lnTo>
                <a:cubicBezTo>
                  <a:pt x="2642467" y="743474"/>
                  <a:pt x="2756675" y="662856"/>
                  <a:pt x="2906713" y="662856"/>
                </a:cubicBezTo>
                <a:cubicBezTo>
                  <a:pt x="3052273" y="662856"/>
                  <a:pt x="3137369" y="718841"/>
                  <a:pt x="3148566" y="839767"/>
                </a:cubicBezTo>
                <a:cubicBezTo>
                  <a:pt x="2976134" y="839767"/>
                  <a:pt x="2445401" y="833049"/>
                  <a:pt x="2445401" y="1242855"/>
                </a:cubicBezTo>
                <a:cubicBezTo>
                  <a:pt x="2445401" y="1480229"/>
                  <a:pt x="2637988" y="1607874"/>
                  <a:pt x="2864165" y="1607874"/>
                </a:cubicBezTo>
                <a:close/>
                <a:moveTo>
                  <a:pt x="1549650" y="857682"/>
                </a:moveTo>
                <a:cubicBezTo>
                  <a:pt x="1585480" y="721080"/>
                  <a:pt x="1692970" y="653899"/>
                  <a:pt x="1818375" y="653899"/>
                </a:cubicBezTo>
                <a:cubicBezTo>
                  <a:pt x="1925865" y="653899"/>
                  <a:pt x="2040074" y="705404"/>
                  <a:pt x="2051271" y="857682"/>
                </a:cubicBezTo>
                <a:lnTo>
                  <a:pt x="1549650" y="857682"/>
                </a:lnTo>
                <a:close/>
                <a:moveTo>
                  <a:pt x="1845248" y="1607874"/>
                </a:moveTo>
                <a:cubicBezTo>
                  <a:pt x="2087101" y="1607874"/>
                  <a:pt x="2266251" y="1477990"/>
                  <a:pt x="2346869" y="1370500"/>
                </a:cubicBezTo>
                <a:lnTo>
                  <a:pt x="2149803" y="1198068"/>
                </a:lnTo>
                <a:cubicBezTo>
                  <a:pt x="2098298" y="1263010"/>
                  <a:pt x="2004244" y="1357064"/>
                  <a:pt x="1845248" y="1357064"/>
                </a:cubicBezTo>
                <a:cubicBezTo>
                  <a:pt x="1670576" y="1357064"/>
                  <a:pt x="1549650" y="1236137"/>
                  <a:pt x="1540692" y="1081620"/>
                </a:cubicBezTo>
                <a:lnTo>
                  <a:pt x="2324475" y="1081620"/>
                </a:lnTo>
                <a:cubicBezTo>
                  <a:pt x="2331193" y="1034593"/>
                  <a:pt x="2333433" y="1001002"/>
                  <a:pt x="2333433" y="936060"/>
                </a:cubicBezTo>
                <a:cubicBezTo>
                  <a:pt x="2333433" y="660617"/>
                  <a:pt x="2174437" y="412046"/>
                  <a:pt x="1818375" y="412046"/>
                </a:cubicBezTo>
                <a:cubicBezTo>
                  <a:pt x="1493665" y="412046"/>
                  <a:pt x="1260770" y="665096"/>
                  <a:pt x="1260770" y="1014439"/>
                </a:cubicBezTo>
                <a:cubicBezTo>
                  <a:pt x="1260770" y="1357064"/>
                  <a:pt x="1500384" y="1607874"/>
                  <a:pt x="1845248" y="1607874"/>
                </a:cubicBezTo>
                <a:close/>
                <a:moveTo>
                  <a:pt x="282162" y="644941"/>
                </a:moveTo>
                <a:lnTo>
                  <a:pt x="282162" y="264247"/>
                </a:lnTo>
                <a:lnTo>
                  <a:pt x="618068" y="264247"/>
                </a:lnTo>
                <a:cubicBezTo>
                  <a:pt x="759149" y="264247"/>
                  <a:pt x="828570" y="338146"/>
                  <a:pt x="828570" y="454594"/>
                </a:cubicBezTo>
                <a:cubicBezTo>
                  <a:pt x="828570" y="571042"/>
                  <a:pt x="756910" y="644941"/>
                  <a:pt x="620308" y="644941"/>
                </a:cubicBezTo>
                <a:lnTo>
                  <a:pt x="282162" y="644941"/>
                </a:lnTo>
                <a:close/>
                <a:moveTo>
                  <a:pt x="282162" y="1330191"/>
                </a:moveTo>
                <a:lnTo>
                  <a:pt x="282162" y="895752"/>
                </a:lnTo>
                <a:lnTo>
                  <a:pt x="633744" y="895752"/>
                </a:lnTo>
                <a:cubicBezTo>
                  <a:pt x="792740" y="895752"/>
                  <a:pt x="880076" y="976369"/>
                  <a:pt x="880076" y="1112971"/>
                </a:cubicBezTo>
                <a:cubicBezTo>
                  <a:pt x="880076" y="1249573"/>
                  <a:pt x="797219" y="1330191"/>
                  <a:pt x="633744" y="1330191"/>
                </a:cubicBezTo>
                <a:lnTo>
                  <a:pt x="282162" y="1330191"/>
                </a:lnTo>
                <a:close/>
                <a:moveTo>
                  <a:pt x="0" y="1581001"/>
                </a:moveTo>
                <a:lnTo>
                  <a:pt x="627026" y="1581001"/>
                </a:lnTo>
                <a:cubicBezTo>
                  <a:pt x="985327" y="1581001"/>
                  <a:pt x="1166716" y="1395133"/>
                  <a:pt x="1166716" y="1119689"/>
                </a:cubicBezTo>
                <a:cubicBezTo>
                  <a:pt x="1166716" y="962933"/>
                  <a:pt x="1099535" y="821852"/>
                  <a:pt x="967412" y="747953"/>
                </a:cubicBezTo>
                <a:cubicBezTo>
                  <a:pt x="1065944" y="674053"/>
                  <a:pt x="1110732" y="562084"/>
                  <a:pt x="1110732" y="438918"/>
                </a:cubicBezTo>
                <a:cubicBezTo>
                  <a:pt x="1110732" y="192587"/>
                  <a:pt x="945018" y="13436"/>
                  <a:pt x="611350" y="13436"/>
                </a:cubicBezTo>
                <a:lnTo>
                  <a:pt x="0" y="13436"/>
                </a:lnTo>
                <a:lnTo>
                  <a:pt x="0" y="1581001"/>
                </a:lnTo>
                <a:close/>
                <a:moveTo>
                  <a:pt x="6664390" y="2033356"/>
                </a:moveTo>
                <a:cubicBezTo>
                  <a:pt x="6879371" y="2033356"/>
                  <a:pt x="7221996" y="1919148"/>
                  <a:pt x="7221996" y="1520538"/>
                </a:cubicBezTo>
                <a:lnTo>
                  <a:pt x="7221996" y="438918"/>
                </a:lnTo>
                <a:lnTo>
                  <a:pt x="6944313" y="438918"/>
                </a:lnTo>
                <a:lnTo>
                  <a:pt x="6944313" y="546408"/>
                </a:lnTo>
                <a:cubicBezTo>
                  <a:pt x="6886089" y="472509"/>
                  <a:pt x="6798753" y="412046"/>
                  <a:pt x="6635278" y="412046"/>
                </a:cubicBezTo>
                <a:cubicBezTo>
                  <a:pt x="6350877" y="412046"/>
                  <a:pt x="6106785" y="640462"/>
                  <a:pt x="6106785" y="998763"/>
                </a:cubicBezTo>
                <a:cubicBezTo>
                  <a:pt x="6106785" y="1357064"/>
                  <a:pt x="6350877" y="1585480"/>
                  <a:pt x="6635278" y="1585480"/>
                </a:cubicBezTo>
                <a:cubicBezTo>
                  <a:pt x="6798753" y="1585480"/>
                  <a:pt x="6886089" y="1527256"/>
                  <a:pt x="6944313" y="1451118"/>
                </a:cubicBezTo>
                <a:lnTo>
                  <a:pt x="6944313" y="1525017"/>
                </a:lnTo>
                <a:cubicBezTo>
                  <a:pt x="6944313" y="1692970"/>
                  <a:pt x="6823386" y="1782546"/>
                  <a:pt x="6664390" y="1782546"/>
                </a:cubicBezTo>
                <a:cubicBezTo>
                  <a:pt x="6489719" y="1782546"/>
                  <a:pt x="6377750" y="1684013"/>
                  <a:pt x="6330723" y="1630268"/>
                </a:cubicBezTo>
                <a:lnTo>
                  <a:pt x="6124700" y="1802700"/>
                </a:lnTo>
                <a:cubicBezTo>
                  <a:pt x="6171727" y="1856445"/>
                  <a:pt x="6330723" y="2033356"/>
                  <a:pt x="6664390" y="2033356"/>
                </a:cubicBezTo>
                <a:close/>
              </a:path>
            </a:pathLst>
          </a:custGeom>
          <a:solidFill>
            <a:srgbClr val="000000"/>
          </a:solidFill>
          <a:ln w="8133">
            <a:noFill/>
            <a:prstDash val="solid"/>
          </a:ln>
        </p:spPr>
        <p:txBody>
          <a:bodyPr anchor="ctr"/>
          <a:lstStyle/>
          <a:p>
            <a:endParaRPr/>
          </a:p>
        </p:txBody>
      </p:sp>
      <p:sp>
        <p:nvSpPr>
          <p:cNvPr id="2" name="BearingPoint Logo">
            <a:extLst>
              <a:ext uri="{FF2B5EF4-FFF2-40B4-BE49-F238E27FC236}">
                <a16:creationId xmlns:a16="http://schemas.microsoft.com/office/drawing/2014/main" id="{75BE72B5-EDDE-9042-BF91-5586F3D9BD64}"/>
              </a:ext>
            </a:extLst>
          </p:cNvPr>
          <p:cNvSpPr>
            <a:spLocks noGrp="1"/>
          </p:cNvSpPr>
          <p:nvPr/>
        </p:nvSpPr>
        <p:spPr>
          <a:xfrm>
            <a:off x="384175" y="358775"/>
            <a:ext cx="1747838" cy="291574"/>
          </a:xfrm>
          <a:custGeom>
            <a:avLst/>
            <a:gdLst>
              <a:gd name="connsiteX0" fmla="*/ 12014265 w 12188936"/>
              <a:gd name="connsiteY0" fmla="*/ 1587720 h 2033355"/>
              <a:gd name="connsiteX1" fmla="*/ 12188936 w 12188936"/>
              <a:gd name="connsiteY1" fmla="*/ 1572044 h 2033355"/>
              <a:gd name="connsiteX2" fmla="*/ 12188936 w 12188936"/>
              <a:gd name="connsiteY2" fmla="*/ 1330191 h 2033355"/>
              <a:gd name="connsiteX3" fmla="*/ 12070250 w 12188936"/>
              <a:gd name="connsiteY3" fmla="*/ 1341388 h 2033355"/>
              <a:gd name="connsiteX4" fmla="*/ 11909014 w 12188936"/>
              <a:gd name="connsiteY4" fmla="*/ 1177913 h 2033355"/>
              <a:gd name="connsiteX5" fmla="*/ 11909014 w 12188936"/>
              <a:gd name="connsiteY5" fmla="*/ 667335 h 2033355"/>
              <a:gd name="connsiteX6" fmla="*/ 12171021 w 12188936"/>
              <a:gd name="connsiteY6" fmla="*/ 667335 h 2033355"/>
              <a:gd name="connsiteX7" fmla="*/ 12171021 w 12188936"/>
              <a:gd name="connsiteY7" fmla="*/ 438918 h 2033355"/>
              <a:gd name="connsiteX8" fmla="*/ 11909014 w 12188936"/>
              <a:gd name="connsiteY8" fmla="*/ 438918 h 2033355"/>
              <a:gd name="connsiteX9" fmla="*/ 11909014 w 12188936"/>
              <a:gd name="connsiteY9" fmla="*/ 125405 h 2033355"/>
              <a:gd name="connsiteX10" fmla="*/ 11631331 w 12188936"/>
              <a:gd name="connsiteY10" fmla="*/ 125405 h 2033355"/>
              <a:gd name="connsiteX11" fmla="*/ 11631331 w 12188936"/>
              <a:gd name="connsiteY11" fmla="*/ 438918 h 2033355"/>
              <a:gd name="connsiteX12" fmla="*/ 11474575 w 12188936"/>
              <a:gd name="connsiteY12" fmla="*/ 438918 h 2033355"/>
              <a:gd name="connsiteX13" fmla="*/ 11474575 w 12188936"/>
              <a:gd name="connsiteY13" fmla="*/ 667335 h 2033355"/>
              <a:gd name="connsiteX14" fmla="*/ 11631331 w 12188936"/>
              <a:gd name="connsiteY14" fmla="*/ 667335 h 2033355"/>
              <a:gd name="connsiteX15" fmla="*/ 11631331 w 12188936"/>
              <a:gd name="connsiteY15" fmla="*/ 1207025 h 2033355"/>
              <a:gd name="connsiteX16" fmla="*/ 12014265 w 12188936"/>
              <a:gd name="connsiteY16" fmla="*/ 1587720 h 2033355"/>
              <a:gd name="connsiteX17" fmla="*/ 9962995 w 12188936"/>
              <a:gd name="connsiteY17" fmla="*/ 344864 h 2033355"/>
              <a:gd name="connsiteX18" fmla="*/ 10137666 w 12188936"/>
              <a:gd name="connsiteY18" fmla="*/ 172432 h 2033355"/>
              <a:gd name="connsiteX19" fmla="*/ 9962995 w 12188936"/>
              <a:gd name="connsiteY19" fmla="*/ 0 h 2033355"/>
              <a:gd name="connsiteX20" fmla="*/ 9788323 w 12188936"/>
              <a:gd name="connsiteY20" fmla="*/ 172432 h 2033355"/>
              <a:gd name="connsiteX21" fmla="*/ 9962995 w 12188936"/>
              <a:gd name="connsiteY21" fmla="*/ 344864 h 2033355"/>
              <a:gd name="connsiteX22" fmla="*/ 10348167 w 12188936"/>
              <a:gd name="connsiteY22" fmla="*/ 1581001 h 2033355"/>
              <a:gd name="connsiteX23" fmla="*/ 10625851 w 12188936"/>
              <a:gd name="connsiteY23" fmla="*/ 1581001 h 2033355"/>
              <a:gd name="connsiteX24" fmla="*/ 10625851 w 12188936"/>
              <a:gd name="connsiteY24" fmla="*/ 958454 h 2033355"/>
              <a:gd name="connsiteX25" fmla="*/ 10892336 w 12188936"/>
              <a:gd name="connsiteY25" fmla="*/ 662856 h 2033355"/>
              <a:gd name="connsiteX26" fmla="*/ 11069247 w 12188936"/>
              <a:gd name="connsiteY26" fmla="*/ 902470 h 2033355"/>
              <a:gd name="connsiteX27" fmla="*/ 11069247 w 12188936"/>
              <a:gd name="connsiteY27" fmla="*/ 1294361 h 2033355"/>
              <a:gd name="connsiteX28" fmla="*/ 11349169 w 12188936"/>
              <a:gd name="connsiteY28" fmla="*/ 1587720 h 2033355"/>
              <a:gd name="connsiteX29" fmla="*/ 11467856 w 12188936"/>
              <a:gd name="connsiteY29" fmla="*/ 1578762 h 2033355"/>
              <a:gd name="connsiteX30" fmla="*/ 11467856 w 12188936"/>
              <a:gd name="connsiteY30" fmla="*/ 1359303 h 2033355"/>
              <a:gd name="connsiteX31" fmla="*/ 11456660 w 12188936"/>
              <a:gd name="connsiteY31" fmla="*/ 1359303 h 2033355"/>
              <a:gd name="connsiteX32" fmla="*/ 11346930 w 12188936"/>
              <a:gd name="connsiteY32" fmla="*/ 1256292 h 2033355"/>
              <a:gd name="connsiteX33" fmla="*/ 11346930 w 12188936"/>
              <a:gd name="connsiteY33" fmla="*/ 830810 h 2033355"/>
              <a:gd name="connsiteX34" fmla="*/ 10972954 w 12188936"/>
              <a:gd name="connsiteY34" fmla="*/ 412046 h 2033355"/>
              <a:gd name="connsiteX35" fmla="*/ 10625851 w 12188936"/>
              <a:gd name="connsiteY35" fmla="*/ 566563 h 2033355"/>
              <a:gd name="connsiteX36" fmla="*/ 10625851 w 12188936"/>
              <a:gd name="connsiteY36" fmla="*/ 438918 h 2033355"/>
              <a:gd name="connsiteX37" fmla="*/ 10348167 w 12188936"/>
              <a:gd name="connsiteY37" fmla="*/ 438918 h 2033355"/>
              <a:gd name="connsiteX38" fmla="*/ 10348167 w 12188936"/>
              <a:gd name="connsiteY38" fmla="*/ 1581001 h 2033355"/>
              <a:gd name="connsiteX39" fmla="*/ 9824152 w 12188936"/>
              <a:gd name="connsiteY39" fmla="*/ 438918 h 2033355"/>
              <a:gd name="connsiteX40" fmla="*/ 9824152 w 12188936"/>
              <a:gd name="connsiteY40" fmla="*/ 1294361 h 2033355"/>
              <a:gd name="connsiteX41" fmla="*/ 10104075 w 12188936"/>
              <a:gd name="connsiteY41" fmla="*/ 1587720 h 2033355"/>
              <a:gd name="connsiteX42" fmla="*/ 10222763 w 12188936"/>
              <a:gd name="connsiteY42" fmla="*/ 1578762 h 2033355"/>
              <a:gd name="connsiteX43" fmla="*/ 10222763 w 12188936"/>
              <a:gd name="connsiteY43" fmla="*/ 1359303 h 2033355"/>
              <a:gd name="connsiteX44" fmla="*/ 10211565 w 12188936"/>
              <a:gd name="connsiteY44" fmla="*/ 1359303 h 2033355"/>
              <a:gd name="connsiteX45" fmla="*/ 10101836 w 12188936"/>
              <a:gd name="connsiteY45" fmla="*/ 1256292 h 2033355"/>
              <a:gd name="connsiteX46" fmla="*/ 10101836 w 12188936"/>
              <a:gd name="connsiteY46" fmla="*/ 438918 h 2033355"/>
              <a:gd name="connsiteX47" fmla="*/ 9824152 w 12188936"/>
              <a:gd name="connsiteY47" fmla="*/ 438918 h 2033355"/>
              <a:gd name="connsiteX48" fmla="*/ 9103073 w 12188936"/>
              <a:gd name="connsiteY48" fmla="*/ 1357064 h 2033355"/>
              <a:gd name="connsiteX49" fmla="*/ 8809715 w 12188936"/>
              <a:gd name="connsiteY49" fmla="*/ 1009960 h 2033355"/>
              <a:gd name="connsiteX50" fmla="*/ 9103073 w 12188936"/>
              <a:gd name="connsiteY50" fmla="*/ 662856 h 2033355"/>
              <a:gd name="connsiteX51" fmla="*/ 9396432 w 12188936"/>
              <a:gd name="connsiteY51" fmla="*/ 1009960 h 2033355"/>
              <a:gd name="connsiteX52" fmla="*/ 9103073 w 12188936"/>
              <a:gd name="connsiteY52" fmla="*/ 1357064 h 2033355"/>
              <a:gd name="connsiteX53" fmla="*/ 9103073 w 12188936"/>
              <a:gd name="connsiteY53" fmla="*/ 1607874 h 2033355"/>
              <a:gd name="connsiteX54" fmla="*/ 9678594 w 12188936"/>
              <a:gd name="connsiteY54" fmla="*/ 1009960 h 2033355"/>
              <a:gd name="connsiteX55" fmla="*/ 9103073 w 12188936"/>
              <a:gd name="connsiteY55" fmla="*/ 412046 h 2033355"/>
              <a:gd name="connsiteX56" fmla="*/ 8527553 w 12188936"/>
              <a:gd name="connsiteY56" fmla="*/ 1009960 h 2033355"/>
              <a:gd name="connsiteX57" fmla="*/ 9103073 w 12188936"/>
              <a:gd name="connsiteY57" fmla="*/ 1607874 h 2033355"/>
              <a:gd name="connsiteX58" fmla="*/ 7705701 w 12188936"/>
              <a:gd name="connsiteY58" fmla="*/ 747953 h 2033355"/>
              <a:gd name="connsiteX59" fmla="*/ 7705701 w 12188936"/>
              <a:gd name="connsiteY59" fmla="*/ 264247 h 2033355"/>
              <a:gd name="connsiteX60" fmla="*/ 7945315 w 12188936"/>
              <a:gd name="connsiteY60" fmla="*/ 264247 h 2033355"/>
              <a:gd name="connsiteX61" fmla="*/ 8218519 w 12188936"/>
              <a:gd name="connsiteY61" fmla="*/ 506100 h 2033355"/>
              <a:gd name="connsiteX62" fmla="*/ 7945315 w 12188936"/>
              <a:gd name="connsiteY62" fmla="*/ 747953 h 2033355"/>
              <a:gd name="connsiteX63" fmla="*/ 7705701 w 12188936"/>
              <a:gd name="connsiteY63" fmla="*/ 747953 h 2033355"/>
              <a:gd name="connsiteX64" fmla="*/ 7423540 w 12188936"/>
              <a:gd name="connsiteY64" fmla="*/ 1581001 h 2033355"/>
              <a:gd name="connsiteX65" fmla="*/ 7705701 w 12188936"/>
              <a:gd name="connsiteY65" fmla="*/ 1581001 h 2033355"/>
              <a:gd name="connsiteX66" fmla="*/ 7705701 w 12188936"/>
              <a:gd name="connsiteY66" fmla="*/ 998763 h 2033355"/>
              <a:gd name="connsiteX67" fmla="*/ 7958751 w 12188936"/>
              <a:gd name="connsiteY67" fmla="*/ 998763 h 2033355"/>
              <a:gd name="connsiteX68" fmla="*/ 8505159 w 12188936"/>
              <a:gd name="connsiteY68" fmla="*/ 506100 h 2033355"/>
              <a:gd name="connsiteX69" fmla="*/ 7958751 w 12188936"/>
              <a:gd name="connsiteY69" fmla="*/ 13436 h 2033355"/>
              <a:gd name="connsiteX70" fmla="*/ 7423540 w 12188936"/>
              <a:gd name="connsiteY70" fmla="*/ 13436 h 2033355"/>
              <a:gd name="connsiteX71" fmla="*/ 7423540 w 12188936"/>
              <a:gd name="connsiteY71" fmla="*/ 1581001 h 2033355"/>
              <a:gd name="connsiteX72" fmla="*/ 6671108 w 12188936"/>
              <a:gd name="connsiteY72" fmla="*/ 1334670 h 2033355"/>
              <a:gd name="connsiteX73" fmla="*/ 6388947 w 12188936"/>
              <a:gd name="connsiteY73" fmla="*/ 998763 h 2033355"/>
              <a:gd name="connsiteX74" fmla="*/ 6671108 w 12188936"/>
              <a:gd name="connsiteY74" fmla="*/ 662856 h 2033355"/>
              <a:gd name="connsiteX75" fmla="*/ 6953270 w 12188936"/>
              <a:gd name="connsiteY75" fmla="*/ 998763 h 2033355"/>
              <a:gd name="connsiteX76" fmla="*/ 6671108 w 12188936"/>
              <a:gd name="connsiteY76" fmla="*/ 1334670 h 2033355"/>
              <a:gd name="connsiteX77" fmla="*/ 4554896 w 12188936"/>
              <a:gd name="connsiteY77" fmla="*/ 344864 h 2033355"/>
              <a:gd name="connsiteX78" fmla="*/ 4729567 w 12188936"/>
              <a:gd name="connsiteY78" fmla="*/ 172432 h 2033355"/>
              <a:gd name="connsiteX79" fmla="*/ 4554896 w 12188936"/>
              <a:gd name="connsiteY79" fmla="*/ 0 h 2033355"/>
              <a:gd name="connsiteX80" fmla="*/ 4380224 w 12188936"/>
              <a:gd name="connsiteY80" fmla="*/ 172432 h 2033355"/>
              <a:gd name="connsiteX81" fmla="*/ 4554896 w 12188936"/>
              <a:gd name="connsiteY81" fmla="*/ 344864 h 2033355"/>
              <a:gd name="connsiteX82" fmla="*/ 5941071 w 12188936"/>
              <a:gd name="connsiteY82" fmla="*/ 1587720 h 2033355"/>
              <a:gd name="connsiteX83" fmla="*/ 6059758 w 12188936"/>
              <a:gd name="connsiteY83" fmla="*/ 1578762 h 2033355"/>
              <a:gd name="connsiteX84" fmla="*/ 6059758 w 12188936"/>
              <a:gd name="connsiteY84" fmla="*/ 1359303 h 2033355"/>
              <a:gd name="connsiteX85" fmla="*/ 6048561 w 12188936"/>
              <a:gd name="connsiteY85" fmla="*/ 1359303 h 2033355"/>
              <a:gd name="connsiteX86" fmla="*/ 5938832 w 12188936"/>
              <a:gd name="connsiteY86" fmla="*/ 1256292 h 2033355"/>
              <a:gd name="connsiteX87" fmla="*/ 5938832 w 12188936"/>
              <a:gd name="connsiteY87" fmla="*/ 830810 h 2033355"/>
              <a:gd name="connsiteX88" fmla="*/ 5564856 w 12188936"/>
              <a:gd name="connsiteY88" fmla="*/ 412046 h 2033355"/>
              <a:gd name="connsiteX89" fmla="*/ 5217752 w 12188936"/>
              <a:gd name="connsiteY89" fmla="*/ 566563 h 2033355"/>
              <a:gd name="connsiteX90" fmla="*/ 5217752 w 12188936"/>
              <a:gd name="connsiteY90" fmla="*/ 438918 h 2033355"/>
              <a:gd name="connsiteX91" fmla="*/ 4940069 w 12188936"/>
              <a:gd name="connsiteY91" fmla="*/ 438918 h 2033355"/>
              <a:gd name="connsiteX92" fmla="*/ 4940069 w 12188936"/>
              <a:gd name="connsiteY92" fmla="*/ 1581001 h 2033355"/>
              <a:gd name="connsiteX93" fmla="*/ 5217752 w 12188936"/>
              <a:gd name="connsiteY93" fmla="*/ 1581001 h 2033355"/>
              <a:gd name="connsiteX94" fmla="*/ 5217752 w 12188936"/>
              <a:gd name="connsiteY94" fmla="*/ 958454 h 2033355"/>
              <a:gd name="connsiteX95" fmla="*/ 5484238 w 12188936"/>
              <a:gd name="connsiteY95" fmla="*/ 662856 h 2033355"/>
              <a:gd name="connsiteX96" fmla="*/ 5661149 w 12188936"/>
              <a:gd name="connsiteY96" fmla="*/ 902470 h 2033355"/>
              <a:gd name="connsiteX97" fmla="*/ 5661149 w 12188936"/>
              <a:gd name="connsiteY97" fmla="*/ 1294361 h 2033355"/>
              <a:gd name="connsiteX98" fmla="*/ 5941071 w 12188936"/>
              <a:gd name="connsiteY98" fmla="*/ 1587720 h 2033355"/>
              <a:gd name="connsiteX99" fmla="*/ 4416054 w 12188936"/>
              <a:gd name="connsiteY99" fmla="*/ 438918 h 2033355"/>
              <a:gd name="connsiteX100" fmla="*/ 4416054 w 12188936"/>
              <a:gd name="connsiteY100" fmla="*/ 1294361 h 2033355"/>
              <a:gd name="connsiteX101" fmla="*/ 4695977 w 12188936"/>
              <a:gd name="connsiteY101" fmla="*/ 1587720 h 2033355"/>
              <a:gd name="connsiteX102" fmla="*/ 4814664 w 12188936"/>
              <a:gd name="connsiteY102" fmla="*/ 1578762 h 2033355"/>
              <a:gd name="connsiteX103" fmla="*/ 4814664 w 12188936"/>
              <a:gd name="connsiteY103" fmla="*/ 1359303 h 2033355"/>
              <a:gd name="connsiteX104" fmla="*/ 4803467 w 12188936"/>
              <a:gd name="connsiteY104" fmla="*/ 1359303 h 2033355"/>
              <a:gd name="connsiteX105" fmla="*/ 4693737 w 12188936"/>
              <a:gd name="connsiteY105" fmla="*/ 1256292 h 2033355"/>
              <a:gd name="connsiteX106" fmla="*/ 4693737 w 12188936"/>
              <a:gd name="connsiteY106" fmla="*/ 438918 h 2033355"/>
              <a:gd name="connsiteX107" fmla="*/ 4416054 w 12188936"/>
              <a:gd name="connsiteY107" fmla="*/ 438918 h 2033355"/>
              <a:gd name="connsiteX108" fmla="*/ 3638990 w 12188936"/>
              <a:gd name="connsiteY108" fmla="*/ 1581001 h 2033355"/>
              <a:gd name="connsiteX109" fmla="*/ 3916673 w 12188936"/>
              <a:gd name="connsiteY109" fmla="*/ 1581001 h 2033355"/>
              <a:gd name="connsiteX110" fmla="*/ 3916673 w 12188936"/>
              <a:gd name="connsiteY110" fmla="*/ 1001002 h 2033355"/>
              <a:gd name="connsiteX111" fmla="*/ 4212271 w 12188936"/>
              <a:gd name="connsiteY111" fmla="*/ 687489 h 2033355"/>
              <a:gd name="connsiteX112" fmla="*/ 4270495 w 12188936"/>
              <a:gd name="connsiteY112" fmla="*/ 691968 h 2033355"/>
              <a:gd name="connsiteX113" fmla="*/ 4270495 w 12188936"/>
              <a:gd name="connsiteY113" fmla="*/ 427721 h 2033355"/>
              <a:gd name="connsiteX114" fmla="*/ 4227947 w 12188936"/>
              <a:gd name="connsiteY114" fmla="*/ 425482 h 2033355"/>
              <a:gd name="connsiteX115" fmla="*/ 3914433 w 12188936"/>
              <a:gd name="connsiteY115" fmla="*/ 566563 h 2033355"/>
              <a:gd name="connsiteX116" fmla="*/ 3914433 w 12188936"/>
              <a:gd name="connsiteY116" fmla="*/ 438918 h 2033355"/>
              <a:gd name="connsiteX117" fmla="*/ 3638990 w 12188936"/>
              <a:gd name="connsiteY117" fmla="*/ 438918 h 2033355"/>
              <a:gd name="connsiteX118" fmla="*/ 3638990 w 12188936"/>
              <a:gd name="connsiteY118" fmla="*/ 1581001 h 2033355"/>
              <a:gd name="connsiteX119" fmla="*/ 2891038 w 12188936"/>
              <a:gd name="connsiteY119" fmla="*/ 1374979 h 2033355"/>
              <a:gd name="connsiteX120" fmla="*/ 2727563 w 12188936"/>
              <a:gd name="connsiteY120" fmla="*/ 1240616 h 2033355"/>
              <a:gd name="connsiteX121" fmla="*/ 3153045 w 12188936"/>
              <a:gd name="connsiteY121" fmla="*/ 1059226 h 2033355"/>
              <a:gd name="connsiteX122" fmla="*/ 2891038 w 12188936"/>
              <a:gd name="connsiteY122" fmla="*/ 1374979 h 2033355"/>
              <a:gd name="connsiteX123" fmla="*/ 2864165 w 12188936"/>
              <a:gd name="connsiteY123" fmla="*/ 1607874 h 2033355"/>
              <a:gd name="connsiteX124" fmla="*/ 3202311 w 12188936"/>
              <a:gd name="connsiteY124" fmla="*/ 1471272 h 2033355"/>
              <a:gd name="connsiteX125" fmla="*/ 3410573 w 12188936"/>
              <a:gd name="connsiteY125" fmla="*/ 1587720 h 2033355"/>
              <a:gd name="connsiteX126" fmla="*/ 3515824 w 12188936"/>
              <a:gd name="connsiteY126" fmla="*/ 1574283 h 2033355"/>
              <a:gd name="connsiteX127" fmla="*/ 3515824 w 12188936"/>
              <a:gd name="connsiteY127" fmla="*/ 1352585 h 2033355"/>
              <a:gd name="connsiteX128" fmla="*/ 3417291 w 12188936"/>
              <a:gd name="connsiteY128" fmla="*/ 1240616 h 2033355"/>
              <a:gd name="connsiteX129" fmla="*/ 3417291 w 12188936"/>
              <a:gd name="connsiteY129" fmla="*/ 904709 h 2033355"/>
              <a:gd name="connsiteX130" fmla="*/ 2906713 w 12188936"/>
              <a:gd name="connsiteY130" fmla="*/ 412046 h 2033355"/>
              <a:gd name="connsiteX131" fmla="*/ 2456598 w 12188936"/>
              <a:gd name="connsiteY131" fmla="*/ 571042 h 2033355"/>
              <a:gd name="connsiteX132" fmla="*/ 2588722 w 12188936"/>
              <a:gd name="connsiteY132" fmla="*/ 786022 h 2033355"/>
              <a:gd name="connsiteX133" fmla="*/ 2906713 w 12188936"/>
              <a:gd name="connsiteY133" fmla="*/ 662856 h 2033355"/>
              <a:gd name="connsiteX134" fmla="*/ 3148566 w 12188936"/>
              <a:gd name="connsiteY134" fmla="*/ 839767 h 2033355"/>
              <a:gd name="connsiteX135" fmla="*/ 2445401 w 12188936"/>
              <a:gd name="connsiteY135" fmla="*/ 1242855 h 2033355"/>
              <a:gd name="connsiteX136" fmla="*/ 2864165 w 12188936"/>
              <a:gd name="connsiteY136" fmla="*/ 1607874 h 2033355"/>
              <a:gd name="connsiteX137" fmla="*/ 1549650 w 12188936"/>
              <a:gd name="connsiteY137" fmla="*/ 857682 h 2033355"/>
              <a:gd name="connsiteX138" fmla="*/ 1818375 w 12188936"/>
              <a:gd name="connsiteY138" fmla="*/ 653899 h 2033355"/>
              <a:gd name="connsiteX139" fmla="*/ 2051271 w 12188936"/>
              <a:gd name="connsiteY139" fmla="*/ 857682 h 2033355"/>
              <a:gd name="connsiteX140" fmla="*/ 1549650 w 12188936"/>
              <a:gd name="connsiteY140" fmla="*/ 857682 h 2033355"/>
              <a:gd name="connsiteX141" fmla="*/ 1845248 w 12188936"/>
              <a:gd name="connsiteY141" fmla="*/ 1607874 h 2033355"/>
              <a:gd name="connsiteX142" fmla="*/ 2346869 w 12188936"/>
              <a:gd name="connsiteY142" fmla="*/ 1370500 h 2033355"/>
              <a:gd name="connsiteX143" fmla="*/ 2149803 w 12188936"/>
              <a:gd name="connsiteY143" fmla="*/ 1198068 h 2033355"/>
              <a:gd name="connsiteX144" fmla="*/ 1845248 w 12188936"/>
              <a:gd name="connsiteY144" fmla="*/ 1357064 h 2033355"/>
              <a:gd name="connsiteX145" fmla="*/ 1540692 w 12188936"/>
              <a:gd name="connsiteY145" fmla="*/ 1081620 h 2033355"/>
              <a:gd name="connsiteX146" fmla="*/ 2324475 w 12188936"/>
              <a:gd name="connsiteY146" fmla="*/ 1081620 h 2033355"/>
              <a:gd name="connsiteX147" fmla="*/ 2333433 w 12188936"/>
              <a:gd name="connsiteY147" fmla="*/ 936060 h 2033355"/>
              <a:gd name="connsiteX148" fmla="*/ 1818375 w 12188936"/>
              <a:gd name="connsiteY148" fmla="*/ 412046 h 2033355"/>
              <a:gd name="connsiteX149" fmla="*/ 1260770 w 12188936"/>
              <a:gd name="connsiteY149" fmla="*/ 1014439 h 2033355"/>
              <a:gd name="connsiteX150" fmla="*/ 1845248 w 12188936"/>
              <a:gd name="connsiteY150" fmla="*/ 1607874 h 2033355"/>
              <a:gd name="connsiteX151" fmla="*/ 282162 w 12188936"/>
              <a:gd name="connsiteY151" fmla="*/ 644941 h 2033355"/>
              <a:gd name="connsiteX152" fmla="*/ 282162 w 12188936"/>
              <a:gd name="connsiteY152" fmla="*/ 264247 h 2033355"/>
              <a:gd name="connsiteX153" fmla="*/ 618068 w 12188936"/>
              <a:gd name="connsiteY153" fmla="*/ 264247 h 2033355"/>
              <a:gd name="connsiteX154" fmla="*/ 828570 w 12188936"/>
              <a:gd name="connsiteY154" fmla="*/ 454594 h 2033355"/>
              <a:gd name="connsiteX155" fmla="*/ 620308 w 12188936"/>
              <a:gd name="connsiteY155" fmla="*/ 644941 h 2033355"/>
              <a:gd name="connsiteX156" fmla="*/ 282162 w 12188936"/>
              <a:gd name="connsiteY156" fmla="*/ 644941 h 2033355"/>
              <a:gd name="connsiteX157" fmla="*/ 282162 w 12188936"/>
              <a:gd name="connsiteY157" fmla="*/ 1330191 h 2033355"/>
              <a:gd name="connsiteX158" fmla="*/ 282162 w 12188936"/>
              <a:gd name="connsiteY158" fmla="*/ 895752 h 2033355"/>
              <a:gd name="connsiteX159" fmla="*/ 633744 w 12188936"/>
              <a:gd name="connsiteY159" fmla="*/ 895752 h 2033355"/>
              <a:gd name="connsiteX160" fmla="*/ 880076 w 12188936"/>
              <a:gd name="connsiteY160" fmla="*/ 1112971 h 2033355"/>
              <a:gd name="connsiteX161" fmla="*/ 633744 w 12188936"/>
              <a:gd name="connsiteY161" fmla="*/ 1330191 h 2033355"/>
              <a:gd name="connsiteX162" fmla="*/ 282162 w 12188936"/>
              <a:gd name="connsiteY162" fmla="*/ 1330191 h 2033355"/>
              <a:gd name="connsiteX163" fmla="*/ 0 w 12188936"/>
              <a:gd name="connsiteY163" fmla="*/ 1581001 h 2033355"/>
              <a:gd name="connsiteX164" fmla="*/ 627026 w 12188936"/>
              <a:gd name="connsiteY164" fmla="*/ 1581001 h 2033355"/>
              <a:gd name="connsiteX165" fmla="*/ 1166716 w 12188936"/>
              <a:gd name="connsiteY165" fmla="*/ 1119689 h 2033355"/>
              <a:gd name="connsiteX166" fmla="*/ 967412 w 12188936"/>
              <a:gd name="connsiteY166" fmla="*/ 747953 h 2033355"/>
              <a:gd name="connsiteX167" fmla="*/ 1110732 w 12188936"/>
              <a:gd name="connsiteY167" fmla="*/ 438918 h 2033355"/>
              <a:gd name="connsiteX168" fmla="*/ 611350 w 12188936"/>
              <a:gd name="connsiteY168" fmla="*/ 13436 h 2033355"/>
              <a:gd name="connsiteX169" fmla="*/ 0 w 12188936"/>
              <a:gd name="connsiteY169" fmla="*/ 13436 h 2033355"/>
              <a:gd name="connsiteX170" fmla="*/ 0 w 12188936"/>
              <a:gd name="connsiteY170" fmla="*/ 1581001 h 2033355"/>
              <a:gd name="connsiteX171" fmla="*/ 6664390 w 12188936"/>
              <a:gd name="connsiteY171" fmla="*/ 2033356 h 2033355"/>
              <a:gd name="connsiteX172" fmla="*/ 7221996 w 12188936"/>
              <a:gd name="connsiteY172" fmla="*/ 1520538 h 2033355"/>
              <a:gd name="connsiteX173" fmla="*/ 7221996 w 12188936"/>
              <a:gd name="connsiteY173" fmla="*/ 438918 h 2033355"/>
              <a:gd name="connsiteX174" fmla="*/ 6944313 w 12188936"/>
              <a:gd name="connsiteY174" fmla="*/ 438918 h 2033355"/>
              <a:gd name="connsiteX175" fmla="*/ 6944313 w 12188936"/>
              <a:gd name="connsiteY175" fmla="*/ 546408 h 2033355"/>
              <a:gd name="connsiteX176" fmla="*/ 6635278 w 12188936"/>
              <a:gd name="connsiteY176" fmla="*/ 412046 h 2033355"/>
              <a:gd name="connsiteX177" fmla="*/ 6106785 w 12188936"/>
              <a:gd name="connsiteY177" fmla="*/ 998763 h 2033355"/>
              <a:gd name="connsiteX178" fmla="*/ 6635278 w 12188936"/>
              <a:gd name="connsiteY178" fmla="*/ 1585480 h 2033355"/>
              <a:gd name="connsiteX179" fmla="*/ 6944313 w 12188936"/>
              <a:gd name="connsiteY179" fmla="*/ 1451118 h 2033355"/>
              <a:gd name="connsiteX180" fmla="*/ 6944313 w 12188936"/>
              <a:gd name="connsiteY180" fmla="*/ 1525017 h 2033355"/>
              <a:gd name="connsiteX181" fmla="*/ 6664390 w 12188936"/>
              <a:gd name="connsiteY181" fmla="*/ 1782546 h 2033355"/>
              <a:gd name="connsiteX182" fmla="*/ 6330723 w 12188936"/>
              <a:gd name="connsiteY182" fmla="*/ 1630268 h 2033355"/>
              <a:gd name="connsiteX183" fmla="*/ 6124700 w 12188936"/>
              <a:gd name="connsiteY183" fmla="*/ 1802700 h 2033355"/>
              <a:gd name="connsiteX184" fmla="*/ 6664390 w 12188936"/>
              <a:gd name="connsiteY184" fmla="*/ 2033356 h 2033355"/>
            </a:gdLst>
            <a:ahLst/>
            <a:cxnLst/>
            <a:rect l="l" t="t" r="r" b="b"/>
            <a:pathLst>
              <a:path w="12188936" h="2033355">
                <a:moveTo>
                  <a:pt x="12014265" y="1587720"/>
                </a:moveTo>
                <a:cubicBezTo>
                  <a:pt x="12061292" y="1587720"/>
                  <a:pt x="12139670" y="1581001"/>
                  <a:pt x="12188936" y="1572044"/>
                </a:cubicBezTo>
                <a:lnTo>
                  <a:pt x="12188936" y="1330191"/>
                </a:lnTo>
                <a:cubicBezTo>
                  <a:pt x="12150867" y="1334670"/>
                  <a:pt x="12110559" y="1341388"/>
                  <a:pt x="12070250" y="1341388"/>
                </a:cubicBezTo>
                <a:cubicBezTo>
                  <a:pt x="11969478" y="1341388"/>
                  <a:pt x="11909014" y="1294361"/>
                  <a:pt x="11909014" y="1177913"/>
                </a:cubicBezTo>
                <a:lnTo>
                  <a:pt x="11909014" y="667335"/>
                </a:lnTo>
                <a:lnTo>
                  <a:pt x="12171021" y="667335"/>
                </a:lnTo>
                <a:lnTo>
                  <a:pt x="12171021" y="438918"/>
                </a:lnTo>
                <a:lnTo>
                  <a:pt x="11909014" y="438918"/>
                </a:lnTo>
                <a:lnTo>
                  <a:pt x="11909014" y="125405"/>
                </a:lnTo>
                <a:lnTo>
                  <a:pt x="11631331" y="125405"/>
                </a:lnTo>
                <a:lnTo>
                  <a:pt x="11631331" y="438918"/>
                </a:lnTo>
                <a:lnTo>
                  <a:pt x="11474575" y="438918"/>
                </a:lnTo>
                <a:lnTo>
                  <a:pt x="11474575" y="667335"/>
                </a:lnTo>
                <a:lnTo>
                  <a:pt x="11631331" y="667335"/>
                </a:lnTo>
                <a:lnTo>
                  <a:pt x="11631331" y="1207025"/>
                </a:lnTo>
                <a:cubicBezTo>
                  <a:pt x="11631331" y="1464554"/>
                  <a:pt x="11776891" y="1587720"/>
                  <a:pt x="12014265" y="1587720"/>
                </a:cubicBezTo>
                <a:close/>
                <a:moveTo>
                  <a:pt x="9962995" y="344864"/>
                </a:moveTo>
                <a:cubicBezTo>
                  <a:pt x="10059288" y="344864"/>
                  <a:pt x="10137666" y="275444"/>
                  <a:pt x="10137666" y="172432"/>
                </a:cubicBezTo>
                <a:cubicBezTo>
                  <a:pt x="10137666" y="69421"/>
                  <a:pt x="10059288" y="0"/>
                  <a:pt x="9962995" y="0"/>
                </a:cubicBezTo>
                <a:cubicBezTo>
                  <a:pt x="9866701" y="0"/>
                  <a:pt x="9788323" y="69421"/>
                  <a:pt x="9788323" y="172432"/>
                </a:cubicBezTo>
                <a:cubicBezTo>
                  <a:pt x="9788323" y="275444"/>
                  <a:pt x="9866701" y="344864"/>
                  <a:pt x="9962995" y="344864"/>
                </a:cubicBezTo>
                <a:close/>
                <a:moveTo>
                  <a:pt x="10348167" y="1581001"/>
                </a:moveTo>
                <a:lnTo>
                  <a:pt x="10625851" y="1581001"/>
                </a:lnTo>
                <a:lnTo>
                  <a:pt x="10625851" y="958454"/>
                </a:lnTo>
                <a:cubicBezTo>
                  <a:pt x="10625851" y="770346"/>
                  <a:pt x="10737819" y="662856"/>
                  <a:pt x="10892336" y="662856"/>
                </a:cubicBezTo>
                <a:cubicBezTo>
                  <a:pt x="11019981" y="662856"/>
                  <a:pt x="11069247" y="750192"/>
                  <a:pt x="11069247" y="902470"/>
                </a:cubicBezTo>
                <a:lnTo>
                  <a:pt x="11069247" y="1294361"/>
                </a:lnTo>
                <a:cubicBezTo>
                  <a:pt x="11069247" y="1482469"/>
                  <a:pt x="11163301" y="1587720"/>
                  <a:pt x="11349169" y="1587720"/>
                </a:cubicBezTo>
                <a:cubicBezTo>
                  <a:pt x="11387239" y="1587720"/>
                  <a:pt x="11429788" y="1587720"/>
                  <a:pt x="11467856" y="1578762"/>
                </a:cubicBezTo>
                <a:lnTo>
                  <a:pt x="11467856" y="1359303"/>
                </a:lnTo>
                <a:lnTo>
                  <a:pt x="11456660" y="1359303"/>
                </a:lnTo>
                <a:cubicBezTo>
                  <a:pt x="11400675" y="1359303"/>
                  <a:pt x="11346930" y="1348106"/>
                  <a:pt x="11346930" y="1256292"/>
                </a:cubicBezTo>
                <a:lnTo>
                  <a:pt x="11346930" y="830810"/>
                </a:lnTo>
                <a:cubicBezTo>
                  <a:pt x="11346930" y="546408"/>
                  <a:pt x="11201371" y="412046"/>
                  <a:pt x="10972954" y="412046"/>
                </a:cubicBezTo>
                <a:cubicBezTo>
                  <a:pt x="10807240" y="412046"/>
                  <a:pt x="10677357" y="490424"/>
                  <a:pt x="10625851" y="566563"/>
                </a:cubicBezTo>
                <a:lnTo>
                  <a:pt x="10625851" y="438918"/>
                </a:lnTo>
                <a:lnTo>
                  <a:pt x="10348167" y="438918"/>
                </a:lnTo>
                <a:lnTo>
                  <a:pt x="10348167" y="1581001"/>
                </a:lnTo>
                <a:close/>
                <a:moveTo>
                  <a:pt x="9824152" y="438918"/>
                </a:moveTo>
                <a:lnTo>
                  <a:pt x="9824152" y="1294361"/>
                </a:lnTo>
                <a:cubicBezTo>
                  <a:pt x="9824152" y="1482469"/>
                  <a:pt x="9918207" y="1587720"/>
                  <a:pt x="10104075" y="1587720"/>
                </a:cubicBezTo>
                <a:cubicBezTo>
                  <a:pt x="10142144" y="1587720"/>
                  <a:pt x="10184693" y="1587720"/>
                  <a:pt x="10222763" y="1578762"/>
                </a:cubicBezTo>
                <a:lnTo>
                  <a:pt x="10222763" y="1359303"/>
                </a:lnTo>
                <a:lnTo>
                  <a:pt x="10211565" y="1359303"/>
                </a:lnTo>
                <a:cubicBezTo>
                  <a:pt x="10155580" y="1359303"/>
                  <a:pt x="10101836" y="1348106"/>
                  <a:pt x="10101836" y="1256292"/>
                </a:cubicBezTo>
                <a:lnTo>
                  <a:pt x="10101836" y="438918"/>
                </a:lnTo>
                <a:lnTo>
                  <a:pt x="9824152" y="438918"/>
                </a:lnTo>
                <a:close/>
                <a:moveTo>
                  <a:pt x="9103073" y="1357064"/>
                </a:moveTo>
                <a:cubicBezTo>
                  <a:pt x="8932881" y="1357064"/>
                  <a:pt x="8809715" y="1222701"/>
                  <a:pt x="8809715" y="1009960"/>
                </a:cubicBezTo>
                <a:cubicBezTo>
                  <a:pt x="8809715" y="797219"/>
                  <a:pt x="8932881" y="662856"/>
                  <a:pt x="9103073" y="662856"/>
                </a:cubicBezTo>
                <a:cubicBezTo>
                  <a:pt x="9273266" y="662856"/>
                  <a:pt x="9396432" y="797219"/>
                  <a:pt x="9396432" y="1009960"/>
                </a:cubicBezTo>
                <a:cubicBezTo>
                  <a:pt x="9396432" y="1222701"/>
                  <a:pt x="9273266" y="1357064"/>
                  <a:pt x="9103073" y="1357064"/>
                </a:cubicBezTo>
                <a:close/>
                <a:moveTo>
                  <a:pt x="9103073" y="1607874"/>
                </a:moveTo>
                <a:cubicBezTo>
                  <a:pt x="9438980" y="1607874"/>
                  <a:pt x="9678594" y="1363782"/>
                  <a:pt x="9678594" y="1009960"/>
                </a:cubicBezTo>
                <a:cubicBezTo>
                  <a:pt x="9678594" y="656138"/>
                  <a:pt x="9438980" y="412046"/>
                  <a:pt x="9103073" y="412046"/>
                </a:cubicBezTo>
                <a:cubicBezTo>
                  <a:pt x="8767166" y="412046"/>
                  <a:pt x="8527553" y="656138"/>
                  <a:pt x="8527553" y="1009960"/>
                </a:cubicBezTo>
                <a:cubicBezTo>
                  <a:pt x="8527553" y="1363782"/>
                  <a:pt x="8767166" y="1607874"/>
                  <a:pt x="9103073" y="1607874"/>
                </a:cubicBezTo>
                <a:close/>
                <a:moveTo>
                  <a:pt x="7705701" y="747953"/>
                </a:moveTo>
                <a:lnTo>
                  <a:pt x="7705701" y="264247"/>
                </a:lnTo>
                <a:lnTo>
                  <a:pt x="7945315" y="264247"/>
                </a:lnTo>
                <a:cubicBezTo>
                  <a:pt x="8131183" y="264247"/>
                  <a:pt x="8218519" y="356061"/>
                  <a:pt x="8218519" y="506100"/>
                </a:cubicBezTo>
                <a:cubicBezTo>
                  <a:pt x="8218519" y="640462"/>
                  <a:pt x="8144619" y="747953"/>
                  <a:pt x="7945315" y="747953"/>
                </a:cubicBezTo>
                <a:lnTo>
                  <a:pt x="7705701" y="747953"/>
                </a:lnTo>
                <a:close/>
                <a:moveTo>
                  <a:pt x="7423540" y="1581001"/>
                </a:moveTo>
                <a:lnTo>
                  <a:pt x="7705701" y="1581001"/>
                </a:lnTo>
                <a:lnTo>
                  <a:pt x="7705701" y="998763"/>
                </a:lnTo>
                <a:lnTo>
                  <a:pt x="7958751" y="998763"/>
                </a:lnTo>
                <a:cubicBezTo>
                  <a:pt x="8308094" y="998763"/>
                  <a:pt x="8505159" y="797219"/>
                  <a:pt x="8505159" y="506100"/>
                </a:cubicBezTo>
                <a:cubicBezTo>
                  <a:pt x="8505159" y="214980"/>
                  <a:pt x="8308094" y="13436"/>
                  <a:pt x="7958751" y="13436"/>
                </a:cubicBezTo>
                <a:lnTo>
                  <a:pt x="7423540" y="13436"/>
                </a:lnTo>
                <a:lnTo>
                  <a:pt x="7423540" y="1581001"/>
                </a:lnTo>
                <a:close/>
                <a:moveTo>
                  <a:pt x="6671108" y="1334670"/>
                </a:moveTo>
                <a:cubicBezTo>
                  <a:pt x="6518830" y="1334670"/>
                  <a:pt x="6388947" y="1215983"/>
                  <a:pt x="6388947" y="998763"/>
                </a:cubicBezTo>
                <a:cubicBezTo>
                  <a:pt x="6388947" y="781543"/>
                  <a:pt x="6518830" y="662856"/>
                  <a:pt x="6671108" y="662856"/>
                </a:cubicBezTo>
                <a:cubicBezTo>
                  <a:pt x="6823386" y="662856"/>
                  <a:pt x="6953270" y="781543"/>
                  <a:pt x="6953270" y="998763"/>
                </a:cubicBezTo>
                <a:cubicBezTo>
                  <a:pt x="6953270" y="1215983"/>
                  <a:pt x="6823386" y="1334670"/>
                  <a:pt x="6671108" y="1334670"/>
                </a:cubicBezTo>
                <a:close/>
                <a:moveTo>
                  <a:pt x="4554896" y="344864"/>
                </a:moveTo>
                <a:cubicBezTo>
                  <a:pt x="4648950" y="344864"/>
                  <a:pt x="4729567" y="270965"/>
                  <a:pt x="4729567" y="172432"/>
                </a:cubicBezTo>
                <a:cubicBezTo>
                  <a:pt x="4729567" y="73900"/>
                  <a:pt x="4648950" y="0"/>
                  <a:pt x="4554896" y="0"/>
                </a:cubicBezTo>
                <a:cubicBezTo>
                  <a:pt x="4460842" y="0"/>
                  <a:pt x="4380224" y="73900"/>
                  <a:pt x="4380224" y="172432"/>
                </a:cubicBezTo>
                <a:cubicBezTo>
                  <a:pt x="4380224" y="270965"/>
                  <a:pt x="4460842" y="344864"/>
                  <a:pt x="4554896" y="344864"/>
                </a:cubicBezTo>
                <a:close/>
                <a:moveTo>
                  <a:pt x="5941071" y="1587720"/>
                </a:moveTo>
                <a:cubicBezTo>
                  <a:pt x="5979140" y="1587720"/>
                  <a:pt x="6021689" y="1587720"/>
                  <a:pt x="6059758" y="1578762"/>
                </a:cubicBezTo>
                <a:lnTo>
                  <a:pt x="6059758" y="1359303"/>
                </a:lnTo>
                <a:lnTo>
                  <a:pt x="6048561" y="1359303"/>
                </a:lnTo>
                <a:cubicBezTo>
                  <a:pt x="5992577" y="1359303"/>
                  <a:pt x="5938832" y="1348106"/>
                  <a:pt x="5938832" y="1256292"/>
                </a:cubicBezTo>
                <a:lnTo>
                  <a:pt x="5938832" y="830810"/>
                </a:lnTo>
                <a:cubicBezTo>
                  <a:pt x="5938832" y="546408"/>
                  <a:pt x="5793272" y="412046"/>
                  <a:pt x="5564856" y="412046"/>
                </a:cubicBezTo>
                <a:cubicBezTo>
                  <a:pt x="5399142" y="412046"/>
                  <a:pt x="5269258" y="490424"/>
                  <a:pt x="5217752" y="566563"/>
                </a:cubicBezTo>
                <a:lnTo>
                  <a:pt x="5217752" y="438918"/>
                </a:lnTo>
                <a:lnTo>
                  <a:pt x="4940069" y="438918"/>
                </a:lnTo>
                <a:lnTo>
                  <a:pt x="4940069" y="1581001"/>
                </a:lnTo>
                <a:lnTo>
                  <a:pt x="5217752" y="1581001"/>
                </a:lnTo>
                <a:lnTo>
                  <a:pt x="5217752" y="958454"/>
                </a:lnTo>
                <a:cubicBezTo>
                  <a:pt x="5217752" y="770346"/>
                  <a:pt x="5329721" y="662856"/>
                  <a:pt x="5484238" y="662856"/>
                </a:cubicBezTo>
                <a:cubicBezTo>
                  <a:pt x="5611882" y="662856"/>
                  <a:pt x="5661149" y="750192"/>
                  <a:pt x="5661149" y="902470"/>
                </a:cubicBezTo>
                <a:lnTo>
                  <a:pt x="5661149" y="1294361"/>
                </a:lnTo>
                <a:cubicBezTo>
                  <a:pt x="5661149" y="1482469"/>
                  <a:pt x="5755203" y="1587720"/>
                  <a:pt x="5941071" y="1587720"/>
                </a:cubicBezTo>
                <a:close/>
                <a:moveTo>
                  <a:pt x="4416054" y="438918"/>
                </a:moveTo>
                <a:lnTo>
                  <a:pt x="4416054" y="1294361"/>
                </a:lnTo>
                <a:cubicBezTo>
                  <a:pt x="4416054" y="1482469"/>
                  <a:pt x="4510109" y="1587720"/>
                  <a:pt x="4695977" y="1587720"/>
                </a:cubicBezTo>
                <a:cubicBezTo>
                  <a:pt x="4734046" y="1587720"/>
                  <a:pt x="4776594" y="1587720"/>
                  <a:pt x="4814664" y="1578762"/>
                </a:cubicBezTo>
                <a:lnTo>
                  <a:pt x="4814664" y="1359303"/>
                </a:lnTo>
                <a:lnTo>
                  <a:pt x="4803467" y="1359303"/>
                </a:lnTo>
                <a:cubicBezTo>
                  <a:pt x="4747482" y="1359303"/>
                  <a:pt x="4693737" y="1348106"/>
                  <a:pt x="4693737" y="1256292"/>
                </a:cubicBezTo>
                <a:lnTo>
                  <a:pt x="4693737" y="438918"/>
                </a:lnTo>
                <a:lnTo>
                  <a:pt x="4416054" y="438918"/>
                </a:lnTo>
                <a:close/>
                <a:moveTo>
                  <a:pt x="3638990" y="1581001"/>
                </a:moveTo>
                <a:lnTo>
                  <a:pt x="3916673" y="1581001"/>
                </a:lnTo>
                <a:lnTo>
                  <a:pt x="3916673" y="1001002"/>
                </a:lnTo>
                <a:cubicBezTo>
                  <a:pt x="3916673" y="761389"/>
                  <a:pt x="4026403" y="687489"/>
                  <a:pt x="4212271" y="687489"/>
                </a:cubicBezTo>
                <a:cubicBezTo>
                  <a:pt x="4234665" y="687489"/>
                  <a:pt x="4259298" y="689729"/>
                  <a:pt x="4270495" y="691968"/>
                </a:cubicBezTo>
                <a:lnTo>
                  <a:pt x="4270495" y="427721"/>
                </a:lnTo>
                <a:cubicBezTo>
                  <a:pt x="4254819" y="425482"/>
                  <a:pt x="4241383" y="425482"/>
                  <a:pt x="4227947" y="425482"/>
                </a:cubicBezTo>
                <a:cubicBezTo>
                  <a:pt x="4057754" y="425482"/>
                  <a:pt x="3968179" y="492663"/>
                  <a:pt x="3914433" y="566563"/>
                </a:cubicBezTo>
                <a:lnTo>
                  <a:pt x="3914433" y="438918"/>
                </a:lnTo>
                <a:lnTo>
                  <a:pt x="3638990" y="438918"/>
                </a:lnTo>
                <a:lnTo>
                  <a:pt x="3638990" y="1581001"/>
                </a:lnTo>
                <a:close/>
                <a:moveTo>
                  <a:pt x="2891038" y="1374979"/>
                </a:moveTo>
                <a:cubicBezTo>
                  <a:pt x="2810420" y="1374979"/>
                  <a:pt x="2727563" y="1334670"/>
                  <a:pt x="2727563" y="1240616"/>
                </a:cubicBezTo>
                <a:cubicBezTo>
                  <a:pt x="2727563" y="1110732"/>
                  <a:pt x="2852968" y="1059226"/>
                  <a:pt x="3153045" y="1059226"/>
                </a:cubicBezTo>
                <a:cubicBezTo>
                  <a:pt x="3153045" y="1269728"/>
                  <a:pt x="3058991" y="1374979"/>
                  <a:pt x="2891038" y="1374979"/>
                </a:cubicBezTo>
                <a:close/>
                <a:moveTo>
                  <a:pt x="2864165" y="1607874"/>
                </a:moveTo>
                <a:cubicBezTo>
                  <a:pt x="3043315" y="1607874"/>
                  <a:pt x="3146327" y="1538453"/>
                  <a:pt x="3202311" y="1471272"/>
                </a:cubicBezTo>
                <a:cubicBezTo>
                  <a:pt x="3222466" y="1525017"/>
                  <a:pt x="3282929" y="1587720"/>
                  <a:pt x="3410573" y="1587720"/>
                </a:cubicBezTo>
                <a:cubicBezTo>
                  <a:pt x="3437446" y="1587720"/>
                  <a:pt x="3477755" y="1585480"/>
                  <a:pt x="3515824" y="1574283"/>
                </a:cubicBezTo>
                <a:lnTo>
                  <a:pt x="3515824" y="1352585"/>
                </a:lnTo>
                <a:cubicBezTo>
                  <a:pt x="3482233" y="1352585"/>
                  <a:pt x="3417291" y="1359303"/>
                  <a:pt x="3417291" y="1240616"/>
                </a:cubicBezTo>
                <a:lnTo>
                  <a:pt x="3417291" y="904709"/>
                </a:lnTo>
                <a:cubicBezTo>
                  <a:pt x="3417291" y="535212"/>
                  <a:pt x="3204551" y="412046"/>
                  <a:pt x="2906713" y="412046"/>
                </a:cubicBezTo>
                <a:cubicBezTo>
                  <a:pt x="2669339" y="412046"/>
                  <a:pt x="2510343" y="528493"/>
                  <a:pt x="2456598" y="571042"/>
                </a:cubicBezTo>
                <a:lnTo>
                  <a:pt x="2588722" y="786022"/>
                </a:lnTo>
                <a:cubicBezTo>
                  <a:pt x="2642467" y="743474"/>
                  <a:pt x="2756675" y="662856"/>
                  <a:pt x="2906713" y="662856"/>
                </a:cubicBezTo>
                <a:cubicBezTo>
                  <a:pt x="3052273" y="662856"/>
                  <a:pt x="3137369" y="718841"/>
                  <a:pt x="3148566" y="839767"/>
                </a:cubicBezTo>
                <a:cubicBezTo>
                  <a:pt x="2976134" y="839767"/>
                  <a:pt x="2445401" y="833049"/>
                  <a:pt x="2445401" y="1242855"/>
                </a:cubicBezTo>
                <a:cubicBezTo>
                  <a:pt x="2445401" y="1480229"/>
                  <a:pt x="2637988" y="1607874"/>
                  <a:pt x="2864165" y="1607874"/>
                </a:cubicBezTo>
                <a:close/>
                <a:moveTo>
                  <a:pt x="1549650" y="857682"/>
                </a:moveTo>
                <a:cubicBezTo>
                  <a:pt x="1585480" y="721080"/>
                  <a:pt x="1692970" y="653899"/>
                  <a:pt x="1818375" y="653899"/>
                </a:cubicBezTo>
                <a:cubicBezTo>
                  <a:pt x="1925865" y="653899"/>
                  <a:pt x="2040074" y="705404"/>
                  <a:pt x="2051271" y="857682"/>
                </a:cubicBezTo>
                <a:lnTo>
                  <a:pt x="1549650" y="857682"/>
                </a:lnTo>
                <a:close/>
                <a:moveTo>
                  <a:pt x="1845248" y="1607874"/>
                </a:moveTo>
                <a:cubicBezTo>
                  <a:pt x="2087101" y="1607874"/>
                  <a:pt x="2266251" y="1477990"/>
                  <a:pt x="2346869" y="1370500"/>
                </a:cubicBezTo>
                <a:lnTo>
                  <a:pt x="2149803" y="1198068"/>
                </a:lnTo>
                <a:cubicBezTo>
                  <a:pt x="2098298" y="1263010"/>
                  <a:pt x="2004244" y="1357064"/>
                  <a:pt x="1845248" y="1357064"/>
                </a:cubicBezTo>
                <a:cubicBezTo>
                  <a:pt x="1670576" y="1357064"/>
                  <a:pt x="1549650" y="1236137"/>
                  <a:pt x="1540692" y="1081620"/>
                </a:cubicBezTo>
                <a:lnTo>
                  <a:pt x="2324475" y="1081620"/>
                </a:lnTo>
                <a:cubicBezTo>
                  <a:pt x="2331193" y="1034593"/>
                  <a:pt x="2333433" y="1001002"/>
                  <a:pt x="2333433" y="936060"/>
                </a:cubicBezTo>
                <a:cubicBezTo>
                  <a:pt x="2333433" y="660617"/>
                  <a:pt x="2174437" y="412046"/>
                  <a:pt x="1818375" y="412046"/>
                </a:cubicBezTo>
                <a:cubicBezTo>
                  <a:pt x="1493665" y="412046"/>
                  <a:pt x="1260770" y="665096"/>
                  <a:pt x="1260770" y="1014439"/>
                </a:cubicBezTo>
                <a:cubicBezTo>
                  <a:pt x="1260770" y="1357064"/>
                  <a:pt x="1500384" y="1607874"/>
                  <a:pt x="1845248" y="1607874"/>
                </a:cubicBezTo>
                <a:close/>
                <a:moveTo>
                  <a:pt x="282162" y="644941"/>
                </a:moveTo>
                <a:lnTo>
                  <a:pt x="282162" y="264247"/>
                </a:lnTo>
                <a:lnTo>
                  <a:pt x="618068" y="264247"/>
                </a:lnTo>
                <a:cubicBezTo>
                  <a:pt x="759149" y="264247"/>
                  <a:pt x="828570" y="338146"/>
                  <a:pt x="828570" y="454594"/>
                </a:cubicBezTo>
                <a:cubicBezTo>
                  <a:pt x="828570" y="571042"/>
                  <a:pt x="756910" y="644941"/>
                  <a:pt x="620308" y="644941"/>
                </a:cubicBezTo>
                <a:lnTo>
                  <a:pt x="282162" y="644941"/>
                </a:lnTo>
                <a:close/>
                <a:moveTo>
                  <a:pt x="282162" y="1330191"/>
                </a:moveTo>
                <a:lnTo>
                  <a:pt x="282162" y="895752"/>
                </a:lnTo>
                <a:lnTo>
                  <a:pt x="633744" y="895752"/>
                </a:lnTo>
                <a:cubicBezTo>
                  <a:pt x="792740" y="895752"/>
                  <a:pt x="880076" y="976369"/>
                  <a:pt x="880076" y="1112971"/>
                </a:cubicBezTo>
                <a:cubicBezTo>
                  <a:pt x="880076" y="1249573"/>
                  <a:pt x="797219" y="1330191"/>
                  <a:pt x="633744" y="1330191"/>
                </a:cubicBezTo>
                <a:lnTo>
                  <a:pt x="282162" y="1330191"/>
                </a:lnTo>
                <a:close/>
                <a:moveTo>
                  <a:pt x="0" y="1581001"/>
                </a:moveTo>
                <a:lnTo>
                  <a:pt x="627026" y="1581001"/>
                </a:lnTo>
                <a:cubicBezTo>
                  <a:pt x="985327" y="1581001"/>
                  <a:pt x="1166716" y="1395133"/>
                  <a:pt x="1166716" y="1119689"/>
                </a:cubicBezTo>
                <a:cubicBezTo>
                  <a:pt x="1166716" y="962933"/>
                  <a:pt x="1099535" y="821852"/>
                  <a:pt x="967412" y="747953"/>
                </a:cubicBezTo>
                <a:cubicBezTo>
                  <a:pt x="1065944" y="674053"/>
                  <a:pt x="1110732" y="562084"/>
                  <a:pt x="1110732" y="438918"/>
                </a:cubicBezTo>
                <a:cubicBezTo>
                  <a:pt x="1110732" y="192587"/>
                  <a:pt x="945018" y="13436"/>
                  <a:pt x="611350" y="13436"/>
                </a:cubicBezTo>
                <a:lnTo>
                  <a:pt x="0" y="13436"/>
                </a:lnTo>
                <a:lnTo>
                  <a:pt x="0" y="1581001"/>
                </a:lnTo>
                <a:close/>
                <a:moveTo>
                  <a:pt x="6664390" y="2033356"/>
                </a:moveTo>
                <a:cubicBezTo>
                  <a:pt x="6879371" y="2033356"/>
                  <a:pt x="7221996" y="1919148"/>
                  <a:pt x="7221996" y="1520538"/>
                </a:cubicBezTo>
                <a:lnTo>
                  <a:pt x="7221996" y="438918"/>
                </a:lnTo>
                <a:lnTo>
                  <a:pt x="6944313" y="438918"/>
                </a:lnTo>
                <a:lnTo>
                  <a:pt x="6944313" y="546408"/>
                </a:lnTo>
                <a:cubicBezTo>
                  <a:pt x="6886089" y="472509"/>
                  <a:pt x="6798753" y="412046"/>
                  <a:pt x="6635278" y="412046"/>
                </a:cubicBezTo>
                <a:cubicBezTo>
                  <a:pt x="6350877" y="412046"/>
                  <a:pt x="6106785" y="640462"/>
                  <a:pt x="6106785" y="998763"/>
                </a:cubicBezTo>
                <a:cubicBezTo>
                  <a:pt x="6106785" y="1357064"/>
                  <a:pt x="6350877" y="1585480"/>
                  <a:pt x="6635278" y="1585480"/>
                </a:cubicBezTo>
                <a:cubicBezTo>
                  <a:pt x="6798753" y="1585480"/>
                  <a:pt x="6886089" y="1527256"/>
                  <a:pt x="6944313" y="1451118"/>
                </a:cubicBezTo>
                <a:lnTo>
                  <a:pt x="6944313" y="1525017"/>
                </a:lnTo>
                <a:cubicBezTo>
                  <a:pt x="6944313" y="1692970"/>
                  <a:pt x="6823386" y="1782546"/>
                  <a:pt x="6664390" y="1782546"/>
                </a:cubicBezTo>
                <a:cubicBezTo>
                  <a:pt x="6489719" y="1782546"/>
                  <a:pt x="6377750" y="1684013"/>
                  <a:pt x="6330723" y="1630268"/>
                </a:cubicBezTo>
                <a:lnTo>
                  <a:pt x="6124700" y="1802700"/>
                </a:lnTo>
                <a:cubicBezTo>
                  <a:pt x="6171727" y="1856445"/>
                  <a:pt x="6330723" y="2033356"/>
                  <a:pt x="6664390" y="2033356"/>
                </a:cubicBezTo>
                <a:close/>
              </a:path>
            </a:pathLst>
          </a:custGeom>
          <a:solidFill>
            <a:srgbClr val="000000"/>
          </a:solidFill>
          <a:ln w="8133">
            <a:noFill/>
            <a:prstDash val="solid"/>
          </a:ln>
        </p:spPr>
        <p:txBody>
          <a:bodyPr anchor="ctr"/>
          <a:lstStyle/>
          <a:p>
            <a:endParaRPr/>
          </a:p>
        </p:txBody>
      </p:sp>
      <p:sp>
        <p:nvSpPr>
          <p:cNvPr id="4" name="textruta 12">
            <a:extLst>
              <a:ext uri="{FF2B5EF4-FFF2-40B4-BE49-F238E27FC236}">
                <a16:creationId xmlns:a16="http://schemas.microsoft.com/office/drawing/2014/main" id="{57014220-56F6-7CF3-3548-48869E2CAAD5}"/>
              </a:ext>
            </a:extLst>
          </p:cNvPr>
          <p:cNvSpPr>
            <a:spLocks noGrp="1"/>
          </p:cNvSpPr>
          <p:nvPr/>
        </p:nvSpPr>
        <p:spPr>
          <a:xfrm>
            <a:off x="12272400" y="0"/>
            <a:ext cx="1681523" cy="1939925"/>
          </a:xfrm>
          <a:prstGeom prst="rect">
            <a:avLst/>
          </a:prstGeom>
          <a:solidFill>
            <a:schemeClr val="bg1"/>
          </a:solidFill>
        </p:spPr>
        <p:txBody>
          <a:bodyPr wrap="square" tIns="108000" anchor="t">
            <a:noAutofit/>
          </a:bodyPr>
          <a:lstStyle/>
          <a:p>
            <a:pPr>
              <a:spcAft>
                <a:spcPts val="600"/>
              </a:spcAft>
              <a:buNone/>
            </a:pPr>
            <a:r>
              <a:rPr sz="900" b="1">
                <a:latin typeface="+mn-lt"/>
                <a:ea typeface="+mn-lt"/>
                <a:cs typeface="+mn-lt"/>
              </a:rPr>
              <a:t>Change background color</a:t>
            </a:r>
          </a:p>
          <a:p>
            <a:r>
              <a:rPr sz="900">
                <a:solidFill>
                  <a:schemeClr val="tx1"/>
                </a:solidFill>
                <a:latin typeface="+mn-lt"/>
                <a:ea typeface="+mn-lt"/>
                <a:cs typeface="+mn-lt"/>
              </a:rPr>
              <a:t>If you would like, you can change the background color, select </a:t>
            </a:r>
            <a:r>
              <a:rPr sz="900" b="1">
                <a:solidFill>
                  <a:schemeClr val="tx1"/>
                </a:solidFill>
                <a:latin typeface="+mn-lt"/>
                <a:ea typeface="+mn-lt"/>
                <a:cs typeface="+mn-lt"/>
              </a:rPr>
              <a:t>Format Background </a:t>
            </a:r>
            <a:r>
              <a:rPr sz="900">
                <a:solidFill>
                  <a:schemeClr val="tx1"/>
                </a:solidFill>
                <a:latin typeface="+mn-lt"/>
                <a:ea typeface="+mn-lt"/>
                <a:cs typeface="+mn-lt"/>
              </a:rPr>
              <a:t>from the context menu, and select </a:t>
            </a:r>
            <a:r>
              <a:rPr sz="900" b="1">
                <a:solidFill>
                  <a:schemeClr val="tx1"/>
                </a:solidFill>
                <a:latin typeface="+mn-lt"/>
                <a:ea typeface="+mn-lt"/>
                <a:cs typeface="+mn-lt"/>
              </a:rPr>
              <a:t>Solid fill. </a:t>
            </a:r>
            <a:r>
              <a:rPr sz="900">
                <a:solidFill>
                  <a:schemeClr val="tx1"/>
                </a:solidFill>
                <a:latin typeface="+mn-lt"/>
                <a:ea typeface="+mn-lt"/>
                <a:cs typeface="+mn-lt"/>
              </a:rPr>
              <a:t>You may </a:t>
            </a:r>
            <a:r>
              <a:rPr sz="900" b="1">
                <a:solidFill>
                  <a:schemeClr val="tx1"/>
                </a:solidFill>
                <a:latin typeface="+mn-lt"/>
                <a:ea typeface="+mn-lt"/>
                <a:cs typeface="+mn-lt"/>
              </a:rPr>
              <a:t>ONLY</a:t>
            </a:r>
            <a:r>
              <a:rPr sz="900">
                <a:solidFill>
                  <a:schemeClr val="tx1"/>
                </a:solidFill>
                <a:latin typeface="+mn-lt"/>
                <a:ea typeface="+mn-lt"/>
                <a:cs typeface="+mn-lt"/>
              </a:rPr>
              <a:t> use </a:t>
            </a:r>
            <a:r>
              <a:rPr sz="900" b="1">
                <a:solidFill>
                  <a:schemeClr val="tx1"/>
                </a:solidFill>
                <a:latin typeface="+mn-lt"/>
                <a:ea typeface="+mn-lt"/>
                <a:cs typeface="+mn-lt"/>
              </a:rPr>
              <a:t>white, G30 </a:t>
            </a:r>
            <a:r>
              <a:rPr sz="900" b="0">
                <a:solidFill>
                  <a:schemeClr val="tx1"/>
                </a:solidFill>
                <a:latin typeface="+mn-lt"/>
                <a:ea typeface="+mn-lt"/>
                <a:cs typeface="+mn-lt"/>
              </a:rPr>
              <a:t>and</a:t>
            </a:r>
            <a:r>
              <a:rPr sz="900" b="1">
                <a:solidFill>
                  <a:schemeClr val="tx1"/>
                </a:solidFill>
                <a:latin typeface="+mn-lt"/>
                <a:ea typeface="+mn-lt"/>
                <a:cs typeface="+mn-lt"/>
              </a:rPr>
              <a:t> Bearing Red.</a:t>
            </a:r>
            <a:endParaRPr sz="900" baseline="0">
              <a:solidFill>
                <a:schemeClr val="tx1"/>
              </a:solidFill>
              <a:latin typeface="+mn-lt"/>
              <a:ea typeface="+mn-lt"/>
              <a:cs typeface="+mn-lt"/>
            </a:endParaRPr>
          </a:p>
          <a:p>
            <a:pPr algn="ctr">
              <a:buNone/>
            </a:pPr>
            <a:endParaRPr sz="900" baseline="0">
              <a:solidFill>
                <a:schemeClr val="tx1">
                  <a:lumMod val="65000"/>
                  <a:lumOff val="35000"/>
                </a:schemeClr>
              </a:solidFill>
              <a:latin typeface="+mn-lt"/>
              <a:ea typeface="+mn-lt"/>
              <a:cs typeface="+mn-lt"/>
            </a:endParaRPr>
          </a:p>
          <a:p>
            <a:pPr algn="ctr">
              <a:buNone/>
            </a:pPr>
            <a:endParaRPr sz="900" baseline="0">
              <a:solidFill>
                <a:schemeClr val="tx1">
                  <a:lumMod val="65000"/>
                  <a:lumOff val="35000"/>
                </a:schemeClr>
              </a:solidFill>
              <a:latin typeface="+mn-lt"/>
              <a:ea typeface="+mn-lt"/>
              <a:cs typeface="+mn-lt"/>
            </a:endParaRPr>
          </a:p>
          <a:p>
            <a:pPr algn="ctr">
              <a:buNone/>
            </a:pPr>
            <a:endParaRPr sz="900" baseline="0">
              <a:solidFill>
                <a:schemeClr val="tx1">
                  <a:lumMod val="65000"/>
                  <a:lumOff val="35000"/>
                </a:schemeClr>
              </a:solidFill>
              <a:latin typeface="+mn-lt"/>
              <a:ea typeface="+mn-lt"/>
              <a:cs typeface="+mn-lt"/>
            </a:endParaRPr>
          </a:p>
        </p:txBody>
      </p:sp>
      <p:sp>
        <p:nvSpPr>
          <p:cNvPr id="5" name="Rektangel 18">
            <a:extLst>
              <a:ext uri="{FF2B5EF4-FFF2-40B4-BE49-F238E27FC236}">
                <a16:creationId xmlns:a16="http://schemas.microsoft.com/office/drawing/2014/main" id="{21CCBDD0-3633-7866-AA96-DAFBA1A05CE1}"/>
              </a:ext>
            </a:extLst>
          </p:cNvPr>
          <p:cNvSpPr>
            <a:spLocks noGrp="1"/>
          </p:cNvSpPr>
          <p:nvPr/>
        </p:nvSpPr>
        <p:spPr>
          <a:xfrm>
            <a:off x="12371130" y="1511303"/>
            <a:ext cx="268449" cy="268449"/>
          </a:xfrm>
          <a:prstGeom prst="rect">
            <a:avLst/>
          </a:prstGeom>
          <a:solidFill>
            <a:schemeClr val="bg1"/>
          </a:solidFill>
          <a:ln w="9525">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6" name="Rektangel 17">
            <a:extLst>
              <a:ext uri="{FF2B5EF4-FFF2-40B4-BE49-F238E27FC236}">
                <a16:creationId xmlns:a16="http://schemas.microsoft.com/office/drawing/2014/main" id="{160A9385-BE5C-8851-A2CA-A936FD4AF0B7}"/>
              </a:ext>
            </a:extLst>
          </p:cNvPr>
          <p:cNvSpPr>
            <a:spLocks noGrp="1"/>
          </p:cNvSpPr>
          <p:nvPr/>
        </p:nvSpPr>
        <p:spPr>
          <a:xfrm>
            <a:off x="12708652" y="1511302"/>
            <a:ext cx="268449" cy="268449"/>
          </a:xfrm>
          <a:prstGeom prst="rect">
            <a:avLst/>
          </a:prstGeom>
          <a:solidFill>
            <a:srgbClr val="CCC1BC"/>
          </a:solidFill>
          <a:ln w="6350">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8" name="Rektangel 17">
            <a:extLst>
              <a:ext uri="{FF2B5EF4-FFF2-40B4-BE49-F238E27FC236}">
                <a16:creationId xmlns:a16="http://schemas.microsoft.com/office/drawing/2014/main" id="{1234EC4E-85D2-E036-D91D-828A10A09F89}"/>
              </a:ext>
            </a:extLst>
          </p:cNvPr>
          <p:cNvSpPr>
            <a:spLocks noGrp="1"/>
          </p:cNvSpPr>
          <p:nvPr/>
        </p:nvSpPr>
        <p:spPr>
          <a:xfrm>
            <a:off x="13046174" y="1511302"/>
            <a:ext cx="268449" cy="268449"/>
          </a:xfrm>
          <a:prstGeom prst="rect">
            <a:avLst/>
          </a:prstGeom>
          <a:solidFill>
            <a:srgbClr val="FF3D47"/>
          </a:solidFill>
          <a:ln w="6350">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End slide - Deep red">
    <p:bg>
      <p:bgPr>
        <a:solidFill>
          <a:srgbClr val="330000"/>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CEC21A32-3B29-FB79-375A-AFF484FAE380}"/>
              </a:ext>
            </a:extLst>
          </p:cNvPr>
          <p:cNvSpPr>
            <a:spLocks noGrp="1"/>
          </p:cNvSpPr>
          <p:nvPr>
            <p:ph type="body" idx="10"/>
          </p:nvPr>
        </p:nvSpPr>
        <p:spPr>
          <a:xfrm>
            <a:off x="384175" y="5100639"/>
            <a:ext cx="3683000" cy="1396999"/>
          </a:xfrm>
        </p:spPr>
        <p:txBody>
          <a:bodyPr anchor="b"/>
          <a:lstStyle>
            <a:lvl1pPr marL="0" indent="0">
              <a:buNone/>
              <a:defRPr/>
            </a:lvl1pPr>
            <a:lvl2pPr marL="180975" indent="0">
              <a:buNone/>
              <a:defRPr/>
            </a:lvl2pPr>
            <a:lvl3pPr marL="361950" indent="0">
              <a:buNone/>
              <a:defRPr/>
            </a:lvl3pPr>
            <a:lvl4pPr marL="542925" indent="0">
              <a:buNone/>
              <a:defRPr/>
            </a:lvl4pPr>
            <a:lvl5pPr marL="714375" indent="0">
              <a:buNone/>
              <a:defRPr/>
            </a:lvl5pPr>
          </a:lstStyle>
          <a:p>
            <a:pPr lvl="0">
              <a:buNone/>
            </a:pPr>
            <a:r>
              <a:t>Klikk for å redigere tekststiler i malen</a:t>
            </a:r>
          </a:p>
        </p:txBody>
      </p:sp>
      <p:sp>
        <p:nvSpPr>
          <p:cNvPr id="10" name="BearingPoint Logo">
            <a:extLst>
              <a:ext uri="{FF2B5EF4-FFF2-40B4-BE49-F238E27FC236}">
                <a16:creationId xmlns:a16="http://schemas.microsoft.com/office/drawing/2014/main" id="{85653425-B89B-9F14-16FF-4838CACB3D49}"/>
              </a:ext>
            </a:extLst>
          </p:cNvPr>
          <p:cNvSpPr>
            <a:spLocks noGrp="1"/>
          </p:cNvSpPr>
          <p:nvPr/>
        </p:nvSpPr>
        <p:spPr>
          <a:xfrm>
            <a:off x="384175" y="358775"/>
            <a:ext cx="1747838" cy="291574"/>
          </a:xfrm>
          <a:custGeom>
            <a:avLst/>
            <a:gdLst>
              <a:gd name="connsiteX0" fmla="*/ 12014265 w 12188936"/>
              <a:gd name="connsiteY0" fmla="*/ 1587720 h 2033355"/>
              <a:gd name="connsiteX1" fmla="*/ 12188936 w 12188936"/>
              <a:gd name="connsiteY1" fmla="*/ 1572044 h 2033355"/>
              <a:gd name="connsiteX2" fmla="*/ 12188936 w 12188936"/>
              <a:gd name="connsiteY2" fmla="*/ 1330191 h 2033355"/>
              <a:gd name="connsiteX3" fmla="*/ 12070250 w 12188936"/>
              <a:gd name="connsiteY3" fmla="*/ 1341388 h 2033355"/>
              <a:gd name="connsiteX4" fmla="*/ 11909014 w 12188936"/>
              <a:gd name="connsiteY4" fmla="*/ 1177913 h 2033355"/>
              <a:gd name="connsiteX5" fmla="*/ 11909014 w 12188936"/>
              <a:gd name="connsiteY5" fmla="*/ 667335 h 2033355"/>
              <a:gd name="connsiteX6" fmla="*/ 12171021 w 12188936"/>
              <a:gd name="connsiteY6" fmla="*/ 667335 h 2033355"/>
              <a:gd name="connsiteX7" fmla="*/ 12171021 w 12188936"/>
              <a:gd name="connsiteY7" fmla="*/ 438918 h 2033355"/>
              <a:gd name="connsiteX8" fmla="*/ 11909014 w 12188936"/>
              <a:gd name="connsiteY8" fmla="*/ 438918 h 2033355"/>
              <a:gd name="connsiteX9" fmla="*/ 11909014 w 12188936"/>
              <a:gd name="connsiteY9" fmla="*/ 125405 h 2033355"/>
              <a:gd name="connsiteX10" fmla="*/ 11631331 w 12188936"/>
              <a:gd name="connsiteY10" fmla="*/ 125405 h 2033355"/>
              <a:gd name="connsiteX11" fmla="*/ 11631331 w 12188936"/>
              <a:gd name="connsiteY11" fmla="*/ 438918 h 2033355"/>
              <a:gd name="connsiteX12" fmla="*/ 11474575 w 12188936"/>
              <a:gd name="connsiteY12" fmla="*/ 438918 h 2033355"/>
              <a:gd name="connsiteX13" fmla="*/ 11474575 w 12188936"/>
              <a:gd name="connsiteY13" fmla="*/ 667335 h 2033355"/>
              <a:gd name="connsiteX14" fmla="*/ 11631331 w 12188936"/>
              <a:gd name="connsiteY14" fmla="*/ 667335 h 2033355"/>
              <a:gd name="connsiteX15" fmla="*/ 11631331 w 12188936"/>
              <a:gd name="connsiteY15" fmla="*/ 1207025 h 2033355"/>
              <a:gd name="connsiteX16" fmla="*/ 12014265 w 12188936"/>
              <a:gd name="connsiteY16" fmla="*/ 1587720 h 2033355"/>
              <a:gd name="connsiteX17" fmla="*/ 9962995 w 12188936"/>
              <a:gd name="connsiteY17" fmla="*/ 344864 h 2033355"/>
              <a:gd name="connsiteX18" fmla="*/ 10137666 w 12188936"/>
              <a:gd name="connsiteY18" fmla="*/ 172432 h 2033355"/>
              <a:gd name="connsiteX19" fmla="*/ 9962995 w 12188936"/>
              <a:gd name="connsiteY19" fmla="*/ 0 h 2033355"/>
              <a:gd name="connsiteX20" fmla="*/ 9788323 w 12188936"/>
              <a:gd name="connsiteY20" fmla="*/ 172432 h 2033355"/>
              <a:gd name="connsiteX21" fmla="*/ 9962995 w 12188936"/>
              <a:gd name="connsiteY21" fmla="*/ 344864 h 2033355"/>
              <a:gd name="connsiteX22" fmla="*/ 10348167 w 12188936"/>
              <a:gd name="connsiteY22" fmla="*/ 1581001 h 2033355"/>
              <a:gd name="connsiteX23" fmla="*/ 10625851 w 12188936"/>
              <a:gd name="connsiteY23" fmla="*/ 1581001 h 2033355"/>
              <a:gd name="connsiteX24" fmla="*/ 10625851 w 12188936"/>
              <a:gd name="connsiteY24" fmla="*/ 958454 h 2033355"/>
              <a:gd name="connsiteX25" fmla="*/ 10892336 w 12188936"/>
              <a:gd name="connsiteY25" fmla="*/ 662856 h 2033355"/>
              <a:gd name="connsiteX26" fmla="*/ 11069247 w 12188936"/>
              <a:gd name="connsiteY26" fmla="*/ 902470 h 2033355"/>
              <a:gd name="connsiteX27" fmla="*/ 11069247 w 12188936"/>
              <a:gd name="connsiteY27" fmla="*/ 1294361 h 2033355"/>
              <a:gd name="connsiteX28" fmla="*/ 11349169 w 12188936"/>
              <a:gd name="connsiteY28" fmla="*/ 1587720 h 2033355"/>
              <a:gd name="connsiteX29" fmla="*/ 11467856 w 12188936"/>
              <a:gd name="connsiteY29" fmla="*/ 1578762 h 2033355"/>
              <a:gd name="connsiteX30" fmla="*/ 11467856 w 12188936"/>
              <a:gd name="connsiteY30" fmla="*/ 1359303 h 2033355"/>
              <a:gd name="connsiteX31" fmla="*/ 11456660 w 12188936"/>
              <a:gd name="connsiteY31" fmla="*/ 1359303 h 2033355"/>
              <a:gd name="connsiteX32" fmla="*/ 11346930 w 12188936"/>
              <a:gd name="connsiteY32" fmla="*/ 1256292 h 2033355"/>
              <a:gd name="connsiteX33" fmla="*/ 11346930 w 12188936"/>
              <a:gd name="connsiteY33" fmla="*/ 830810 h 2033355"/>
              <a:gd name="connsiteX34" fmla="*/ 10972954 w 12188936"/>
              <a:gd name="connsiteY34" fmla="*/ 412046 h 2033355"/>
              <a:gd name="connsiteX35" fmla="*/ 10625851 w 12188936"/>
              <a:gd name="connsiteY35" fmla="*/ 566563 h 2033355"/>
              <a:gd name="connsiteX36" fmla="*/ 10625851 w 12188936"/>
              <a:gd name="connsiteY36" fmla="*/ 438918 h 2033355"/>
              <a:gd name="connsiteX37" fmla="*/ 10348167 w 12188936"/>
              <a:gd name="connsiteY37" fmla="*/ 438918 h 2033355"/>
              <a:gd name="connsiteX38" fmla="*/ 10348167 w 12188936"/>
              <a:gd name="connsiteY38" fmla="*/ 1581001 h 2033355"/>
              <a:gd name="connsiteX39" fmla="*/ 9824152 w 12188936"/>
              <a:gd name="connsiteY39" fmla="*/ 438918 h 2033355"/>
              <a:gd name="connsiteX40" fmla="*/ 9824152 w 12188936"/>
              <a:gd name="connsiteY40" fmla="*/ 1294361 h 2033355"/>
              <a:gd name="connsiteX41" fmla="*/ 10104075 w 12188936"/>
              <a:gd name="connsiteY41" fmla="*/ 1587720 h 2033355"/>
              <a:gd name="connsiteX42" fmla="*/ 10222763 w 12188936"/>
              <a:gd name="connsiteY42" fmla="*/ 1578762 h 2033355"/>
              <a:gd name="connsiteX43" fmla="*/ 10222763 w 12188936"/>
              <a:gd name="connsiteY43" fmla="*/ 1359303 h 2033355"/>
              <a:gd name="connsiteX44" fmla="*/ 10211565 w 12188936"/>
              <a:gd name="connsiteY44" fmla="*/ 1359303 h 2033355"/>
              <a:gd name="connsiteX45" fmla="*/ 10101836 w 12188936"/>
              <a:gd name="connsiteY45" fmla="*/ 1256292 h 2033355"/>
              <a:gd name="connsiteX46" fmla="*/ 10101836 w 12188936"/>
              <a:gd name="connsiteY46" fmla="*/ 438918 h 2033355"/>
              <a:gd name="connsiteX47" fmla="*/ 9824152 w 12188936"/>
              <a:gd name="connsiteY47" fmla="*/ 438918 h 2033355"/>
              <a:gd name="connsiteX48" fmla="*/ 9103073 w 12188936"/>
              <a:gd name="connsiteY48" fmla="*/ 1357064 h 2033355"/>
              <a:gd name="connsiteX49" fmla="*/ 8809715 w 12188936"/>
              <a:gd name="connsiteY49" fmla="*/ 1009960 h 2033355"/>
              <a:gd name="connsiteX50" fmla="*/ 9103073 w 12188936"/>
              <a:gd name="connsiteY50" fmla="*/ 662856 h 2033355"/>
              <a:gd name="connsiteX51" fmla="*/ 9396432 w 12188936"/>
              <a:gd name="connsiteY51" fmla="*/ 1009960 h 2033355"/>
              <a:gd name="connsiteX52" fmla="*/ 9103073 w 12188936"/>
              <a:gd name="connsiteY52" fmla="*/ 1357064 h 2033355"/>
              <a:gd name="connsiteX53" fmla="*/ 9103073 w 12188936"/>
              <a:gd name="connsiteY53" fmla="*/ 1607874 h 2033355"/>
              <a:gd name="connsiteX54" fmla="*/ 9678594 w 12188936"/>
              <a:gd name="connsiteY54" fmla="*/ 1009960 h 2033355"/>
              <a:gd name="connsiteX55" fmla="*/ 9103073 w 12188936"/>
              <a:gd name="connsiteY55" fmla="*/ 412046 h 2033355"/>
              <a:gd name="connsiteX56" fmla="*/ 8527553 w 12188936"/>
              <a:gd name="connsiteY56" fmla="*/ 1009960 h 2033355"/>
              <a:gd name="connsiteX57" fmla="*/ 9103073 w 12188936"/>
              <a:gd name="connsiteY57" fmla="*/ 1607874 h 2033355"/>
              <a:gd name="connsiteX58" fmla="*/ 7705701 w 12188936"/>
              <a:gd name="connsiteY58" fmla="*/ 747953 h 2033355"/>
              <a:gd name="connsiteX59" fmla="*/ 7705701 w 12188936"/>
              <a:gd name="connsiteY59" fmla="*/ 264247 h 2033355"/>
              <a:gd name="connsiteX60" fmla="*/ 7945315 w 12188936"/>
              <a:gd name="connsiteY60" fmla="*/ 264247 h 2033355"/>
              <a:gd name="connsiteX61" fmla="*/ 8218519 w 12188936"/>
              <a:gd name="connsiteY61" fmla="*/ 506100 h 2033355"/>
              <a:gd name="connsiteX62" fmla="*/ 7945315 w 12188936"/>
              <a:gd name="connsiteY62" fmla="*/ 747953 h 2033355"/>
              <a:gd name="connsiteX63" fmla="*/ 7705701 w 12188936"/>
              <a:gd name="connsiteY63" fmla="*/ 747953 h 2033355"/>
              <a:gd name="connsiteX64" fmla="*/ 7423540 w 12188936"/>
              <a:gd name="connsiteY64" fmla="*/ 1581001 h 2033355"/>
              <a:gd name="connsiteX65" fmla="*/ 7705701 w 12188936"/>
              <a:gd name="connsiteY65" fmla="*/ 1581001 h 2033355"/>
              <a:gd name="connsiteX66" fmla="*/ 7705701 w 12188936"/>
              <a:gd name="connsiteY66" fmla="*/ 998763 h 2033355"/>
              <a:gd name="connsiteX67" fmla="*/ 7958751 w 12188936"/>
              <a:gd name="connsiteY67" fmla="*/ 998763 h 2033355"/>
              <a:gd name="connsiteX68" fmla="*/ 8505159 w 12188936"/>
              <a:gd name="connsiteY68" fmla="*/ 506100 h 2033355"/>
              <a:gd name="connsiteX69" fmla="*/ 7958751 w 12188936"/>
              <a:gd name="connsiteY69" fmla="*/ 13436 h 2033355"/>
              <a:gd name="connsiteX70" fmla="*/ 7423540 w 12188936"/>
              <a:gd name="connsiteY70" fmla="*/ 13436 h 2033355"/>
              <a:gd name="connsiteX71" fmla="*/ 7423540 w 12188936"/>
              <a:gd name="connsiteY71" fmla="*/ 1581001 h 2033355"/>
              <a:gd name="connsiteX72" fmla="*/ 6671108 w 12188936"/>
              <a:gd name="connsiteY72" fmla="*/ 1334670 h 2033355"/>
              <a:gd name="connsiteX73" fmla="*/ 6388947 w 12188936"/>
              <a:gd name="connsiteY73" fmla="*/ 998763 h 2033355"/>
              <a:gd name="connsiteX74" fmla="*/ 6671108 w 12188936"/>
              <a:gd name="connsiteY74" fmla="*/ 662856 h 2033355"/>
              <a:gd name="connsiteX75" fmla="*/ 6953270 w 12188936"/>
              <a:gd name="connsiteY75" fmla="*/ 998763 h 2033355"/>
              <a:gd name="connsiteX76" fmla="*/ 6671108 w 12188936"/>
              <a:gd name="connsiteY76" fmla="*/ 1334670 h 2033355"/>
              <a:gd name="connsiteX77" fmla="*/ 4554896 w 12188936"/>
              <a:gd name="connsiteY77" fmla="*/ 344864 h 2033355"/>
              <a:gd name="connsiteX78" fmla="*/ 4729567 w 12188936"/>
              <a:gd name="connsiteY78" fmla="*/ 172432 h 2033355"/>
              <a:gd name="connsiteX79" fmla="*/ 4554896 w 12188936"/>
              <a:gd name="connsiteY79" fmla="*/ 0 h 2033355"/>
              <a:gd name="connsiteX80" fmla="*/ 4380224 w 12188936"/>
              <a:gd name="connsiteY80" fmla="*/ 172432 h 2033355"/>
              <a:gd name="connsiteX81" fmla="*/ 4554896 w 12188936"/>
              <a:gd name="connsiteY81" fmla="*/ 344864 h 2033355"/>
              <a:gd name="connsiteX82" fmla="*/ 5941071 w 12188936"/>
              <a:gd name="connsiteY82" fmla="*/ 1587720 h 2033355"/>
              <a:gd name="connsiteX83" fmla="*/ 6059758 w 12188936"/>
              <a:gd name="connsiteY83" fmla="*/ 1578762 h 2033355"/>
              <a:gd name="connsiteX84" fmla="*/ 6059758 w 12188936"/>
              <a:gd name="connsiteY84" fmla="*/ 1359303 h 2033355"/>
              <a:gd name="connsiteX85" fmla="*/ 6048561 w 12188936"/>
              <a:gd name="connsiteY85" fmla="*/ 1359303 h 2033355"/>
              <a:gd name="connsiteX86" fmla="*/ 5938832 w 12188936"/>
              <a:gd name="connsiteY86" fmla="*/ 1256292 h 2033355"/>
              <a:gd name="connsiteX87" fmla="*/ 5938832 w 12188936"/>
              <a:gd name="connsiteY87" fmla="*/ 830810 h 2033355"/>
              <a:gd name="connsiteX88" fmla="*/ 5564856 w 12188936"/>
              <a:gd name="connsiteY88" fmla="*/ 412046 h 2033355"/>
              <a:gd name="connsiteX89" fmla="*/ 5217752 w 12188936"/>
              <a:gd name="connsiteY89" fmla="*/ 566563 h 2033355"/>
              <a:gd name="connsiteX90" fmla="*/ 5217752 w 12188936"/>
              <a:gd name="connsiteY90" fmla="*/ 438918 h 2033355"/>
              <a:gd name="connsiteX91" fmla="*/ 4940069 w 12188936"/>
              <a:gd name="connsiteY91" fmla="*/ 438918 h 2033355"/>
              <a:gd name="connsiteX92" fmla="*/ 4940069 w 12188936"/>
              <a:gd name="connsiteY92" fmla="*/ 1581001 h 2033355"/>
              <a:gd name="connsiteX93" fmla="*/ 5217752 w 12188936"/>
              <a:gd name="connsiteY93" fmla="*/ 1581001 h 2033355"/>
              <a:gd name="connsiteX94" fmla="*/ 5217752 w 12188936"/>
              <a:gd name="connsiteY94" fmla="*/ 958454 h 2033355"/>
              <a:gd name="connsiteX95" fmla="*/ 5484238 w 12188936"/>
              <a:gd name="connsiteY95" fmla="*/ 662856 h 2033355"/>
              <a:gd name="connsiteX96" fmla="*/ 5661149 w 12188936"/>
              <a:gd name="connsiteY96" fmla="*/ 902470 h 2033355"/>
              <a:gd name="connsiteX97" fmla="*/ 5661149 w 12188936"/>
              <a:gd name="connsiteY97" fmla="*/ 1294361 h 2033355"/>
              <a:gd name="connsiteX98" fmla="*/ 5941071 w 12188936"/>
              <a:gd name="connsiteY98" fmla="*/ 1587720 h 2033355"/>
              <a:gd name="connsiteX99" fmla="*/ 4416054 w 12188936"/>
              <a:gd name="connsiteY99" fmla="*/ 438918 h 2033355"/>
              <a:gd name="connsiteX100" fmla="*/ 4416054 w 12188936"/>
              <a:gd name="connsiteY100" fmla="*/ 1294361 h 2033355"/>
              <a:gd name="connsiteX101" fmla="*/ 4695977 w 12188936"/>
              <a:gd name="connsiteY101" fmla="*/ 1587720 h 2033355"/>
              <a:gd name="connsiteX102" fmla="*/ 4814664 w 12188936"/>
              <a:gd name="connsiteY102" fmla="*/ 1578762 h 2033355"/>
              <a:gd name="connsiteX103" fmla="*/ 4814664 w 12188936"/>
              <a:gd name="connsiteY103" fmla="*/ 1359303 h 2033355"/>
              <a:gd name="connsiteX104" fmla="*/ 4803467 w 12188936"/>
              <a:gd name="connsiteY104" fmla="*/ 1359303 h 2033355"/>
              <a:gd name="connsiteX105" fmla="*/ 4693737 w 12188936"/>
              <a:gd name="connsiteY105" fmla="*/ 1256292 h 2033355"/>
              <a:gd name="connsiteX106" fmla="*/ 4693737 w 12188936"/>
              <a:gd name="connsiteY106" fmla="*/ 438918 h 2033355"/>
              <a:gd name="connsiteX107" fmla="*/ 4416054 w 12188936"/>
              <a:gd name="connsiteY107" fmla="*/ 438918 h 2033355"/>
              <a:gd name="connsiteX108" fmla="*/ 3638990 w 12188936"/>
              <a:gd name="connsiteY108" fmla="*/ 1581001 h 2033355"/>
              <a:gd name="connsiteX109" fmla="*/ 3916673 w 12188936"/>
              <a:gd name="connsiteY109" fmla="*/ 1581001 h 2033355"/>
              <a:gd name="connsiteX110" fmla="*/ 3916673 w 12188936"/>
              <a:gd name="connsiteY110" fmla="*/ 1001002 h 2033355"/>
              <a:gd name="connsiteX111" fmla="*/ 4212271 w 12188936"/>
              <a:gd name="connsiteY111" fmla="*/ 687489 h 2033355"/>
              <a:gd name="connsiteX112" fmla="*/ 4270495 w 12188936"/>
              <a:gd name="connsiteY112" fmla="*/ 691968 h 2033355"/>
              <a:gd name="connsiteX113" fmla="*/ 4270495 w 12188936"/>
              <a:gd name="connsiteY113" fmla="*/ 427721 h 2033355"/>
              <a:gd name="connsiteX114" fmla="*/ 4227947 w 12188936"/>
              <a:gd name="connsiteY114" fmla="*/ 425482 h 2033355"/>
              <a:gd name="connsiteX115" fmla="*/ 3914433 w 12188936"/>
              <a:gd name="connsiteY115" fmla="*/ 566563 h 2033355"/>
              <a:gd name="connsiteX116" fmla="*/ 3914433 w 12188936"/>
              <a:gd name="connsiteY116" fmla="*/ 438918 h 2033355"/>
              <a:gd name="connsiteX117" fmla="*/ 3638990 w 12188936"/>
              <a:gd name="connsiteY117" fmla="*/ 438918 h 2033355"/>
              <a:gd name="connsiteX118" fmla="*/ 3638990 w 12188936"/>
              <a:gd name="connsiteY118" fmla="*/ 1581001 h 2033355"/>
              <a:gd name="connsiteX119" fmla="*/ 2891038 w 12188936"/>
              <a:gd name="connsiteY119" fmla="*/ 1374979 h 2033355"/>
              <a:gd name="connsiteX120" fmla="*/ 2727563 w 12188936"/>
              <a:gd name="connsiteY120" fmla="*/ 1240616 h 2033355"/>
              <a:gd name="connsiteX121" fmla="*/ 3153045 w 12188936"/>
              <a:gd name="connsiteY121" fmla="*/ 1059226 h 2033355"/>
              <a:gd name="connsiteX122" fmla="*/ 2891038 w 12188936"/>
              <a:gd name="connsiteY122" fmla="*/ 1374979 h 2033355"/>
              <a:gd name="connsiteX123" fmla="*/ 2864165 w 12188936"/>
              <a:gd name="connsiteY123" fmla="*/ 1607874 h 2033355"/>
              <a:gd name="connsiteX124" fmla="*/ 3202311 w 12188936"/>
              <a:gd name="connsiteY124" fmla="*/ 1471272 h 2033355"/>
              <a:gd name="connsiteX125" fmla="*/ 3410573 w 12188936"/>
              <a:gd name="connsiteY125" fmla="*/ 1587720 h 2033355"/>
              <a:gd name="connsiteX126" fmla="*/ 3515824 w 12188936"/>
              <a:gd name="connsiteY126" fmla="*/ 1574283 h 2033355"/>
              <a:gd name="connsiteX127" fmla="*/ 3515824 w 12188936"/>
              <a:gd name="connsiteY127" fmla="*/ 1352585 h 2033355"/>
              <a:gd name="connsiteX128" fmla="*/ 3417291 w 12188936"/>
              <a:gd name="connsiteY128" fmla="*/ 1240616 h 2033355"/>
              <a:gd name="connsiteX129" fmla="*/ 3417291 w 12188936"/>
              <a:gd name="connsiteY129" fmla="*/ 904709 h 2033355"/>
              <a:gd name="connsiteX130" fmla="*/ 2906713 w 12188936"/>
              <a:gd name="connsiteY130" fmla="*/ 412046 h 2033355"/>
              <a:gd name="connsiteX131" fmla="*/ 2456598 w 12188936"/>
              <a:gd name="connsiteY131" fmla="*/ 571042 h 2033355"/>
              <a:gd name="connsiteX132" fmla="*/ 2588722 w 12188936"/>
              <a:gd name="connsiteY132" fmla="*/ 786022 h 2033355"/>
              <a:gd name="connsiteX133" fmla="*/ 2906713 w 12188936"/>
              <a:gd name="connsiteY133" fmla="*/ 662856 h 2033355"/>
              <a:gd name="connsiteX134" fmla="*/ 3148566 w 12188936"/>
              <a:gd name="connsiteY134" fmla="*/ 839767 h 2033355"/>
              <a:gd name="connsiteX135" fmla="*/ 2445401 w 12188936"/>
              <a:gd name="connsiteY135" fmla="*/ 1242855 h 2033355"/>
              <a:gd name="connsiteX136" fmla="*/ 2864165 w 12188936"/>
              <a:gd name="connsiteY136" fmla="*/ 1607874 h 2033355"/>
              <a:gd name="connsiteX137" fmla="*/ 1549650 w 12188936"/>
              <a:gd name="connsiteY137" fmla="*/ 857682 h 2033355"/>
              <a:gd name="connsiteX138" fmla="*/ 1818375 w 12188936"/>
              <a:gd name="connsiteY138" fmla="*/ 653899 h 2033355"/>
              <a:gd name="connsiteX139" fmla="*/ 2051271 w 12188936"/>
              <a:gd name="connsiteY139" fmla="*/ 857682 h 2033355"/>
              <a:gd name="connsiteX140" fmla="*/ 1549650 w 12188936"/>
              <a:gd name="connsiteY140" fmla="*/ 857682 h 2033355"/>
              <a:gd name="connsiteX141" fmla="*/ 1845248 w 12188936"/>
              <a:gd name="connsiteY141" fmla="*/ 1607874 h 2033355"/>
              <a:gd name="connsiteX142" fmla="*/ 2346869 w 12188936"/>
              <a:gd name="connsiteY142" fmla="*/ 1370500 h 2033355"/>
              <a:gd name="connsiteX143" fmla="*/ 2149803 w 12188936"/>
              <a:gd name="connsiteY143" fmla="*/ 1198068 h 2033355"/>
              <a:gd name="connsiteX144" fmla="*/ 1845248 w 12188936"/>
              <a:gd name="connsiteY144" fmla="*/ 1357064 h 2033355"/>
              <a:gd name="connsiteX145" fmla="*/ 1540692 w 12188936"/>
              <a:gd name="connsiteY145" fmla="*/ 1081620 h 2033355"/>
              <a:gd name="connsiteX146" fmla="*/ 2324475 w 12188936"/>
              <a:gd name="connsiteY146" fmla="*/ 1081620 h 2033355"/>
              <a:gd name="connsiteX147" fmla="*/ 2333433 w 12188936"/>
              <a:gd name="connsiteY147" fmla="*/ 936060 h 2033355"/>
              <a:gd name="connsiteX148" fmla="*/ 1818375 w 12188936"/>
              <a:gd name="connsiteY148" fmla="*/ 412046 h 2033355"/>
              <a:gd name="connsiteX149" fmla="*/ 1260770 w 12188936"/>
              <a:gd name="connsiteY149" fmla="*/ 1014439 h 2033355"/>
              <a:gd name="connsiteX150" fmla="*/ 1845248 w 12188936"/>
              <a:gd name="connsiteY150" fmla="*/ 1607874 h 2033355"/>
              <a:gd name="connsiteX151" fmla="*/ 282162 w 12188936"/>
              <a:gd name="connsiteY151" fmla="*/ 644941 h 2033355"/>
              <a:gd name="connsiteX152" fmla="*/ 282162 w 12188936"/>
              <a:gd name="connsiteY152" fmla="*/ 264247 h 2033355"/>
              <a:gd name="connsiteX153" fmla="*/ 618068 w 12188936"/>
              <a:gd name="connsiteY153" fmla="*/ 264247 h 2033355"/>
              <a:gd name="connsiteX154" fmla="*/ 828570 w 12188936"/>
              <a:gd name="connsiteY154" fmla="*/ 454594 h 2033355"/>
              <a:gd name="connsiteX155" fmla="*/ 620308 w 12188936"/>
              <a:gd name="connsiteY155" fmla="*/ 644941 h 2033355"/>
              <a:gd name="connsiteX156" fmla="*/ 282162 w 12188936"/>
              <a:gd name="connsiteY156" fmla="*/ 644941 h 2033355"/>
              <a:gd name="connsiteX157" fmla="*/ 282162 w 12188936"/>
              <a:gd name="connsiteY157" fmla="*/ 1330191 h 2033355"/>
              <a:gd name="connsiteX158" fmla="*/ 282162 w 12188936"/>
              <a:gd name="connsiteY158" fmla="*/ 895752 h 2033355"/>
              <a:gd name="connsiteX159" fmla="*/ 633744 w 12188936"/>
              <a:gd name="connsiteY159" fmla="*/ 895752 h 2033355"/>
              <a:gd name="connsiteX160" fmla="*/ 880076 w 12188936"/>
              <a:gd name="connsiteY160" fmla="*/ 1112971 h 2033355"/>
              <a:gd name="connsiteX161" fmla="*/ 633744 w 12188936"/>
              <a:gd name="connsiteY161" fmla="*/ 1330191 h 2033355"/>
              <a:gd name="connsiteX162" fmla="*/ 282162 w 12188936"/>
              <a:gd name="connsiteY162" fmla="*/ 1330191 h 2033355"/>
              <a:gd name="connsiteX163" fmla="*/ 0 w 12188936"/>
              <a:gd name="connsiteY163" fmla="*/ 1581001 h 2033355"/>
              <a:gd name="connsiteX164" fmla="*/ 627026 w 12188936"/>
              <a:gd name="connsiteY164" fmla="*/ 1581001 h 2033355"/>
              <a:gd name="connsiteX165" fmla="*/ 1166716 w 12188936"/>
              <a:gd name="connsiteY165" fmla="*/ 1119689 h 2033355"/>
              <a:gd name="connsiteX166" fmla="*/ 967412 w 12188936"/>
              <a:gd name="connsiteY166" fmla="*/ 747953 h 2033355"/>
              <a:gd name="connsiteX167" fmla="*/ 1110732 w 12188936"/>
              <a:gd name="connsiteY167" fmla="*/ 438918 h 2033355"/>
              <a:gd name="connsiteX168" fmla="*/ 611350 w 12188936"/>
              <a:gd name="connsiteY168" fmla="*/ 13436 h 2033355"/>
              <a:gd name="connsiteX169" fmla="*/ 0 w 12188936"/>
              <a:gd name="connsiteY169" fmla="*/ 13436 h 2033355"/>
              <a:gd name="connsiteX170" fmla="*/ 0 w 12188936"/>
              <a:gd name="connsiteY170" fmla="*/ 1581001 h 2033355"/>
              <a:gd name="connsiteX171" fmla="*/ 6664390 w 12188936"/>
              <a:gd name="connsiteY171" fmla="*/ 2033356 h 2033355"/>
              <a:gd name="connsiteX172" fmla="*/ 7221996 w 12188936"/>
              <a:gd name="connsiteY172" fmla="*/ 1520538 h 2033355"/>
              <a:gd name="connsiteX173" fmla="*/ 7221996 w 12188936"/>
              <a:gd name="connsiteY173" fmla="*/ 438918 h 2033355"/>
              <a:gd name="connsiteX174" fmla="*/ 6944313 w 12188936"/>
              <a:gd name="connsiteY174" fmla="*/ 438918 h 2033355"/>
              <a:gd name="connsiteX175" fmla="*/ 6944313 w 12188936"/>
              <a:gd name="connsiteY175" fmla="*/ 546408 h 2033355"/>
              <a:gd name="connsiteX176" fmla="*/ 6635278 w 12188936"/>
              <a:gd name="connsiteY176" fmla="*/ 412046 h 2033355"/>
              <a:gd name="connsiteX177" fmla="*/ 6106785 w 12188936"/>
              <a:gd name="connsiteY177" fmla="*/ 998763 h 2033355"/>
              <a:gd name="connsiteX178" fmla="*/ 6635278 w 12188936"/>
              <a:gd name="connsiteY178" fmla="*/ 1585480 h 2033355"/>
              <a:gd name="connsiteX179" fmla="*/ 6944313 w 12188936"/>
              <a:gd name="connsiteY179" fmla="*/ 1451118 h 2033355"/>
              <a:gd name="connsiteX180" fmla="*/ 6944313 w 12188936"/>
              <a:gd name="connsiteY180" fmla="*/ 1525017 h 2033355"/>
              <a:gd name="connsiteX181" fmla="*/ 6664390 w 12188936"/>
              <a:gd name="connsiteY181" fmla="*/ 1782546 h 2033355"/>
              <a:gd name="connsiteX182" fmla="*/ 6330723 w 12188936"/>
              <a:gd name="connsiteY182" fmla="*/ 1630268 h 2033355"/>
              <a:gd name="connsiteX183" fmla="*/ 6124700 w 12188936"/>
              <a:gd name="connsiteY183" fmla="*/ 1802700 h 2033355"/>
              <a:gd name="connsiteX184" fmla="*/ 6664390 w 12188936"/>
              <a:gd name="connsiteY184" fmla="*/ 2033356 h 2033355"/>
            </a:gdLst>
            <a:ahLst/>
            <a:cxnLst/>
            <a:rect l="l" t="t" r="r" b="b"/>
            <a:pathLst>
              <a:path w="12188936" h="2033355">
                <a:moveTo>
                  <a:pt x="12014265" y="1587720"/>
                </a:moveTo>
                <a:cubicBezTo>
                  <a:pt x="12061292" y="1587720"/>
                  <a:pt x="12139670" y="1581001"/>
                  <a:pt x="12188936" y="1572044"/>
                </a:cubicBezTo>
                <a:lnTo>
                  <a:pt x="12188936" y="1330191"/>
                </a:lnTo>
                <a:cubicBezTo>
                  <a:pt x="12150867" y="1334670"/>
                  <a:pt x="12110559" y="1341388"/>
                  <a:pt x="12070250" y="1341388"/>
                </a:cubicBezTo>
                <a:cubicBezTo>
                  <a:pt x="11969478" y="1341388"/>
                  <a:pt x="11909014" y="1294361"/>
                  <a:pt x="11909014" y="1177913"/>
                </a:cubicBezTo>
                <a:lnTo>
                  <a:pt x="11909014" y="667335"/>
                </a:lnTo>
                <a:lnTo>
                  <a:pt x="12171021" y="667335"/>
                </a:lnTo>
                <a:lnTo>
                  <a:pt x="12171021" y="438918"/>
                </a:lnTo>
                <a:lnTo>
                  <a:pt x="11909014" y="438918"/>
                </a:lnTo>
                <a:lnTo>
                  <a:pt x="11909014" y="125405"/>
                </a:lnTo>
                <a:lnTo>
                  <a:pt x="11631331" y="125405"/>
                </a:lnTo>
                <a:lnTo>
                  <a:pt x="11631331" y="438918"/>
                </a:lnTo>
                <a:lnTo>
                  <a:pt x="11474575" y="438918"/>
                </a:lnTo>
                <a:lnTo>
                  <a:pt x="11474575" y="667335"/>
                </a:lnTo>
                <a:lnTo>
                  <a:pt x="11631331" y="667335"/>
                </a:lnTo>
                <a:lnTo>
                  <a:pt x="11631331" y="1207025"/>
                </a:lnTo>
                <a:cubicBezTo>
                  <a:pt x="11631331" y="1464554"/>
                  <a:pt x="11776891" y="1587720"/>
                  <a:pt x="12014265" y="1587720"/>
                </a:cubicBezTo>
                <a:close/>
                <a:moveTo>
                  <a:pt x="9962995" y="344864"/>
                </a:moveTo>
                <a:cubicBezTo>
                  <a:pt x="10059288" y="344864"/>
                  <a:pt x="10137666" y="275444"/>
                  <a:pt x="10137666" y="172432"/>
                </a:cubicBezTo>
                <a:cubicBezTo>
                  <a:pt x="10137666" y="69421"/>
                  <a:pt x="10059288" y="0"/>
                  <a:pt x="9962995" y="0"/>
                </a:cubicBezTo>
                <a:cubicBezTo>
                  <a:pt x="9866701" y="0"/>
                  <a:pt x="9788323" y="69421"/>
                  <a:pt x="9788323" y="172432"/>
                </a:cubicBezTo>
                <a:cubicBezTo>
                  <a:pt x="9788323" y="275444"/>
                  <a:pt x="9866701" y="344864"/>
                  <a:pt x="9962995" y="344864"/>
                </a:cubicBezTo>
                <a:close/>
                <a:moveTo>
                  <a:pt x="10348167" y="1581001"/>
                </a:moveTo>
                <a:lnTo>
                  <a:pt x="10625851" y="1581001"/>
                </a:lnTo>
                <a:lnTo>
                  <a:pt x="10625851" y="958454"/>
                </a:lnTo>
                <a:cubicBezTo>
                  <a:pt x="10625851" y="770346"/>
                  <a:pt x="10737819" y="662856"/>
                  <a:pt x="10892336" y="662856"/>
                </a:cubicBezTo>
                <a:cubicBezTo>
                  <a:pt x="11019981" y="662856"/>
                  <a:pt x="11069247" y="750192"/>
                  <a:pt x="11069247" y="902470"/>
                </a:cubicBezTo>
                <a:lnTo>
                  <a:pt x="11069247" y="1294361"/>
                </a:lnTo>
                <a:cubicBezTo>
                  <a:pt x="11069247" y="1482469"/>
                  <a:pt x="11163301" y="1587720"/>
                  <a:pt x="11349169" y="1587720"/>
                </a:cubicBezTo>
                <a:cubicBezTo>
                  <a:pt x="11387239" y="1587720"/>
                  <a:pt x="11429788" y="1587720"/>
                  <a:pt x="11467856" y="1578762"/>
                </a:cubicBezTo>
                <a:lnTo>
                  <a:pt x="11467856" y="1359303"/>
                </a:lnTo>
                <a:lnTo>
                  <a:pt x="11456660" y="1359303"/>
                </a:lnTo>
                <a:cubicBezTo>
                  <a:pt x="11400675" y="1359303"/>
                  <a:pt x="11346930" y="1348106"/>
                  <a:pt x="11346930" y="1256292"/>
                </a:cubicBezTo>
                <a:lnTo>
                  <a:pt x="11346930" y="830810"/>
                </a:lnTo>
                <a:cubicBezTo>
                  <a:pt x="11346930" y="546408"/>
                  <a:pt x="11201371" y="412046"/>
                  <a:pt x="10972954" y="412046"/>
                </a:cubicBezTo>
                <a:cubicBezTo>
                  <a:pt x="10807240" y="412046"/>
                  <a:pt x="10677357" y="490424"/>
                  <a:pt x="10625851" y="566563"/>
                </a:cubicBezTo>
                <a:lnTo>
                  <a:pt x="10625851" y="438918"/>
                </a:lnTo>
                <a:lnTo>
                  <a:pt x="10348167" y="438918"/>
                </a:lnTo>
                <a:lnTo>
                  <a:pt x="10348167" y="1581001"/>
                </a:lnTo>
                <a:close/>
                <a:moveTo>
                  <a:pt x="9824152" y="438918"/>
                </a:moveTo>
                <a:lnTo>
                  <a:pt x="9824152" y="1294361"/>
                </a:lnTo>
                <a:cubicBezTo>
                  <a:pt x="9824152" y="1482469"/>
                  <a:pt x="9918207" y="1587720"/>
                  <a:pt x="10104075" y="1587720"/>
                </a:cubicBezTo>
                <a:cubicBezTo>
                  <a:pt x="10142144" y="1587720"/>
                  <a:pt x="10184693" y="1587720"/>
                  <a:pt x="10222763" y="1578762"/>
                </a:cubicBezTo>
                <a:lnTo>
                  <a:pt x="10222763" y="1359303"/>
                </a:lnTo>
                <a:lnTo>
                  <a:pt x="10211565" y="1359303"/>
                </a:lnTo>
                <a:cubicBezTo>
                  <a:pt x="10155580" y="1359303"/>
                  <a:pt x="10101836" y="1348106"/>
                  <a:pt x="10101836" y="1256292"/>
                </a:cubicBezTo>
                <a:lnTo>
                  <a:pt x="10101836" y="438918"/>
                </a:lnTo>
                <a:lnTo>
                  <a:pt x="9824152" y="438918"/>
                </a:lnTo>
                <a:close/>
                <a:moveTo>
                  <a:pt x="9103073" y="1357064"/>
                </a:moveTo>
                <a:cubicBezTo>
                  <a:pt x="8932881" y="1357064"/>
                  <a:pt x="8809715" y="1222701"/>
                  <a:pt x="8809715" y="1009960"/>
                </a:cubicBezTo>
                <a:cubicBezTo>
                  <a:pt x="8809715" y="797219"/>
                  <a:pt x="8932881" y="662856"/>
                  <a:pt x="9103073" y="662856"/>
                </a:cubicBezTo>
                <a:cubicBezTo>
                  <a:pt x="9273266" y="662856"/>
                  <a:pt x="9396432" y="797219"/>
                  <a:pt x="9396432" y="1009960"/>
                </a:cubicBezTo>
                <a:cubicBezTo>
                  <a:pt x="9396432" y="1222701"/>
                  <a:pt x="9273266" y="1357064"/>
                  <a:pt x="9103073" y="1357064"/>
                </a:cubicBezTo>
                <a:close/>
                <a:moveTo>
                  <a:pt x="9103073" y="1607874"/>
                </a:moveTo>
                <a:cubicBezTo>
                  <a:pt x="9438980" y="1607874"/>
                  <a:pt x="9678594" y="1363782"/>
                  <a:pt x="9678594" y="1009960"/>
                </a:cubicBezTo>
                <a:cubicBezTo>
                  <a:pt x="9678594" y="656138"/>
                  <a:pt x="9438980" y="412046"/>
                  <a:pt x="9103073" y="412046"/>
                </a:cubicBezTo>
                <a:cubicBezTo>
                  <a:pt x="8767166" y="412046"/>
                  <a:pt x="8527553" y="656138"/>
                  <a:pt x="8527553" y="1009960"/>
                </a:cubicBezTo>
                <a:cubicBezTo>
                  <a:pt x="8527553" y="1363782"/>
                  <a:pt x="8767166" y="1607874"/>
                  <a:pt x="9103073" y="1607874"/>
                </a:cubicBezTo>
                <a:close/>
                <a:moveTo>
                  <a:pt x="7705701" y="747953"/>
                </a:moveTo>
                <a:lnTo>
                  <a:pt x="7705701" y="264247"/>
                </a:lnTo>
                <a:lnTo>
                  <a:pt x="7945315" y="264247"/>
                </a:lnTo>
                <a:cubicBezTo>
                  <a:pt x="8131183" y="264247"/>
                  <a:pt x="8218519" y="356061"/>
                  <a:pt x="8218519" y="506100"/>
                </a:cubicBezTo>
                <a:cubicBezTo>
                  <a:pt x="8218519" y="640462"/>
                  <a:pt x="8144619" y="747953"/>
                  <a:pt x="7945315" y="747953"/>
                </a:cubicBezTo>
                <a:lnTo>
                  <a:pt x="7705701" y="747953"/>
                </a:lnTo>
                <a:close/>
                <a:moveTo>
                  <a:pt x="7423540" y="1581001"/>
                </a:moveTo>
                <a:lnTo>
                  <a:pt x="7705701" y="1581001"/>
                </a:lnTo>
                <a:lnTo>
                  <a:pt x="7705701" y="998763"/>
                </a:lnTo>
                <a:lnTo>
                  <a:pt x="7958751" y="998763"/>
                </a:lnTo>
                <a:cubicBezTo>
                  <a:pt x="8308094" y="998763"/>
                  <a:pt x="8505159" y="797219"/>
                  <a:pt x="8505159" y="506100"/>
                </a:cubicBezTo>
                <a:cubicBezTo>
                  <a:pt x="8505159" y="214980"/>
                  <a:pt x="8308094" y="13436"/>
                  <a:pt x="7958751" y="13436"/>
                </a:cubicBezTo>
                <a:lnTo>
                  <a:pt x="7423540" y="13436"/>
                </a:lnTo>
                <a:lnTo>
                  <a:pt x="7423540" y="1581001"/>
                </a:lnTo>
                <a:close/>
                <a:moveTo>
                  <a:pt x="6671108" y="1334670"/>
                </a:moveTo>
                <a:cubicBezTo>
                  <a:pt x="6518830" y="1334670"/>
                  <a:pt x="6388947" y="1215983"/>
                  <a:pt x="6388947" y="998763"/>
                </a:cubicBezTo>
                <a:cubicBezTo>
                  <a:pt x="6388947" y="781543"/>
                  <a:pt x="6518830" y="662856"/>
                  <a:pt x="6671108" y="662856"/>
                </a:cubicBezTo>
                <a:cubicBezTo>
                  <a:pt x="6823386" y="662856"/>
                  <a:pt x="6953270" y="781543"/>
                  <a:pt x="6953270" y="998763"/>
                </a:cubicBezTo>
                <a:cubicBezTo>
                  <a:pt x="6953270" y="1215983"/>
                  <a:pt x="6823386" y="1334670"/>
                  <a:pt x="6671108" y="1334670"/>
                </a:cubicBezTo>
                <a:close/>
                <a:moveTo>
                  <a:pt x="4554896" y="344864"/>
                </a:moveTo>
                <a:cubicBezTo>
                  <a:pt x="4648950" y="344864"/>
                  <a:pt x="4729567" y="270965"/>
                  <a:pt x="4729567" y="172432"/>
                </a:cubicBezTo>
                <a:cubicBezTo>
                  <a:pt x="4729567" y="73900"/>
                  <a:pt x="4648950" y="0"/>
                  <a:pt x="4554896" y="0"/>
                </a:cubicBezTo>
                <a:cubicBezTo>
                  <a:pt x="4460842" y="0"/>
                  <a:pt x="4380224" y="73900"/>
                  <a:pt x="4380224" y="172432"/>
                </a:cubicBezTo>
                <a:cubicBezTo>
                  <a:pt x="4380224" y="270965"/>
                  <a:pt x="4460842" y="344864"/>
                  <a:pt x="4554896" y="344864"/>
                </a:cubicBezTo>
                <a:close/>
                <a:moveTo>
                  <a:pt x="5941071" y="1587720"/>
                </a:moveTo>
                <a:cubicBezTo>
                  <a:pt x="5979140" y="1587720"/>
                  <a:pt x="6021689" y="1587720"/>
                  <a:pt x="6059758" y="1578762"/>
                </a:cubicBezTo>
                <a:lnTo>
                  <a:pt x="6059758" y="1359303"/>
                </a:lnTo>
                <a:lnTo>
                  <a:pt x="6048561" y="1359303"/>
                </a:lnTo>
                <a:cubicBezTo>
                  <a:pt x="5992577" y="1359303"/>
                  <a:pt x="5938832" y="1348106"/>
                  <a:pt x="5938832" y="1256292"/>
                </a:cubicBezTo>
                <a:lnTo>
                  <a:pt x="5938832" y="830810"/>
                </a:lnTo>
                <a:cubicBezTo>
                  <a:pt x="5938832" y="546408"/>
                  <a:pt x="5793272" y="412046"/>
                  <a:pt x="5564856" y="412046"/>
                </a:cubicBezTo>
                <a:cubicBezTo>
                  <a:pt x="5399142" y="412046"/>
                  <a:pt x="5269258" y="490424"/>
                  <a:pt x="5217752" y="566563"/>
                </a:cubicBezTo>
                <a:lnTo>
                  <a:pt x="5217752" y="438918"/>
                </a:lnTo>
                <a:lnTo>
                  <a:pt x="4940069" y="438918"/>
                </a:lnTo>
                <a:lnTo>
                  <a:pt x="4940069" y="1581001"/>
                </a:lnTo>
                <a:lnTo>
                  <a:pt x="5217752" y="1581001"/>
                </a:lnTo>
                <a:lnTo>
                  <a:pt x="5217752" y="958454"/>
                </a:lnTo>
                <a:cubicBezTo>
                  <a:pt x="5217752" y="770346"/>
                  <a:pt x="5329721" y="662856"/>
                  <a:pt x="5484238" y="662856"/>
                </a:cubicBezTo>
                <a:cubicBezTo>
                  <a:pt x="5611882" y="662856"/>
                  <a:pt x="5661149" y="750192"/>
                  <a:pt x="5661149" y="902470"/>
                </a:cubicBezTo>
                <a:lnTo>
                  <a:pt x="5661149" y="1294361"/>
                </a:lnTo>
                <a:cubicBezTo>
                  <a:pt x="5661149" y="1482469"/>
                  <a:pt x="5755203" y="1587720"/>
                  <a:pt x="5941071" y="1587720"/>
                </a:cubicBezTo>
                <a:close/>
                <a:moveTo>
                  <a:pt x="4416054" y="438918"/>
                </a:moveTo>
                <a:lnTo>
                  <a:pt x="4416054" y="1294361"/>
                </a:lnTo>
                <a:cubicBezTo>
                  <a:pt x="4416054" y="1482469"/>
                  <a:pt x="4510109" y="1587720"/>
                  <a:pt x="4695977" y="1587720"/>
                </a:cubicBezTo>
                <a:cubicBezTo>
                  <a:pt x="4734046" y="1587720"/>
                  <a:pt x="4776594" y="1587720"/>
                  <a:pt x="4814664" y="1578762"/>
                </a:cubicBezTo>
                <a:lnTo>
                  <a:pt x="4814664" y="1359303"/>
                </a:lnTo>
                <a:lnTo>
                  <a:pt x="4803467" y="1359303"/>
                </a:lnTo>
                <a:cubicBezTo>
                  <a:pt x="4747482" y="1359303"/>
                  <a:pt x="4693737" y="1348106"/>
                  <a:pt x="4693737" y="1256292"/>
                </a:cubicBezTo>
                <a:lnTo>
                  <a:pt x="4693737" y="438918"/>
                </a:lnTo>
                <a:lnTo>
                  <a:pt x="4416054" y="438918"/>
                </a:lnTo>
                <a:close/>
                <a:moveTo>
                  <a:pt x="3638990" y="1581001"/>
                </a:moveTo>
                <a:lnTo>
                  <a:pt x="3916673" y="1581001"/>
                </a:lnTo>
                <a:lnTo>
                  <a:pt x="3916673" y="1001002"/>
                </a:lnTo>
                <a:cubicBezTo>
                  <a:pt x="3916673" y="761389"/>
                  <a:pt x="4026403" y="687489"/>
                  <a:pt x="4212271" y="687489"/>
                </a:cubicBezTo>
                <a:cubicBezTo>
                  <a:pt x="4234665" y="687489"/>
                  <a:pt x="4259298" y="689729"/>
                  <a:pt x="4270495" y="691968"/>
                </a:cubicBezTo>
                <a:lnTo>
                  <a:pt x="4270495" y="427721"/>
                </a:lnTo>
                <a:cubicBezTo>
                  <a:pt x="4254819" y="425482"/>
                  <a:pt x="4241383" y="425482"/>
                  <a:pt x="4227947" y="425482"/>
                </a:cubicBezTo>
                <a:cubicBezTo>
                  <a:pt x="4057754" y="425482"/>
                  <a:pt x="3968179" y="492663"/>
                  <a:pt x="3914433" y="566563"/>
                </a:cubicBezTo>
                <a:lnTo>
                  <a:pt x="3914433" y="438918"/>
                </a:lnTo>
                <a:lnTo>
                  <a:pt x="3638990" y="438918"/>
                </a:lnTo>
                <a:lnTo>
                  <a:pt x="3638990" y="1581001"/>
                </a:lnTo>
                <a:close/>
                <a:moveTo>
                  <a:pt x="2891038" y="1374979"/>
                </a:moveTo>
                <a:cubicBezTo>
                  <a:pt x="2810420" y="1374979"/>
                  <a:pt x="2727563" y="1334670"/>
                  <a:pt x="2727563" y="1240616"/>
                </a:cubicBezTo>
                <a:cubicBezTo>
                  <a:pt x="2727563" y="1110732"/>
                  <a:pt x="2852968" y="1059226"/>
                  <a:pt x="3153045" y="1059226"/>
                </a:cubicBezTo>
                <a:cubicBezTo>
                  <a:pt x="3153045" y="1269728"/>
                  <a:pt x="3058991" y="1374979"/>
                  <a:pt x="2891038" y="1374979"/>
                </a:cubicBezTo>
                <a:close/>
                <a:moveTo>
                  <a:pt x="2864165" y="1607874"/>
                </a:moveTo>
                <a:cubicBezTo>
                  <a:pt x="3043315" y="1607874"/>
                  <a:pt x="3146327" y="1538453"/>
                  <a:pt x="3202311" y="1471272"/>
                </a:cubicBezTo>
                <a:cubicBezTo>
                  <a:pt x="3222466" y="1525017"/>
                  <a:pt x="3282929" y="1587720"/>
                  <a:pt x="3410573" y="1587720"/>
                </a:cubicBezTo>
                <a:cubicBezTo>
                  <a:pt x="3437446" y="1587720"/>
                  <a:pt x="3477755" y="1585480"/>
                  <a:pt x="3515824" y="1574283"/>
                </a:cubicBezTo>
                <a:lnTo>
                  <a:pt x="3515824" y="1352585"/>
                </a:lnTo>
                <a:cubicBezTo>
                  <a:pt x="3482233" y="1352585"/>
                  <a:pt x="3417291" y="1359303"/>
                  <a:pt x="3417291" y="1240616"/>
                </a:cubicBezTo>
                <a:lnTo>
                  <a:pt x="3417291" y="904709"/>
                </a:lnTo>
                <a:cubicBezTo>
                  <a:pt x="3417291" y="535212"/>
                  <a:pt x="3204551" y="412046"/>
                  <a:pt x="2906713" y="412046"/>
                </a:cubicBezTo>
                <a:cubicBezTo>
                  <a:pt x="2669339" y="412046"/>
                  <a:pt x="2510343" y="528493"/>
                  <a:pt x="2456598" y="571042"/>
                </a:cubicBezTo>
                <a:lnTo>
                  <a:pt x="2588722" y="786022"/>
                </a:lnTo>
                <a:cubicBezTo>
                  <a:pt x="2642467" y="743474"/>
                  <a:pt x="2756675" y="662856"/>
                  <a:pt x="2906713" y="662856"/>
                </a:cubicBezTo>
                <a:cubicBezTo>
                  <a:pt x="3052273" y="662856"/>
                  <a:pt x="3137369" y="718841"/>
                  <a:pt x="3148566" y="839767"/>
                </a:cubicBezTo>
                <a:cubicBezTo>
                  <a:pt x="2976134" y="839767"/>
                  <a:pt x="2445401" y="833049"/>
                  <a:pt x="2445401" y="1242855"/>
                </a:cubicBezTo>
                <a:cubicBezTo>
                  <a:pt x="2445401" y="1480229"/>
                  <a:pt x="2637988" y="1607874"/>
                  <a:pt x="2864165" y="1607874"/>
                </a:cubicBezTo>
                <a:close/>
                <a:moveTo>
                  <a:pt x="1549650" y="857682"/>
                </a:moveTo>
                <a:cubicBezTo>
                  <a:pt x="1585480" y="721080"/>
                  <a:pt x="1692970" y="653899"/>
                  <a:pt x="1818375" y="653899"/>
                </a:cubicBezTo>
                <a:cubicBezTo>
                  <a:pt x="1925865" y="653899"/>
                  <a:pt x="2040074" y="705404"/>
                  <a:pt x="2051271" y="857682"/>
                </a:cubicBezTo>
                <a:lnTo>
                  <a:pt x="1549650" y="857682"/>
                </a:lnTo>
                <a:close/>
                <a:moveTo>
                  <a:pt x="1845248" y="1607874"/>
                </a:moveTo>
                <a:cubicBezTo>
                  <a:pt x="2087101" y="1607874"/>
                  <a:pt x="2266251" y="1477990"/>
                  <a:pt x="2346869" y="1370500"/>
                </a:cubicBezTo>
                <a:lnTo>
                  <a:pt x="2149803" y="1198068"/>
                </a:lnTo>
                <a:cubicBezTo>
                  <a:pt x="2098298" y="1263010"/>
                  <a:pt x="2004244" y="1357064"/>
                  <a:pt x="1845248" y="1357064"/>
                </a:cubicBezTo>
                <a:cubicBezTo>
                  <a:pt x="1670576" y="1357064"/>
                  <a:pt x="1549650" y="1236137"/>
                  <a:pt x="1540692" y="1081620"/>
                </a:cubicBezTo>
                <a:lnTo>
                  <a:pt x="2324475" y="1081620"/>
                </a:lnTo>
                <a:cubicBezTo>
                  <a:pt x="2331193" y="1034593"/>
                  <a:pt x="2333433" y="1001002"/>
                  <a:pt x="2333433" y="936060"/>
                </a:cubicBezTo>
                <a:cubicBezTo>
                  <a:pt x="2333433" y="660617"/>
                  <a:pt x="2174437" y="412046"/>
                  <a:pt x="1818375" y="412046"/>
                </a:cubicBezTo>
                <a:cubicBezTo>
                  <a:pt x="1493665" y="412046"/>
                  <a:pt x="1260770" y="665096"/>
                  <a:pt x="1260770" y="1014439"/>
                </a:cubicBezTo>
                <a:cubicBezTo>
                  <a:pt x="1260770" y="1357064"/>
                  <a:pt x="1500384" y="1607874"/>
                  <a:pt x="1845248" y="1607874"/>
                </a:cubicBezTo>
                <a:close/>
                <a:moveTo>
                  <a:pt x="282162" y="644941"/>
                </a:moveTo>
                <a:lnTo>
                  <a:pt x="282162" y="264247"/>
                </a:lnTo>
                <a:lnTo>
                  <a:pt x="618068" y="264247"/>
                </a:lnTo>
                <a:cubicBezTo>
                  <a:pt x="759149" y="264247"/>
                  <a:pt x="828570" y="338146"/>
                  <a:pt x="828570" y="454594"/>
                </a:cubicBezTo>
                <a:cubicBezTo>
                  <a:pt x="828570" y="571042"/>
                  <a:pt x="756910" y="644941"/>
                  <a:pt x="620308" y="644941"/>
                </a:cubicBezTo>
                <a:lnTo>
                  <a:pt x="282162" y="644941"/>
                </a:lnTo>
                <a:close/>
                <a:moveTo>
                  <a:pt x="282162" y="1330191"/>
                </a:moveTo>
                <a:lnTo>
                  <a:pt x="282162" y="895752"/>
                </a:lnTo>
                <a:lnTo>
                  <a:pt x="633744" y="895752"/>
                </a:lnTo>
                <a:cubicBezTo>
                  <a:pt x="792740" y="895752"/>
                  <a:pt x="880076" y="976369"/>
                  <a:pt x="880076" y="1112971"/>
                </a:cubicBezTo>
                <a:cubicBezTo>
                  <a:pt x="880076" y="1249573"/>
                  <a:pt x="797219" y="1330191"/>
                  <a:pt x="633744" y="1330191"/>
                </a:cubicBezTo>
                <a:lnTo>
                  <a:pt x="282162" y="1330191"/>
                </a:lnTo>
                <a:close/>
                <a:moveTo>
                  <a:pt x="0" y="1581001"/>
                </a:moveTo>
                <a:lnTo>
                  <a:pt x="627026" y="1581001"/>
                </a:lnTo>
                <a:cubicBezTo>
                  <a:pt x="985327" y="1581001"/>
                  <a:pt x="1166716" y="1395133"/>
                  <a:pt x="1166716" y="1119689"/>
                </a:cubicBezTo>
                <a:cubicBezTo>
                  <a:pt x="1166716" y="962933"/>
                  <a:pt x="1099535" y="821852"/>
                  <a:pt x="967412" y="747953"/>
                </a:cubicBezTo>
                <a:cubicBezTo>
                  <a:pt x="1065944" y="674053"/>
                  <a:pt x="1110732" y="562084"/>
                  <a:pt x="1110732" y="438918"/>
                </a:cubicBezTo>
                <a:cubicBezTo>
                  <a:pt x="1110732" y="192587"/>
                  <a:pt x="945018" y="13436"/>
                  <a:pt x="611350" y="13436"/>
                </a:cubicBezTo>
                <a:lnTo>
                  <a:pt x="0" y="13436"/>
                </a:lnTo>
                <a:lnTo>
                  <a:pt x="0" y="1581001"/>
                </a:lnTo>
                <a:close/>
                <a:moveTo>
                  <a:pt x="6664390" y="2033356"/>
                </a:moveTo>
                <a:cubicBezTo>
                  <a:pt x="6879371" y="2033356"/>
                  <a:pt x="7221996" y="1919148"/>
                  <a:pt x="7221996" y="1520538"/>
                </a:cubicBezTo>
                <a:lnTo>
                  <a:pt x="7221996" y="438918"/>
                </a:lnTo>
                <a:lnTo>
                  <a:pt x="6944313" y="438918"/>
                </a:lnTo>
                <a:lnTo>
                  <a:pt x="6944313" y="546408"/>
                </a:lnTo>
                <a:cubicBezTo>
                  <a:pt x="6886089" y="472509"/>
                  <a:pt x="6798753" y="412046"/>
                  <a:pt x="6635278" y="412046"/>
                </a:cubicBezTo>
                <a:cubicBezTo>
                  <a:pt x="6350877" y="412046"/>
                  <a:pt x="6106785" y="640462"/>
                  <a:pt x="6106785" y="998763"/>
                </a:cubicBezTo>
                <a:cubicBezTo>
                  <a:pt x="6106785" y="1357064"/>
                  <a:pt x="6350877" y="1585480"/>
                  <a:pt x="6635278" y="1585480"/>
                </a:cubicBezTo>
                <a:cubicBezTo>
                  <a:pt x="6798753" y="1585480"/>
                  <a:pt x="6886089" y="1527256"/>
                  <a:pt x="6944313" y="1451118"/>
                </a:cubicBezTo>
                <a:lnTo>
                  <a:pt x="6944313" y="1525017"/>
                </a:lnTo>
                <a:cubicBezTo>
                  <a:pt x="6944313" y="1692970"/>
                  <a:pt x="6823386" y="1782546"/>
                  <a:pt x="6664390" y="1782546"/>
                </a:cubicBezTo>
                <a:cubicBezTo>
                  <a:pt x="6489719" y="1782546"/>
                  <a:pt x="6377750" y="1684013"/>
                  <a:pt x="6330723" y="1630268"/>
                </a:cubicBezTo>
                <a:lnTo>
                  <a:pt x="6124700" y="1802700"/>
                </a:lnTo>
                <a:cubicBezTo>
                  <a:pt x="6171727" y="1856445"/>
                  <a:pt x="6330723" y="2033356"/>
                  <a:pt x="6664390" y="2033356"/>
                </a:cubicBezTo>
                <a:close/>
              </a:path>
            </a:pathLst>
          </a:custGeom>
          <a:solidFill>
            <a:schemeClr val="tx1"/>
          </a:solidFill>
          <a:ln w="8133">
            <a:noFill/>
            <a:prstDash val="solid"/>
          </a:ln>
        </p:spPr>
        <p:txBody>
          <a:bodyPr anchor="ctr"/>
          <a:lstStyle/>
          <a:p>
            <a:endParaRPr/>
          </a:p>
        </p:txBody>
      </p:sp>
      <p:sp>
        <p:nvSpPr>
          <p:cNvPr id="2" name="BearingPoint Logo">
            <a:extLst>
              <a:ext uri="{FF2B5EF4-FFF2-40B4-BE49-F238E27FC236}">
                <a16:creationId xmlns:a16="http://schemas.microsoft.com/office/drawing/2014/main" id="{B36F09B8-E5BC-3572-8EF5-24CC62098EF9}"/>
              </a:ext>
            </a:extLst>
          </p:cNvPr>
          <p:cNvSpPr>
            <a:spLocks noGrp="1"/>
          </p:cNvSpPr>
          <p:nvPr/>
        </p:nvSpPr>
        <p:spPr>
          <a:xfrm>
            <a:off x="384175" y="358775"/>
            <a:ext cx="1747838" cy="291574"/>
          </a:xfrm>
          <a:custGeom>
            <a:avLst/>
            <a:gdLst>
              <a:gd name="connsiteX0" fmla="*/ 12014265 w 12188936"/>
              <a:gd name="connsiteY0" fmla="*/ 1587720 h 2033355"/>
              <a:gd name="connsiteX1" fmla="*/ 12188936 w 12188936"/>
              <a:gd name="connsiteY1" fmla="*/ 1572044 h 2033355"/>
              <a:gd name="connsiteX2" fmla="*/ 12188936 w 12188936"/>
              <a:gd name="connsiteY2" fmla="*/ 1330191 h 2033355"/>
              <a:gd name="connsiteX3" fmla="*/ 12070250 w 12188936"/>
              <a:gd name="connsiteY3" fmla="*/ 1341388 h 2033355"/>
              <a:gd name="connsiteX4" fmla="*/ 11909014 w 12188936"/>
              <a:gd name="connsiteY4" fmla="*/ 1177913 h 2033355"/>
              <a:gd name="connsiteX5" fmla="*/ 11909014 w 12188936"/>
              <a:gd name="connsiteY5" fmla="*/ 667335 h 2033355"/>
              <a:gd name="connsiteX6" fmla="*/ 12171021 w 12188936"/>
              <a:gd name="connsiteY6" fmla="*/ 667335 h 2033355"/>
              <a:gd name="connsiteX7" fmla="*/ 12171021 w 12188936"/>
              <a:gd name="connsiteY7" fmla="*/ 438918 h 2033355"/>
              <a:gd name="connsiteX8" fmla="*/ 11909014 w 12188936"/>
              <a:gd name="connsiteY8" fmla="*/ 438918 h 2033355"/>
              <a:gd name="connsiteX9" fmla="*/ 11909014 w 12188936"/>
              <a:gd name="connsiteY9" fmla="*/ 125405 h 2033355"/>
              <a:gd name="connsiteX10" fmla="*/ 11631331 w 12188936"/>
              <a:gd name="connsiteY10" fmla="*/ 125405 h 2033355"/>
              <a:gd name="connsiteX11" fmla="*/ 11631331 w 12188936"/>
              <a:gd name="connsiteY11" fmla="*/ 438918 h 2033355"/>
              <a:gd name="connsiteX12" fmla="*/ 11474575 w 12188936"/>
              <a:gd name="connsiteY12" fmla="*/ 438918 h 2033355"/>
              <a:gd name="connsiteX13" fmla="*/ 11474575 w 12188936"/>
              <a:gd name="connsiteY13" fmla="*/ 667335 h 2033355"/>
              <a:gd name="connsiteX14" fmla="*/ 11631331 w 12188936"/>
              <a:gd name="connsiteY14" fmla="*/ 667335 h 2033355"/>
              <a:gd name="connsiteX15" fmla="*/ 11631331 w 12188936"/>
              <a:gd name="connsiteY15" fmla="*/ 1207025 h 2033355"/>
              <a:gd name="connsiteX16" fmla="*/ 12014265 w 12188936"/>
              <a:gd name="connsiteY16" fmla="*/ 1587720 h 2033355"/>
              <a:gd name="connsiteX17" fmla="*/ 9962995 w 12188936"/>
              <a:gd name="connsiteY17" fmla="*/ 344864 h 2033355"/>
              <a:gd name="connsiteX18" fmla="*/ 10137666 w 12188936"/>
              <a:gd name="connsiteY18" fmla="*/ 172432 h 2033355"/>
              <a:gd name="connsiteX19" fmla="*/ 9962995 w 12188936"/>
              <a:gd name="connsiteY19" fmla="*/ 0 h 2033355"/>
              <a:gd name="connsiteX20" fmla="*/ 9788323 w 12188936"/>
              <a:gd name="connsiteY20" fmla="*/ 172432 h 2033355"/>
              <a:gd name="connsiteX21" fmla="*/ 9962995 w 12188936"/>
              <a:gd name="connsiteY21" fmla="*/ 344864 h 2033355"/>
              <a:gd name="connsiteX22" fmla="*/ 10348167 w 12188936"/>
              <a:gd name="connsiteY22" fmla="*/ 1581001 h 2033355"/>
              <a:gd name="connsiteX23" fmla="*/ 10625851 w 12188936"/>
              <a:gd name="connsiteY23" fmla="*/ 1581001 h 2033355"/>
              <a:gd name="connsiteX24" fmla="*/ 10625851 w 12188936"/>
              <a:gd name="connsiteY24" fmla="*/ 958454 h 2033355"/>
              <a:gd name="connsiteX25" fmla="*/ 10892336 w 12188936"/>
              <a:gd name="connsiteY25" fmla="*/ 662856 h 2033355"/>
              <a:gd name="connsiteX26" fmla="*/ 11069247 w 12188936"/>
              <a:gd name="connsiteY26" fmla="*/ 902470 h 2033355"/>
              <a:gd name="connsiteX27" fmla="*/ 11069247 w 12188936"/>
              <a:gd name="connsiteY27" fmla="*/ 1294361 h 2033355"/>
              <a:gd name="connsiteX28" fmla="*/ 11349169 w 12188936"/>
              <a:gd name="connsiteY28" fmla="*/ 1587720 h 2033355"/>
              <a:gd name="connsiteX29" fmla="*/ 11467856 w 12188936"/>
              <a:gd name="connsiteY29" fmla="*/ 1578762 h 2033355"/>
              <a:gd name="connsiteX30" fmla="*/ 11467856 w 12188936"/>
              <a:gd name="connsiteY30" fmla="*/ 1359303 h 2033355"/>
              <a:gd name="connsiteX31" fmla="*/ 11456660 w 12188936"/>
              <a:gd name="connsiteY31" fmla="*/ 1359303 h 2033355"/>
              <a:gd name="connsiteX32" fmla="*/ 11346930 w 12188936"/>
              <a:gd name="connsiteY32" fmla="*/ 1256292 h 2033355"/>
              <a:gd name="connsiteX33" fmla="*/ 11346930 w 12188936"/>
              <a:gd name="connsiteY33" fmla="*/ 830810 h 2033355"/>
              <a:gd name="connsiteX34" fmla="*/ 10972954 w 12188936"/>
              <a:gd name="connsiteY34" fmla="*/ 412046 h 2033355"/>
              <a:gd name="connsiteX35" fmla="*/ 10625851 w 12188936"/>
              <a:gd name="connsiteY35" fmla="*/ 566563 h 2033355"/>
              <a:gd name="connsiteX36" fmla="*/ 10625851 w 12188936"/>
              <a:gd name="connsiteY36" fmla="*/ 438918 h 2033355"/>
              <a:gd name="connsiteX37" fmla="*/ 10348167 w 12188936"/>
              <a:gd name="connsiteY37" fmla="*/ 438918 h 2033355"/>
              <a:gd name="connsiteX38" fmla="*/ 10348167 w 12188936"/>
              <a:gd name="connsiteY38" fmla="*/ 1581001 h 2033355"/>
              <a:gd name="connsiteX39" fmla="*/ 9824152 w 12188936"/>
              <a:gd name="connsiteY39" fmla="*/ 438918 h 2033355"/>
              <a:gd name="connsiteX40" fmla="*/ 9824152 w 12188936"/>
              <a:gd name="connsiteY40" fmla="*/ 1294361 h 2033355"/>
              <a:gd name="connsiteX41" fmla="*/ 10104075 w 12188936"/>
              <a:gd name="connsiteY41" fmla="*/ 1587720 h 2033355"/>
              <a:gd name="connsiteX42" fmla="*/ 10222763 w 12188936"/>
              <a:gd name="connsiteY42" fmla="*/ 1578762 h 2033355"/>
              <a:gd name="connsiteX43" fmla="*/ 10222763 w 12188936"/>
              <a:gd name="connsiteY43" fmla="*/ 1359303 h 2033355"/>
              <a:gd name="connsiteX44" fmla="*/ 10211565 w 12188936"/>
              <a:gd name="connsiteY44" fmla="*/ 1359303 h 2033355"/>
              <a:gd name="connsiteX45" fmla="*/ 10101836 w 12188936"/>
              <a:gd name="connsiteY45" fmla="*/ 1256292 h 2033355"/>
              <a:gd name="connsiteX46" fmla="*/ 10101836 w 12188936"/>
              <a:gd name="connsiteY46" fmla="*/ 438918 h 2033355"/>
              <a:gd name="connsiteX47" fmla="*/ 9824152 w 12188936"/>
              <a:gd name="connsiteY47" fmla="*/ 438918 h 2033355"/>
              <a:gd name="connsiteX48" fmla="*/ 9103073 w 12188936"/>
              <a:gd name="connsiteY48" fmla="*/ 1357064 h 2033355"/>
              <a:gd name="connsiteX49" fmla="*/ 8809715 w 12188936"/>
              <a:gd name="connsiteY49" fmla="*/ 1009960 h 2033355"/>
              <a:gd name="connsiteX50" fmla="*/ 9103073 w 12188936"/>
              <a:gd name="connsiteY50" fmla="*/ 662856 h 2033355"/>
              <a:gd name="connsiteX51" fmla="*/ 9396432 w 12188936"/>
              <a:gd name="connsiteY51" fmla="*/ 1009960 h 2033355"/>
              <a:gd name="connsiteX52" fmla="*/ 9103073 w 12188936"/>
              <a:gd name="connsiteY52" fmla="*/ 1357064 h 2033355"/>
              <a:gd name="connsiteX53" fmla="*/ 9103073 w 12188936"/>
              <a:gd name="connsiteY53" fmla="*/ 1607874 h 2033355"/>
              <a:gd name="connsiteX54" fmla="*/ 9678594 w 12188936"/>
              <a:gd name="connsiteY54" fmla="*/ 1009960 h 2033355"/>
              <a:gd name="connsiteX55" fmla="*/ 9103073 w 12188936"/>
              <a:gd name="connsiteY55" fmla="*/ 412046 h 2033355"/>
              <a:gd name="connsiteX56" fmla="*/ 8527553 w 12188936"/>
              <a:gd name="connsiteY56" fmla="*/ 1009960 h 2033355"/>
              <a:gd name="connsiteX57" fmla="*/ 9103073 w 12188936"/>
              <a:gd name="connsiteY57" fmla="*/ 1607874 h 2033355"/>
              <a:gd name="connsiteX58" fmla="*/ 7705701 w 12188936"/>
              <a:gd name="connsiteY58" fmla="*/ 747953 h 2033355"/>
              <a:gd name="connsiteX59" fmla="*/ 7705701 w 12188936"/>
              <a:gd name="connsiteY59" fmla="*/ 264247 h 2033355"/>
              <a:gd name="connsiteX60" fmla="*/ 7945315 w 12188936"/>
              <a:gd name="connsiteY60" fmla="*/ 264247 h 2033355"/>
              <a:gd name="connsiteX61" fmla="*/ 8218519 w 12188936"/>
              <a:gd name="connsiteY61" fmla="*/ 506100 h 2033355"/>
              <a:gd name="connsiteX62" fmla="*/ 7945315 w 12188936"/>
              <a:gd name="connsiteY62" fmla="*/ 747953 h 2033355"/>
              <a:gd name="connsiteX63" fmla="*/ 7705701 w 12188936"/>
              <a:gd name="connsiteY63" fmla="*/ 747953 h 2033355"/>
              <a:gd name="connsiteX64" fmla="*/ 7423540 w 12188936"/>
              <a:gd name="connsiteY64" fmla="*/ 1581001 h 2033355"/>
              <a:gd name="connsiteX65" fmla="*/ 7705701 w 12188936"/>
              <a:gd name="connsiteY65" fmla="*/ 1581001 h 2033355"/>
              <a:gd name="connsiteX66" fmla="*/ 7705701 w 12188936"/>
              <a:gd name="connsiteY66" fmla="*/ 998763 h 2033355"/>
              <a:gd name="connsiteX67" fmla="*/ 7958751 w 12188936"/>
              <a:gd name="connsiteY67" fmla="*/ 998763 h 2033355"/>
              <a:gd name="connsiteX68" fmla="*/ 8505159 w 12188936"/>
              <a:gd name="connsiteY68" fmla="*/ 506100 h 2033355"/>
              <a:gd name="connsiteX69" fmla="*/ 7958751 w 12188936"/>
              <a:gd name="connsiteY69" fmla="*/ 13436 h 2033355"/>
              <a:gd name="connsiteX70" fmla="*/ 7423540 w 12188936"/>
              <a:gd name="connsiteY70" fmla="*/ 13436 h 2033355"/>
              <a:gd name="connsiteX71" fmla="*/ 7423540 w 12188936"/>
              <a:gd name="connsiteY71" fmla="*/ 1581001 h 2033355"/>
              <a:gd name="connsiteX72" fmla="*/ 6671108 w 12188936"/>
              <a:gd name="connsiteY72" fmla="*/ 1334670 h 2033355"/>
              <a:gd name="connsiteX73" fmla="*/ 6388947 w 12188936"/>
              <a:gd name="connsiteY73" fmla="*/ 998763 h 2033355"/>
              <a:gd name="connsiteX74" fmla="*/ 6671108 w 12188936"/>
              <a:gd name="connsiteY74" fmla="*/ 662856 h 2033355"/>
              <a:gd name="connsiteX75" fmla="*/ 6953270 w 12188936"/>
              <a:gd name="connsiteY75" fmla="*/ 998763 h 2033355"/>
              <a:gd name="connsiteX76" fmla="*/ 6671108 w 12188936"/>
              <a:gd name="connsiteY76" fmla="*/ 1334670 h 2033355"/>
              <a:gd name="connsiteX77" fmla="*/ 4554896 w 12188936"/>
              <a:gd name="connsiteY77" fmla="*/ 344864 h 2033355"/>
              <a:gd name="connsiteX78" fmla="*/ 4729567 w 12188936"/>
              <a:gd name="connsiteY78" fmla="*/ 172432 h 2033355"/>
              <a:gd name="connsiteX79" fmla="*/ 4554896 w 12188936"/>
              <a:gd name="connsiteY79" fmla="*/ 0 h 2033355"/>
              <a:gd name="connsiteX80" fmla="*/ 4380224 w 12188936"/>
              <a:gd name="connsiteY80" fmla="*/ 172432 h 2033355"/>
              <a:gd name="connsiteX81" fmla="*/ 4554896 w 12188936"/>
              <a:gd name="connsiteY81" fmla="*/ 344864 h 2033355"/>
              <a:gd name="connsiteX82" fmla="*/ 5941071 w 12188936"/>
              <a:gd name="connsiteY82" fmla="*/ 1587720 h 2033355"/>
              <a:gd name="connsiteX83" fmla="*/ 6059758 w 12188936"/>
              <a:gd name="connsiteY83" fmla="*/ 1578762 h 2033355"/>
              <a:gd name="connsiteX84" fmla="*/ 6059758 w 12188936"/>
              <a:gd name="connsiteY84" fmla="*/ 1359303 h 2033355"/>
              <a:gd name="connsiteX85" fmla="*/ 6048561 w 12188936"/>
              <a:gd name="connsiteY85" fmla="*/ 1359303 h 2033355"/>
              <a:gd name="connsiteX86" fmla="*/ 5938832 w 12188936"/>
              <a:gd name="connsiteY86" fmla="*/ 1256292 h 2033355"/>
              <a:gd name="connsiteX87" fmla="*/ 5938832 w 12188936"/>
              <a:gd name="connsiteY87" fmla="*/ 830810 h 2033355"/>
              <a:gd name="connsiteX88" fmla="*/ 5564856 w 12188936"/>
              <a:gd name="connsiteY88" fmla="*/ 412046 h 2033355"/>
              <a:gd name="connsiteX89" fmla="*/ 5217752 w 12188936"/>
              <a:gd name="connsiteY89" fmla="*/ 566563 h 2033355"/>
              <a:gd name="connsiteX90" fmla="*/ 5217752 w 12188936"/>
              <a:gd name="connsiteY90" fmla="*/ 438918 h 2033355"/>
              <a:gd name="connsiteX91" fmla="*/ 4940069 w 12188936"/>
              <a:gd name="connsiteY91" fmla="*/ 438918 h 2033355"/>
              <a:gd name="connsiteX92" fmla="*/ 4940069 w 12188936"/>
              <a:gd name="connsiteY92" fmla="*/ 1581001 h 2033355"/>
              <a:gd name="connsiteX93" fmla="*/ 5217752 w 12188936"/>
              <a:gd name="connsiteY93" fmla="*/ 1581001 h 2033355"/>
              <a:gd name="connsiteX94" fmla="*/ 5217752 w 12188936"/>
              <a:gd name="connsiteY94" fmla="*/ 958454 h 2033355"/>
              <a:gd name="connsiteX95" fmla="*/ 5484238 w 12188936"/>
              <a:gd name="connsiteY95" fmla="*/ 662856 h 2033355"/>
              <a:gd name="connsiteX96" fmla="*/ 5661149 w 12188936"/>
              <a:gd name="connsiteY96" fmla="*/ 902470 h 2033355"/>
              <a:gd name="connsiteX97" fmla="*/ 5661149 w 12188936"/>
              <a:gd name="connsiteY97" fmla="*/ 1294361 h 2033355"/>
              <a:gd name="connsiteX98" fmla="*/ 5941071 w 12188936"/>
              <a:gd name="connsiteY98" fmla="*/ 1587720 h 2033355"/>
              <a:gd name="connsiteX99" fmla="*/ 4416054 w 12188936"/>
              <a:gd name="connsiteY99" fmla="*/ 438918 h 2033355"/>
              <a:gd name="connsiteX100" fmla="*/ 4416054 w 12188936"/>
              <a:gd name="connsiteY100" fmla="*/ 1294361 h 2033355"/>
              <a:gd name="connsiteX101" fmla="*/ 4695977 w 12188936"/>
              <a:gd name="connsiteY101" fmla="*/ 1587720 h 2033355"/>
              <a:gd name="connsiteX102" fmla="*/ 4814664 w 12188936"/>
              <a:gd name="connsiteY102" fmla="*/ 1578762 h 2033355"/>
              <a:gd name="connsiteX103" fmla="*/ 4814664 w 12188936"/>
              <a:gd name="connsiteY103" fmla="*/ 1359303 h 2033355"/>
              <a:gd name="connsiteX104" fmla="*/ 4803467 w 12188936"/>
              <a:gd name="connsiteY104" fmla="*/ 1359303 h 2033355"/>
              <a:gd name="connsiteX105" fmla="*/ 4693737 w 12188936"/>
              <a:gd name="connsiteY105" fmla="*/ 1256292 h 2033355"/>
              <a:gd name="connsiteX106" fmla="*/ 4693737 w 12188936"/>
              <a:gd name="connsiteY106" fmla="*/ 438918 h 2033355"/>
              <a:gd name="connsiteX107" fmla="*/ 4416054 w 12188936"/>
              <a:gd name="connsiteY107" fmla="*/ 438918 h 2033355"/>
              <a:gd name="connsiteX108" fmla="*/ 3638990 w 12188936"/>
              <a:gd name="connsiteY108" fmla="*/ 1581001 h 2033355"/>
              <a:gd name="connsiteX109" fmla="*/ 3916673 w 12188936"/>
              <a:gd name="connsiteY109" fmla="*/ 1581001 h 2033355"/>
              <a:gd name="connsiteX110" fmla="*/ 3916673 w 12188936"/>
              <a:gd name="connsiteY110" fmla="*/ 1001002 h 2033355"/>
              <a:gd name="connsiteX111" fmla="*/ 4212271 w 12188936"/>
              <a:gd name="connsiteY111" fmla="*/ 687489 h 2033355"/>
              <a:gd name="connsiteX112" fmla="*/ 4270495 w 12188936"/>
              <a:gd name="connsiteY112" fmla="*/ 691968 h 2033355"/>
              <a:gd name="connsiteX113" fmla="*/ 4270495 w 12188936"/>
              <a:gd name="connsiteY113" fmla="*/ 427721 h 2033355"/>
              <a:gd name="connsiteX114" fmla="*/ 4227947 w 12188936"/>
              <a:gd name="connsiteY114" fmla="*/ 425482 h 2033355"/>
              <a:gd name="connsiteX115" fmla="*/ 3914433 w 12188936"/>
              <a:gd name="connsiteY115" fmla="*/ 566563 h 2033355"/>
              <a:gd name="connsiteX116" fmla="*/ 3914433 w 12188936"/>
              <a:gd name="connsiteY116" fmla="*/ 438918 h 2033355"/>
              <a:gd name="connsiteX117" fmla="*/ 3638990 w 12188936"/>
              <a:gd name="connsiteY117" fmla="*/ 438918 h 2033355"/>
              <a:gd name="connsiteX118" fmla="*/ 3638990 w 12188936"/>
              <a:gd name="connsiteY118" fmla="*/ 1581001 h 2033355"/>
              <a:gd name="connsiteX119" fmla="*/ 2891038 w 12188936"/>
              <a:gd name="connsiteY119" fmla="*/ 1374979 h 2033355"/>
              <a:gd name="connsiteX120" fmla="*/ 2727563 w 12188936"/>
              <a:gd name="connsiteY120" fmla="*/ 1240616 h 2033355"/>
              <a:gd name="connsiteX121" fmla="*/ 3153045 w 12188936"/>
              <a:gd name="connsiteY121" fmla="*/ 1059226 h 2033355"/>
              <a:gd name="connsiteX122" fmla="*/ 2891038 w 12188936"/>
              <a:gd name="connsiteY122" fmla="*/ 1374979 h 2033355"/>
              <a:gd name="connsiteX123" fmla="*/ 2864165 w 12188936"/>
              <a:gd name="connsiteY123" fmla="*/ 1607874 h 2033355"/>
              <a:gd name="connsiteX124" fmla="*/ 3202311 w 12188936"/>
              <a:gd name="connsiteY124" fmla="*/ 1471272 h 2033355"/>
              <a:gd name="connsiteX125" fmla="*/ 3410573 w 12188936"/>
              <a:gd name="connsiteY125" fmla="*/ 1587720 h 2033355"/>
              <a:gd name="connsiteX126" fmla="*/ 3515824 w 12188936"/>
              <a:gd name="connsiteY126" fmla="*/ 1574283 h 2033355"/>
              <a:gd name="connsiteX127" fmla="*/ 3515824 w 12188936"/>
              <a:gd name="connsiteY127" fmla="*/ 1352585 h 2033355"/>
              <a:gd name="connsiteX128" fmla="*/ 3417291 w 12188936"/>
              <a:gd name="connsiteY128" fmla="*/ 1240616 h 2033355"/>
              <a:gd name="connsiteX129" fmla="*/ 3417291 w 12188936"/>
              <a:gd name="connsiteY129" fmla="*/ 904709 h 2033355"/>
              <a:gd name="connsiteX130" fmla="*/ 2906713 w 12188936"/>
              <a:gd name="connsiteY130" fmla="*/ 412046 h 2033355"/>
              <a:gd name="connsiteX131" fmla="*/ 2456598 w 12188936"/>
              <a:gd name="connsiteY131" fmla="*/ 571042 h 2033355"/>
              <a:gd name="connsiteX132" fmla="*/ 2588722 w 12188936"/>
              <a:gd name="connsiteY132" fmla="*/ 786022 h 2033355"/>
              <a:gd name="connsiteX133" fmla="*/ 2906713 w 12188936"/>
              <a:gd name="connsiteY133" fmla="*/ 662856 h 2033355"/>
              <a:gd name="connsiteX134" fmla="*/ 3148566 w 12188936"/>
              <a:gd name="connsiteY134" fmla="*/ 839767 h 2033355"/>
              <a:gd name="connsiteX135" fmla="*/ 2445401 w 12188936"/>
              <a:gd name="connsiteY135" fmla="*/ 1242855 h 2033355"/>
              <a:gd name="connsiteX136" fmla="*/ 2864165 w 12188936"/>
              <a:gd name="connsiteY136" fmla="*/ 1607874 h 2033355"/>
              <a:gd name="connsiteX137" fmla="*/ 1549650 w 12188936"/>
              <a:gd name="connsiteY137" fmla="*/ 857682 h 2033355"/>
              <a:gd name="connsiteX138" fmla="*/ 1818375 w 12188936"/>
              <a:gd name="connsiteY138" fmla="*/ 653899 h 2033355"/>
              <a:gd name="connsiteX139" fmla="*/ 2051271 w 12188936"/>
              <a:gd name="connsiteY139" fmla="*/ 857682 h 2033355"/>
              <a:gd name="connsiteX140" fmla="*/ 1549650 w 12188936"/>
              <a:gd name="connsiteY140" fmla="*/ 857682 h 2033355"/>
              <a:gd name="connsiteX141" fmla="*/ 1845248 w 12188936"/>
              <a:gd name="connsiteY141" fmla="*/ 1607874 h 2033355"/>
              <a:gd name="connsiteX142" fmla="*/ 2346869 w 12188936"/>
              <a:gd name="connsiteY142" fmla="*/ 1370500 h 2033355"/>
              <a:gd name="connsiteX143" fmla="*/ 2149803 w 12188936"/>
              <a:gd name="connsiteY143" fmla="*/ 1198068 h 2033355"/>
              <a:gd name="connsiteX144" fmla="*/ 1845248 w 12188936"/>
              <a:gd name="connsiteY144" fmla="*/ 1357064 h 2033355"/>
              <a:gd name="connsiteX145" fmla="*/ 1540692 w 12188936"/>
              <a:gd name="connsiteY145" fmla="*/ 1081620 h 2033355"/>
              <a:gd name="connsiteX146" fmla="*/ 2324475 w 12188936"/>
              <a:gd name="connsiteY146" fmla="*/ 1081620 h 2033355"/>
              <a:gd name="connsiteX147" fmla="*/ 2333433 w 12188936"/>
              <a:gd name="connsiteY147" fmla="*/ 936060 h 2033355"/>
              <a:gd name="connsiteX148" fmla="*/ 1818375 w 12188936"/>
              <a:gd name="connsiteY148" fmla="*/ 412046 h 2033355"/>
              <a:gd name="connsiteX149" fmla="*/ 1260770 w 12188936"/>
              <a:gd name="connsiteY149" fmla="*/ 1014439 h 2033355"/>
              <a:gd name="connsiteX150" fmla="*/ 1845248 w 12188936"/>
              <a:gd name="connsiteY150" fmla="*/ 1607874 h 2033355"/>
              <a:gd name="connsiteX151" fmla="*/ 282162 w 12188936"/>
              <a:gd name="connsiteY151" fmla="*/ 644941 h 2033355"/>
              <a:gd name="connsiteX152" fmla="*/ 282162 w 12188936"/>
              <a:gd name="connsiteY152" fmla="*/ 264247 h 2033355"/>
              <a:gd name="connsiteX153" fmla="*/ 618068 w 12188936"/>
              <a:gd name="connsiteY153" fmla="*/ 264247 h 2033355"/>
              <a:gd name="connsiteX154" fmla="*/ 828570 w 12188936"/>
              <a:gd name="connsiteY154" fmla="*/ 454594 h 2033355"/>
              <a:gd name="connsiteX155" fmla="*/ 620308 w 12188936"/>
              <a:gd name="connsiteY155" fmla="*/ 644941 h 2033355"/>
              <a:gd name="connsiteX156" fmla="*/ 282162 w 12188936"/>
              <a:gd name="connsiteY156" fmla="*/ 644941 h 2033355"/>
              <a:gd name="connsiteX157" fmla="*/ 282162 w 12188936"/>
              <a:gd name="connsiteY157" fmla="*/ 1330191 h 2033355"/>
              <a:gd name="connsiteX158" fmla="*/ 282162 w 12188936"/>
              <a:gd name="connsiteY158" fmla="*/ 895752 h 2033355"/>
              <a:gd name="connsiteX159" fmla="*/ 633744 w 12188936"/>
              <a:gd name="connsiteY159" fmla="*/ 895752 h 2033355"/>
              <a:gd name="connsiteX160" fmla="*/ 880076 w 12188936"/>
              <a:gd name="connsiteY160" fmla="*/ 1112971 h 2033355"/>
              <a:gd name="connsiteX161" fmla="*/ 633744 w 12188936"/>
              <a:gd name="connsiteY161" fmla="*/ 1330191 h 2033355"/>
              <a:gd name="connsiteX162" fmla="*/ 282162 w 12188936"/>
              <a:gd name="connsiteY162" fmla="*/ 1330191 h 2033355"/>
              <a:gd name="connsiteX163" fmla="*/ 0 w 12188936"/>
              <a:gd name="connsiteY163" fmla="*/ 1581001 h 2033355"/>
              <a:gd name="connsiteX164" fmla="*/ 627026 w 12188936"/>
              <a:gd name="connsiteY164" fmla="*/ 1581001 h 2033355"/>
              <a:gd name="connsiteX165" fmla="*/ 1166716 w 12188936"/>
              <a:gd name="connsiteY165" fmla="*/ 1119689 h 2033355"/>
              <a:gd name="connsiteX166" fmla="*/ 967412 w 12188936"/>
              <a:gd name="connsiteY166" fmla="*/ 747953 h 2033355"/>
              <a:gd name="connsiteX167" fmla="*/ 1110732 w 12188936"/>
              <a:gd name="connsiteY167" fmla="*/ 438918 h 2033355"/>
              <a:gd name="connsiteX168" fmla="*/ 611350 w 12188936"/>
              <a:gd name="connsiteY168" fmla="*/ 13436 h 2033355"/>
              <a:gd name="connsiteX169" fmla="*/ 0 w 12188936"/>
              <a:gd name="connsiteY169" fmla="*/ 13436 h 2033355"/>
              <a:gd name="connsiteX170" fmla="*/ 0 w 12188936"/>
              <a:gd name="connsiteY170" fmla="*/ 1581001 h 2033355"/>
              <a:gd name="connsiteX171" fmla="*/ 6664390 w 12188936"/>
              <a:gd name="connsiteY171" fmla="*/ 2033356 h 2033355"/>
              <a:gd name="connsiteX172" fmla="*/ 7221996 w 12188936"/>
              <a:gd name="connsiteY172" fmla="*/ 1520538 h 2033355"/>
              <a:gd name="connsiteX173" fmla="*/ 7221996 w 12188936"/>
              <a:gd name="connsiteY173" fmla="*/ 438918 h 2033355"/>
              <a:gd name="connsiteX174" fmla="*/ 6944313 w 12188936"/>
              <a:gd name="connsiteY174" fmla="*/ 438918 h 2033355"/>
              <a:gd name="connsiteX175" fmla="*/ 6944313 w 12188936"/>
              <a:gd name="connsiteY175" fmla="*/ 546408 h 2033355"/>
              <a:gd name="connsiteX176" fmla="*/ 6635278 w 12188936"/>
              <a:gd name="connsiteY176" fmla="*/ 412046 h 2033355"/>
              <a:gd name="connsiteX177" fmla="*/ 6106785 w 12188936"/>
              <a:gd name="connsiteY177" fmla="*/ 998763 h 2033355"/>
              <a:gd name="connsiteX178" fmla="*/ 6635278 w 12188936"/>
              <a:gd name="connsiteY178" fmla="*/ 1585480 h 2033355"/>
              <a:gd name="connsiteX179" fmla="*/ 6944313 w 12188936"/>
              <a:gd name="connsiteY179" fmla="*/ 1451118 h 2033355"/>
              <a:gd name="connsiteX180" fmla="*/ 6944313 w 12188936"/>
              <a:gd name="connsiteY180" fmla="*/ 1525017 h 2033355"/>
              <a:gd name="connsiteX181" fmla="*/ 6664390 w 12188936"/>
              <a:gd name="connsiteY181" fmla="*/ 1782546 h 2033355"/>
              <a:gd name="connsiteX182" fmla="*/ 6330723 w 12188936"/>
              <a:gd name="connsiteY182" fmla="*/ 1630268 h 2033355"/>
              <a:gd name="connsiteX183" fmla="*/ 6124700 w 12188936"/>
              <a:gd name="connsiteY183" fmla="*/ 1802700 h 2033355"/>
              <a:gd name="connsiteX184" fmla="*/ 6664390 w 12188936"/>
              <a:gd name="connsiteY184" fmla="*/ 2033356 h 2033355"/>
            </a:gdLst>
            <a:ahLst/>
            <a:cxnLst/>
            <a:rect l="l" t="t" r="r" b="b"/>
            <a:pathLst>
              <a:path w="12188936" h="2033355">
                <a:moveTo>
                  <a:pt x="12014265" y="1587720"/>
                </a:moveTo>
                <a:cubicBezTo>
                  <a:pt x="12061292" y="1587720"/>
                  <a:pt x="12139670" y="1581001"/>
                  <a:pt x="12188936" y="1572044"/>
                </a:cubicBezTo>
                <a:lnTo>
                  <a:pt x="12188936" y="1330191"/>
                </a:lnTo>
                <a:cubicBezTo>
                  <a:pt x="12150867" y="1334670"/>
                  <a:pt x="12110559" y="1341388"/>
                  <a:pt x="12070250" y="1341388"/>
                </a:cubicBezTo>
                <a:cubicBezTo>
                  <a:pt x="11969478" y="1341388"/>
                  <a:pt x="11909014" y="1294361"/>
                  <a:pt x="11909014" y="1177913"/>
                </a:cubicBezTo>
                <a:lnTo>
                  <a:pt x="11909014" y="667335"/>
                </a:lnTo>
                <a:lnTo>
                  <a:pt x="12171021" y="667335"/>
                </a:lnTo>
                <a:lnTo>
                  <a:pt x="12171021" y="438918"/>
                </a:lnTo>
                <a:lnTo>
                  <a:pt x="11909014" y="438918"/>
                </a:lnTo>
                <a:lnTo>
                  <a:pt x="11909014" y="125405"/>
                </a:lnTo>
                <a:lnTo>
                  <a:pt x="11631331" y="125405"/>
                </a:lnTo>
                <a:lnTo>
                  <a:pt x="11631331" y="438918"/>
                </a:lnTo>
                <a:lnTo>
                  <a:pt x="11474575" y="438918"/>
                </a:lnTo>
                <a:lnTo>
                  <a:pt x="11474575" y="667335"/>
                </a:lnTo>
                <a:lnTo>
                  <a:pt x="11631331" y="667335"/>
                </a:lnTo>
                <a:lnTo>
                  <a:pt x="11631331" y="1207025"/>
                </a:lnTo>
                <a:cubicBezTo>
                  <a:pt x="11631331" y="1464554"/>
                  <a:pt x="11776891" y="1587720"/>
                  <a:pt x="12014265" y="1587720"/>
                </a:cubicBezTo>
                <a:close/>
                <a:moveTo>
                  <a:pt x="9962995" y="344864"/>
                </a:moveTo>
                <a:cubicBezTo>
                  <a:pt x="10059288" y="344864"/>
                  <a:pt x="10137666" y="275444"/>
                  <a:pt x="10137666" y="172432"/>
                </a:cubicBezTo>
                <a:cubicBezTo>
                  <a:pt x="10137666" y="69421"/>
                  <a:pt x="10059288" y="0"/>
                  <a:pt x="9962995" y="0"/>
                </a:cubicBezTo>
                <a:cubicBezTo>
                  <a:pt x="9866701" y="0"/>
                  <a:pt x="9788323" y="69421"/>
                  <a:pt x="9788323" y="172432"/>
                </a:cubicBezTo>
                <a:cubicBezTo>
                  <a:pt x="9788323" y="275444"/>
                  <a:pt x="9866701" y="344864"/>
                  <a:pt x="9962995" y="344864"/>
                </a:cubicBezTo>
                <a:close/>
                <a:moveTo>
                  <a:pt x="10348167" y="1581001"/>
                </a:moveTo>
                <a:lnTo>
                  <a:pt x="10625851" y="1581001"/>
                </a:lnTo>
                <a:lnTo>
                  <a:pt x="10625851" y="958454"/>
                </a:lnTo>
                <a:cubicBezTo>
                  <a:pt x="10625851" y="770346"/>
                  <a:pt x="10737819" y="662856"/>
                  <a:pt x="10892336" y="662856"/>
                </a:cubicBezTo>
                <a:cubicBezTo>
                  <a:pt x="11019981" y="662856"/>
                  <a:pt x="11069247" y="750192"/>
                  <a:pt x="11069247" y="902470"/>
                </a:cubicBezTo>
                <a:lnTo>
                  <a:pt x="11069247" y="1294361"/>
                </a:lnTo>
                <a:cubicBezTo>
                  <a:pt x="11069247" y="1482469"/>
                  <a:pt x="11163301" y="1587720"/>
                  <a:pt x="11349169" y="1587720"/>
                </a:cubicBezTo>
                <a:cubicBezTo>
                  <a:pt x="11387239" y="1587720"/>
                  <a:pt x="11429788" y="1587720"/>
                  <a:pt x="11467856" y="1578762"/>
                </a:cubicBezTo>
                <a:lnTo>
                  <a:pt x="11467856" y="1359303"/>
                </a:lnTo>
                <a:lnTo>
                  <a:pt x="11456660" y="1359303"/>
                </a:lnTo>
                <a:cubicBezTo>
                  <a:pt x="11400675" y="1359303"/>
                  <a:pt x="11346930" y="1348106"/>
                  <a:pt x="11346930" y="1256292"/>
                </a:cubicBezTo>
                <a:lnTo>
                  <a:pt x="11346930" y="830810"/>
                </a:lnTo>
                <a:cubicBezTo>
                  <a:pt x="11346930" y="546408"/>
                  <a:pt x="11201371" y="412046"/>
                  <a:pt x="10972954" y="412046"/>
                </a:cubicBezTo>
                <a:cubicBezTo>
                  <a:pt x="10807240" y="412046"/>
                  <a:pt x="10677357" y="490424"/>
                  <a:pt x="10625851" y="566563"/>
                </a:cubicBezTo>
                <a:lnTo>
                  <a:pt x="10625851" y="438918"/>
                </a:lnTo>
                <a:lnTo>
                  <a:pt x="10348167" y="438918"/>
                </a:lnTo>
                <a:lnTo>
                  <a:pt x="10348167" y="1581001"/>
                </a:lnTo>
                <a:close/>
                <a:moveTo>
                  <a:pt x="9824152" y="438918"/>
                </a:moveTo>
                <a:lnTo>
                  <a:pt x="9824152" y="1294361"/>
                </a:lnTo>
                <a:cubicBezTo>
                  <a:pt x="9824152" y="1482469"/>
                  <a:pt x="9918207" y="1587720"/>
                  <a:pt x="10104075" y="1587720"/>
                </a:cubicBezTo>
                <a:cubicBezTo>
                  <a:pt x="10142144" y="1587720"/>
                  <a:pt x="10184693" y="1587720"/>
                  <a:pt x="10222763" y="1578762"/>
                </a:cubicBezTo>
                <a:lnTo>
                  <a:pt x="10222763" y="1359303"/>
                </a:lnTo>
                <a:lnTo>
                  <a:pt x="10211565" y="1359303"/>
                </a:lnTo>
                <a:cubicBezTo>
                  <a:pt x="10155580" y="1359303"/>
                  <a:pt x="10101836" y="1348106"/>
                  <a:pt x="10101836" y="1256292"/>
                </a:cubicBezTo>
                <a:lnTo>
                  <a:pt x="10101836" y="438918"/>
                </a:lnTo>
                <a:lnTo>
                  <a:pt x="9824152" y="438918"/>
                </a:lnTo>
                <a:close/>
                <a:moveTo>
                  <a:pt x="9103073" y="1357064"/>
                </a:moveTo>
                <a:cubicBezTo>
                  <a:pt x="8932881" y="1357064"/>
                  <a:pt x="8809715" y="1222701"/>
                  <a:pt x="8809715" y="1009960"/>
                </a:cubicBezTo>
                <a:cubicBezTo>
                  <a:pt x="8809715" y="797219"/>
                  <a:pt x="8932881" y="662856"/>
                  <a:pt x="9103073" y="662856"/>
                </a:cubicBezTo>
                <a:cubicBezTo>
                  <a:pt x="9273266" y="662856"/>
                  <a:pt x="9396432" y="797219"/>
                  <a:pt x="9396432" y="1009960"/>
                </a:cubicBezTo>
                <a:cubicBezTo>
                  <a:pt x="9396432" y="1222701"/>
                  <a:pt x="9273266" y="1357064"/>
                  <a:pt x="9103073" y="1357064"/>
                </a:cubicBezTo>
                <a:close/>
                <a:moveTo>
                  <a:pt x="9103073" y="1607874"/>
                </a:moveTo>
                <a:cubicBezTo>
                  <a:pt x="9438980" y="1607874"/>
                  <a:pt x="9678594" y="1363782"/>
                  <a:pt x="9678594" y="1009960"/>
                </a:cubicBezTo>
                <a:cubicBezTo>
                  <a:pt x="9678594" y="656138"/>
                  <a:pt x="9438980" y="412046"/>
                  <a:pt x="9103073" y="412046"/>
                </a:cubicBezTo>
                <a:cubicBezTo>
                  <a:pt x="8767166" y="412046"/>
                  <a:pt x="8527553" y="656138"/>
                  <a:pt x="8527553" y="1009960"/>
                </a:cubicBezTo>
                <a:cubicBezTo>
                  <a:pt x="8527553" y="1363782"/>
                  <a:pt x="8767166" y="1607874"/>
                  <a:pt x="9103073" y="1607874"/>
                </a:cubicBezTo>
                <a:close/>
                <a:moveTo>
                  <a:pt x="7705701" y="747953"/>
                </a:moveTo>
                <a:lnTo>
                  <a:pt x="7705701" y="264247"/>
                </a:lnTo>
                <a:lnTo>
                  <a:pt x="7945315" y="264247"/>
                </a:lnTo>
                <a:cubicBezTo>
                  <a:pt x="8131183" y="264247"/>
                  <a:pt x="8218519" y="356061"/>
                  <a:pt x="8218519" y="506100"/>
                </a:cubicBezTo>
                <a:cubicBezTo>
                  <a:pt x="8218519" y="640462"/>
                  <a:pt x="8144619" y="747953"/>
                  <a:pt x="7945315" y="747953"/>
                </a:cubicBezTo>
                <a:lnTo>
                  <a:pt x="7705701" y="747953"/>
                </a:lnTo>
                <a:close/>
                <a:moveTo>
                  <a:pt x="7423540" y="1581001"/>
                </a:moveTo>
                <a:lnTo>
                  <a:pt x="7705701" y="1581001"/>
                </a:lnTo>
                <a:lnTo>
                  <a:pt x="7705701" y="998763"/>
                </a:lnTo>
                <a:lnTo>
                  <a:pt x="7958751" y="998763"/>
                </a:lnTo>
                <a:cubicBezTo>
                  <a:pt x="8308094" y="998763"/>
                  <a:pt x="8505159" y="797219"/>
                  <a:pt x="8505159" y="506100"/>
                </a:cubicBezTo>
                <a:cubicBezTo>
                  <a:pt x="8505159" y="214980"/>
                  <a:pt x="8308094" y="13436"/>
                  <a:pt x="7958751" y="13436"/>
                </a:cubicBezTo>
                <a:lnTo>
                  <a:pt x="7423540" y="13436"/>
                </a:lnTo>
                <a:lnTo>
                  <a:pt x="7423540" y="1581001"/>
                </a:lnTo>
                <a:close/>
                <a:moveTo>
                  <a:pt x="6671108" y="1334670"/>
                </a:moveTo>
                <a:cubicBezTo>
                  <a:pt x="6518830" y="1334670"/>
                  <a:pt x="6388947" y="1215983"/>
                  <a:pt x="6388947" y="998763"/>
                </a:cubicBezTo>
                <a:cubicBezTo>
                  <a:pt x="6388947" y="781543"/>
                  <a:pt x="6518830" y="662856"/>
                  <a:pt x="6671108" y="662856"/>
                </a:cubicBezTo>
                <a:cubicBezTo>
                  <a:pt x="6823386" y="662856"/>
                  <a:pt x="6953270" y="781543"/>
                  <a:pt x="6953270" y="998763"/>
                </a:cubicBezTo>
                <a:cubicBezTo>
                  <a:pt x="6953270" y="1215983"/>
                  <a:pt x="6823386" y="1334670"/>
                  <a:pt x="6671108" y="1334670"/>
                </a:cubicBezTo>
                <a:close/>
                <a:moveTo>
                  <a:pt x="4554896" y="344864"/>
                </a:moveTo>
                <a:cubicBezTo>
                  <a:pt x="4648950" y="344864"/>
                  <a:pt x="4729567" y="270965"/>
                  <a:pt x="4729567" y="172432"/>
                </a:cubicBezTo>
                <a:cubicBezTo>
                  <a:pt x="4729567" y="73900"/>
                  <a:pt x="4648950" y="0"/>
                  <a:pt x="4554896" y="0"/>
                </a:cubicBezTo>
                <a:cubicBezTo>
                  <a:pt x="4460842" y="0"/>
                  <a:pt x="4380224" y="73900"/>
                  <a:pt x="4380224" y="172432"/>
                </a:cubicBezTo>
                <a:cubicBezTo>
                  <a:pt x="4380224" y="270965"/>
                  <a:pt x="4460842" y="344864"/>
                  <a:pt x="4554896" y="344864"/>
                </a:cubicBezTo>
                <a:close/>
                <a:moveTo>
                  <a:pt x="5941071" y="1587720"/>
                </a:moveTo>
                <a:cubicBezTo>
                  <a:pt x="5979140" y="1587720"/>
                  <a:pt x="6021689" y="1587720"/>
                  <a:pt x="6059758" y="1578762"/>
                </a:cubicBezTo>
                <a:lnTo>
                  <a:pt x="6059758" y="1359303"/>
                </a:lnTo>
                <a:lnTo>
                  <a:pt x="6048561" y="1359303"/>
                </a:lnTo>
                <a:cubicBezTo>
                  <a:pt x="5992577" y="1359303"/>
                  <a:pt x="5938832" y="1348106"/>
                  <a:pt x="5938832" y="1256292"/>
                </a:cubicBezTo>
                <a:lnTo>
                  <a:pt x="5938832" y="830810"/>
                </a:lnTo>
                <a:cubicBezTo>
                  <a:pt x="5938832" y="546408"/>
                  <a:pt x="5793272" y="412046"/>
                  <a:pt x="5564856" y="412046"/>
                </a:cubicBezTo>
                <a:cubicBezTo>
                  <a:pt x="5399142" y="412046"/>
                  <a:pt x="5269258" y="490424"/>
                  <a:pt x="5217752" y="566563"/>
                </a:cubicBezTo>
                <a:lnTo>
                  <a:pt x="5217752" y="438918"/>
                </a:lnTo>
                <a:lnTo>
                  <a:pt x="4940069" y="438918"/>
                </a:lnTo>
                <a:lnTo>
                  <a:pt x="4940069" y="1581001"/>
                </a:lnTo>
                <a:lnTo>
                  <a:pt x="5217752" y="1581001"/>
                </a:lnTo>
                <a:lnTo>
                  <a:pt x="5217752" y="958454"/>
                </a:lnTo>
                <a:cubicBezTo>
                  <a:pt x="5217752" y="770346"/>
                  <a:pt x="5329721" y="662856"/>
                  <a:pt x="5484238" y="662856"/>
                </a:cubicBezTo>
                <a:cubicBezTo>
                  <a:pt x="5611882" y="662856"/>
                  <a:pt x="5661149" y="750192"/>
                  <a:pt x="5661149" y="902470"/>
                </a:cubicBezTo>
                <a:lnTo>
                  <a:pt x="5661149" y="1294361"/>
                </a:lnTo>
                <a:cubicBezTo>
                  <a:pt x="5661149" y="1482469"/>
                  <a:pt x="5755203" y="1587720"/>
                  <a:pt x="5941071" y="1587720"/>
                </a:cubicBezTo>
                <a:close/>
                <a:moveTo>
                  <a:pt x="4416054" y="438918"/>
                </a:moveTo>
                <a:lnTo>
                  <a:pt x="4416054" y="1294361"/>
                </a:lnTo>
                <a:cubicBezTo>
                  <a:pt x="4416054" y="1482469"/>
                  <a:pt x="4510109" y="1587720"/>
                  <a:pt x="4695977" y="1587720"/>
                </a:cubicBezTo>
                <a:cubicBezTo>
                  <a:pt x="4734046" y="1587720"/>
                  <a:pt x="4776594" y="1587720"/>
                  <a:pt x="4814664" y="1578762"/>
                </a:cubicBezTo>
                <a:lnTo>
                  <a:pt x="4814664" y="1359303"/>
                </a:lnTo>
                <a:lnTo>
                  <a:pt x="4803467" y="1359303"/>
                </a:lnTo>
                <a:cubicBezTo>
                  <a:pt x="4747482" y="1359303"/>
                  <a:pt x="4693737" y="1348106"/>
                  <a:pt x="4693737" y="1256292"/>
                </a:cubicBezTo>
                <a:lnTo>
                  <a:pt x="4693737" y="438918"/>
                </a:lnTo>
                <a:lnTo>
                  <a:pt x="4416054" y="438918"/>
                </a:lnTo>
                <a:close/>
                <a:moveTo>
                  <a:pt x="3638990" y="1581001"/>
                </a:moveTo>
                <a:lnTo>
                  <a:pt x="3916673" y="1581001"/>
                </a:lnTo>
                <a:lnTo>
                  <a:pt x="3916673" y="1001002"/>
                </a:lnTo>
                <a:cubicBezTo>
                  <a:pt x="3916673" y="761389"/>
                  <a:pt x="4026403" y="687489"/>
                  <a:pt x="4212271" y="687489"/>
                </a:cubicBezTo>
                <a:cubicBezTo>
                  <a:pt x="4234665" y="687489"/>
                  <a:pt x="4259298" y="689729"/>
                  <a:pt x="4270495" y="691968"/>
                </a:cubicBezTo>
                <a:lnTo>
                  <a:pt x="4270495" y="427721"/>
                </a:lnTo>
                <a:cubicBezTo>
                  <a:pt x="4254819" y="425482"/>
                  <a:pt x="4241383" y="425482"/>
                  <a:pt x="4227947" y="425482"/>
                </a:cubicBezTo>
                <a:cubicBezTo>
                  <a:pt x="4057754" y="425482"/>
                  <a:pt x="3968179" y="492663"/>
                  <a:pt x="3914433" y="566563"/>
                </a:cubicBezTo>
                <a:lnTo>
                  <a:pt x="3914433" y="438918"/>
                </a:lnTo>
                <a:lnTo>
                  <a:pt x="3638990" y="438918"/>
                </a:lnTo>
                <a:lnTo>
                  <a:pt x="3638990" y="1581001"/>
                </a:lnTo>
                <a:close/>
                <a:moveTo>
                  <a:pt x="2891038" y="1374979"/>
                </a:moveTo>
                <a:cubicBezTo>
                  <a:pt x="2810420" y="1374979"/>
                  <a:pt x="2727563" y="1334670"/>
                  <a:pt x="2727563" y="1240616"/>
                </a:cubicBezTo>
                <a:cubicBezTo>
                  <a:pt x="2727563" y="1110732"/>
                  <a:pt x="2852968" y="1059226"/>
                  <a:pt x="3153045" y="1059226"/>
                </a:cubicBezTo>
                <a:cubicBezTo>
                  <a:pt x="3153045" y="1269728"/>
                  <a:pt x="3058991" y="1374979"/>
                  <a:pt x="2891038" y="1374979"/>
                </a:cubicBezTo>
                <a:close/>
                <a:moveTo>
                  <a:pt x="2864165" y="1607874"/>
                </a:moveTo>
                <a:cubicBezTo>
                  <a:pt x="3043315" y="1607874"/>
                  <a:pt x="3146327" y="1538453"/>
                  <a:pt x="3202311" y="1471272"/>
                </a:cubicBezTo>
                <a:cubicBezTo>
                  <a:pt x="3222466" y="1525017"/>
                  <a:pt x="3282929" y="1587720"/>
                  <a:pt x="3410573" y="1587720"/>
                </a:cubicBezTo>
                <a:cubicBezTo>
                  <a:pt x="3437446" y="1587720"/>
                  <a:pt x="3477755" y="1585480"/>
                  <a:pt x="3515824" y="1574283"/>
                </a:cubicBezTo>
                <a:lnTo>
                  <a:pt x="3515824" y="1352585"/>
                </a:lnTo>
                <a:cubicBezTo>
                  <a:pt x="3482233" y="1352585"/>
                  <a:pt x="3417291" y="1359303"/>
                  <a:pt x="3417291" y="1240616"/>
                </a:cubicBezTo>
                <a:lnTo>
                  <a:pt x="3417291" y="904709"/>
                </a:lnTo>
                <a:cubicBezTo>
                  <a:pt x="3417291" y="535212"/>
                  <a:pt x="3204551" y="412046"/>
                  <a:pt x="2906713" y="412046"/>
                </a:cubicBezTo>
                <a:cubicBezTo>
                  <a:pt x="2669339" y="412046"/>
                  <a:pt x="2510343" y="528493"/>
                  <a:pt x="2456598" y="571042"/>
                </a:cubicBezTo>
                <a:lnTo>
                  <a:pt x="2588722" y="786022"/>
                </a:lnTo>
                <a:cubicBezTo>
                  <a:pt x="2642467" y="743474"/>
                  <a:pt x="2756675" y="662856"/>
                  <a:pt x="2906713" y="662856"/>
                </a:cubicBezTo>
                <a:cubicBezTo>
                  <a:pt x="3052273" y="662856"/>
                  <a:pt x="3137369" y="718841"/>
                  <a:pt x="3148566" y="839767"/>
                </a:cubicBezTo>
                <a:cubicBezTo>
                  <a:pt x="2976134" y="839767"/>
                  <a:pt x="2445401" y="833049"/>
                  <a:pt x="2445401" y="1242855"/>
                </a:cubicBezTo>
                <a:cubicBezTo>
                  <a:pt x="2445401" y="1480229"/>
                  <a:pt x="2637988" y="1607874"/>
                  <a:pt x="2864165" y="1607874"/>
                </a:cubicBezTo>
                <a:close/>
                <a:moveTo>
                  <a:pt x="1549650" y="857682"/>
                </a:moveTo>
                <a:cubicBezTo>
                  <a:pt x="1585480" y="721080"/>
                  <a:pt x="1692970" y="653899"/>
                  <a:pt x="1818375" y="653899"/>
                </a:cubicBezTo>
                <a:cubicBezTo>
                  <a:pt x="1925865" y="653899"/>
                  <a:pt x="2040074" y="705404"/>
                  <a:pt x="2051271" y="857682"/>
                </a:cubicBezTo>
                <a:lnTo>
                  <a:pt x="1549650" y="857682"/>
                </a:lnTo>
                <a:close/>
                <a:moveTo>
                  <a:pt x="1845248" y="1607874"/>
                </a:moveTo>
                <a:cubicBezTo>
                  <a:pt x="2087101" y="1607874"/>
                  <a:pt x="2266251" y="1477990"/>
                  <a:pt x="2346869" y="1370500"/>
                </a:cubicBezTo>
                <a:lnTo>
                  <a:pt x="2149803" y="1198068"/>
                </a:lnTo>
                <a:cubicBezTo>
                  <a:pt x="2098298" y="1263010"/>
                  <a:pt x="2004244" y="1357064"/>
                  <a:pt x="1845248" y="1357064"/>
                </a:cubicBezTo>
                <a:cubicBezTo>
                  <a:pt x="1670576" y="1357064"/>
                  <a:pt x="1549650" y="1236137"/>
                  <a:pt x="1540692" y="1081620"/>
                </a:cubicBezTo>
                <a:lnTo>
                  <a:pt x="2324475" y="1081620"/>
                </a:lnTo>
                <a:cubicBezTo>
                  <a:pt x="2331193" y="1034593"/>
                  <a:pt x="2333433" y="1001002"/>
                  <a:pt x="2333433" y="936060"/>
                </a:cubicBezTo>
                <a:cubicBezTo>
                  <a:pt x="2333433" y="660617"/>
                  <a:pt x="2174437" y="412046"/>
                  <a:pt x="1818375" y="412046"/>
                </a:cubicBezTo>
                <a:cubicBezTo>
                  <a:pt x="1493665" y="412046"/>
                  <a:pt x="1260770" y="665096"/>
                  <a:pt x="1260770" y="1014439"/>
                </a:cubicBezTo>
                <a:cubicBezTo>
                  <a:pt x="1260770" y="1357064"/>
                  <a:pt x="1500384" y="1607874"/>
                  <a:pt x="1845248" y="1607874"/>
                </a:cubicBezTo>
                <a:close/>
                <a:moveTo>
                  <a:pt x="282162" y="644941"/>
                </a:moveTo>
                <a:lnTo>
                  <a:pt x="282162" y="264247"/>
                </a:lnTo>
                <a:lnTo>
                  <a:pt x="618068" y="264247"/>
                </a:lnTo>
                <a:cubicBezTo>
                  <a:pt x="759149" y="264247"/>
                  <a:pt x="828570" y="338146"/>
                  <a:pt x="828570" y="454594"/>
                </a:cubicBezTo>
                <a:cubicBezTo>
                  <a:pt x="828570" y="571042"/>
                  <a:pt x="756910" y="644941"/>
                  <a:pt x="620308" y="644941"/>
                </a:cubicBezTo>
                <a:lnTo>
                  <a:pt x="282162" y="644941"/>
                </a:lnTo>
                <a:close/>
                <a:moveTo>
                  <a:pt x="282162" y="1330191"/>
                </a:moveTo>
                <a:lnTo>
                  <a:pt x="282162" y="895752"/>
                </a:lnTo>
                <a:lnTo>
                  <a:pt x="633744" y="895752"/>
                </a:lnTo>
                <a:cubicBezTo>
                  <a:pt x="792740" y="895752"/>
                  <a:pt x="880076" y="976369"/>
                  <a:pt x="880076" y="1112971"/>
                </a:cubicBezTo>
                <a:cubicBezTo>
                  <a:pt x="880076" y="1249573"/>
                  <a:pt x="797219" y="1330191"/>
                  <a:pt x="633744" y="1330191"/>
                </a:cubicBezTo>
                <a:lnTo>
                  <a:pt x="282162" y="1330191"/>
                </a:lnTo>
                <a:close/>
                <a:moveTo>
                  <a:pt x="0" y="1581001"/>
                </a:moveTo>
                <a:lnTo>
                  <a:pt x="627026" y="1581001"/>
                </a:lnTo>
                <a:cubicBezTo>
                  <a:pt x="985327" y="1581001"/>
                  <a:pt x="1166716" y="1395133"/>
                  <a:pt x="1166716" y="1119689"/>
                </a:cubicBezTo>
                <a:cubicBezTo>
                  <a:pt x="1166716" y="962933"/>
                  <a:pt x="1099535" y="821852"/>
                  <a:pt x="967412" y="747953"/>
                </a:cubicBezTo>
                <a:cubicBezTo>
                  <a:pt x="1065944" y="674053"/>
                  <a:pt x="1110732" y="562084"/>
                  <a:pt x="1110732" y="438918"/>
                </a:cubicBezTo>
                <a:cubicBezTo>
                  <a:pt x="1110732" y="192587"/>
                  <a:pt x="945018" y="13436"/>
                  <a:pt x="611350" y="13436"/>
                </a:cubicBezTo>
                <a:lnTo>
                  <a:pt x="0" y="13436"/>
                </a:lnTo>
                <a:lnTo>
                  <a:pt x="0" y="1581001"/>
                </a:lnTo>
                <a:close/>
                <a:moveTo>
                  <a:pt x="6664390" y="2033356"/>
                </a:moveTo>
                <a:cubicBezTo>
                  <a:pt x="6879371" y="2033356"/>
                  <a:pt x="7221996" y="1919148"/>
                  <a:pt x="7221996" y="1520538"/>
                </a:cubicBezTo>
                <a:lnTo>
                  <a:pt x="7221996" y="438918"/>
                </a:lnTo>
                <a:lnTo>
                  <a:pt x="6944313" y="438918"/>
                </a:lnTo>
                <a:lnTo>
                  <a:pt x="6944313" y="546408"/>
                </a:lnTo>
                <a:cubicBezTo>
                  <a:pt x="6886089" y="472509"/>
                  <a:pt x="6798753" y="412046"/>
                  <a:pt x="6635278" y="412046"/>
                </a:cubicBezTo>
                <a:cubicBezTo>
                  <a:pt x="6350877" y="412046"/>
                  <a:pt x="6106785" y="640462"/>
                  <a:pt x="6106785" y="998763"/>
                </a:cubicBezTo>
                <a:cubicBezTo>
                  <a:pt x="6106785" y="1357064"/>
                  <a:pt x="6350877" y="1585480"/>
                  <a:pt x="6635278" y="1585480"/>
                </a:cubicBezTo>
                <a:cubicBezTo>
                  <a:pt x="6798753" y="1585480"/>
                  <a:pt x="6886089" y="1527256"/>
                  <a:pt x="6944313" y="1451118"/>
                </a:cubicBezTo>
                <a:lnTo>
                  <a:pt x="6944313" y="1525017"/>
                </a:lnTo>
                <a:cubicBezTo>
                  <a:pt x="6944313" y="1692970"/>
                  <a:pt x="6823386" y="1782546"/>
                  <a:pt x="6664390" y="1782546"/>
                </a:cubicBezTo>
                <a:cubicBezTo>
                  <a:pt x="6489719" y="1782546"/>
                  <a:pt x="6377750" y="1684013"/>
                  <a:pt x="6330723" y="1630268"/>
                </a:cubicBezTo>
                <a:lnTo>
                  <a:pt x="6124700" y="1802700"/>
                </a:lnTo>
                <a:cubicBezTo>
                  <a:pt x="6171727" y="1856445"/>
                  <a:pt x="6330723" y="2033356"/>
                  <a:pt x="6664390" y="2033356"/>
                </a:cubicBezTo>
                <a:close/>
              </a:path>
            </a:pathLst>
          </a:custGeom>
          <a:solidFill>
            <a:schemeClr val="tx1"/>
          </a:solidFill>
          <a:ln w="8133">
            <a:noFill/>
            <a:prstDash val="solid"/>
          </a:ln>
        </p:spPr>
        <p:txBody>
          <a:bodyPr anchor="ct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End slide - Whit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CEC21A32-3B29-FB79-375A-AFF484FAE380}"/>
              </a:ext>
            </a:extLst>
          </p:cNvPr>
          <p:cNvSpPr>
            <a:spLocks noGrp="1"/>
          </p:cNvSpPr>
          <p:nvPr>
            <p:ph type="body" idx="10"/>
          </p:nvPr>
        </p:nvSpPr>
        <p:spPr>
          <a:xfrm>
            <a:off x="384175" y="5100639"/>
            <a:ext cx="3683000" cy="1396999"/>
          </a:xfrm>
        </p:spPr>
        <p:txBody>
          <a:bodyPr anchor="b"/>
          <a:lstStyle>
            <a:lvl1pPr marL="0" indent="0">
              <a:buNone/>
              <a:defRPr/>
            </a:lvl1pPr>
            <a:lvl2pPr marL="180975" indent="0">
              <a:buNone/>
              <a:defRPr/>
            </a:lvl2pPr>
            <a:lvl3pPr marL="361950" indent="0">
              <a:buNone/>
              <a:defRPr/>
            </a:lvl3pPr>
            <a:lvl4pPr marL="542925" indent="0">
              <a:buNone/>
              <a:defRPr/>
            </a:lvl4pPr>
            <a:lvl5pPr marL="714375" indent="0">
              <a:buNone/>
              <a:defRPr/>
            </a:lvl5pPr>
          </a:lstStyle>
          <a:p>
            <a:pPr lvl="0">
              <a:buNone/>
            </a:pPr>
            <a:r>
              <a:t>Klikk for å redigere tekststiler i malen</a:t>
            </a:r>
          </a:p>
        </p:txBody>
      </p:sp>
      <p:sp>
        <p:nvSpPr>
          <p:cNvPr id="10" name="BearingPoint Logo">
            <a:extLst>
              <a:ext uri="{FF2B5EF4-FFF2-40B4-BE49-F238E27FC236}">
                <a16:creationId xmlns:a16="http://schemas.microsoft.com/office/drawing/2014/main" id="{85653425-B89B-9F14-16FF-4838CACB3D49}"/>
              </a:ext>
            </a:extLst>
          </p:cNvPr>
          <p:cNvSpPr>
            <a:spLocks noGrp="1"/>
          </p:cNvSpPr>
          <p:nvPr/>
        </p:nvSpPr>
        <p:spPr>
          <a:xfrm>
            <a:off x="384175" y="358775"/>
            <a:ext cx="1747838" cy="291574"/>
          </a:xfrm>
          <a:custGeom>
            <a:avLst/>
            <a:gdLst>
              <a:gd name="connsiteX0" fmla="*/ 12014265 w 12188936"/>
              <a:gd name="connsiteY0" fmla="*/ 1587720 h 2033355"/>
              <a:gd name="connsiteX1" fmla="*/ 12188936 w 12188936"/>
              <a:gd name="connsiteY1" fmla="*/ 1572044 h 2033355"/>
              <a:gd name="connsiteX2" fmla="*/ 12188936 w 12188936"/>
              <a:gd name="connsiteY2" fmla="*/ 1330191 h 2033355"/>
              <a:gd name="connsiteX3" fmla="*/ 12070250 w 12188936"/>
              <a:gd name="connsiteY3" fmla="*/ 1341388 h 2033355"/>
              <a:gd name="connsiteX4" fmla="*/ 11909014 w 12188936"/>
              <a:gd name="connsiteY4" fmla="*/ 1177913 h 2033355"/>
              <a:gd name="connsiteX5" fmla="*/ 11909014 w 12188936"/>
              <a:gd name="connsiteY5" fmla="*/ 667335 h 2033355"/>
              <a:gd name="connsiteX6" fmla="*/ 12171021 w 12188936"/>
              <a:gd name="connsiteY6" fmla="*/ 667335 h 2033355"/>
              <a:gd name="connsiteX7" fmla="*/ 12171021 w 12188936"/>
              <a:gd name="connsiteY7" fmla="*/ 438918 h 2033355"/>
              <a:gd name="connsiteX8" fmla="*/ 11909014 w 12188936"/>
              <a:gd name="connsiteY8" fmla="*/ 438918 h 2033355"/>
              <a:gd name="connsiteX9" fmla="*/ 11909014 w 12188936"/>
              <a:gd name="connsiteY9" fmla="*/ 125405 h 2033355"/>
              <a:gd name="connsiteX10" fmla="*/ 11631331 w 12188936"/>
              <a:gd name="connsiteY10" fmla="*/ 125405 h 2033355"/>
              <a:gd name="connsiteX11" fmla="*/ 11631331 w 12188936"/>
              <a:gd name="connsiteY11" fmla="*/ 438918 h 2033355"/>
              <a:gd name="connsiteX12" fmla="*/ 11474575 w 12188936"/>
              <a:gd name="connsiteY12" fmla="*/ 438918 h 2033355"/>
              <a:gd name="connsiteX13" fmla="*/ 11474575 w 12188936"/>
              <a:gd name="connsiteY13" fmla="*/ 667335 h 2033355"/>
              <a:gd name="connsiteX14" fmla="*/ 11631331 w 12188936"/>
              <a:gd name="connsiteY14" fmla="*/ 667335 h 2033355"/>
              <a:gd name="connsiteX15" fmla="*/ 11631331 w 12188936"/>
              <a:gd name="connsiteY15" fmla="*/ 1207025 h 2033355"/>
              <a:gd name="connsiteX16" fmla="*/ 12014265 w 12188936"/>
              <a:gd name="connsiteY16" fmla="*/ 1587720 h 2033355"/>
              <a:gd name="connsiteX17" fmla="*/ 9962995 w 12188936"/>
              <a:gd name="connsiteY17" fmla="*/ 344864 h 2033355"/>
              <a:gd name="connsiteX18" fmla="*/ 10137666 w 12188936"/>
              <a:gd name="connsiteY18" fmla="*/ 172432 h 2033355"/>
              <a:gd name="connsiteX19" fmla="*/ 9962995 w 12188936"/>
              <a:gd name="connsiteY19" fmla="*/ 0 h 2033355"/>
              <a:gd name="connsiteX20" fmla="*/ 9788323 w 12188936"/>
              <a:gd name="connsiteY20" fmla="*/ 172432 h 2033355"/>
              <a:gd name="connsiteX21" fmla="*/ 9962995 w 12188936"/>
              <a:gd name="connsiteY21" fmla="*/ 344864 h 2033355"/>
              <a:gd name="connsiteX22" fmla="*/ 10348167 w 12188936"/>
              <a:gd name="connsiteY22" fmla="*/ 1581001 h 2033355"/>
              <a:gd name="connsiteX23" fmla="*/ 10625851 w 12188936"/>
              <a:gd name="connsiteY23" fmla="*/ 1581001 h 2033355"/>
              <a:gd name="connsiteX24" fmla="*/ 10625851 w 12188936"/>
              <a:gd name="connsiteY24" fmla="*/ 958454 h 2033355"/>
              <a:gd name="connsiteX25" fmla="*/ 10892336 w 12188936"/>
              <a:gd name="connsiteY25" fmla="*/ 662856 h 2033355"/>
              <a:gd name="connsiteX26" fmla="*/ 11069247 w 12188936"/>
              <a:gd name="connsiteY26" fmla="*/ 902470 h 2033355"/>
              <a:gd name="connsiteX27" fmla="*/ 11069247 w 12188936"/>
              <a:gd name="connsiteY27" fmla="*/ 1294361 h 2033355"/>
              <a:gd name="connsiteX28" fmla="*/ 11349169 w 12188936"/>
              <a:gd name="connsiteY28" fmla="*/ 1587720 h 2033355"/>
              <a:gd name="connsiteX29" fmla="*/ 11467856 w 12188936"/>
              <a:gd name="connsiteY29" fmla="*/ 1578762 h 2033355"/>
              <a:gd name="connsiteX30" fmla="*/ 11467856 w 12188936"/>
              <a:gd name="connsiteY30" fmla="*/ 1359303 h 2033355"/>
              <a:gd name="connsiteX31" fmla="*/ 11456660 w 12188936"/>
              <a:gd name="connsiteY31" fmla="*/ 1359303 h 2033355"/>
              <a:gd name="connsiteX32" fmla="*/ 11346930 w 12188936"/>
              <a:gd name="connsiteY32" fmla="*/ 1256292 h 2033355"/>
              <a:gd name="connsiteX33" fmla="*/ 11346930 w 12188936"/>
              <a:gd name="connsiteY33" fmla="*/ 830810 h 2033355"/>
              <a:gd name="connsiteX34" fmla="*/ 10972954 w 12188936"/>
              <a:gd name="connsiteY34" fmla="*/ 412046 h 2033355"/>
              <a:gd name="connsiteX35" fmla="*/ 10625851 w 12188936"/>
              <a:gd name="connsiteY35" fmla="*/ 566563 h 2033355"/>
              <a:gd name="connsiteX36" fmla="*/ 10625851 w 12188936"/>
              <a:gd name="connsiteY36" fmla="*/ 438918 h 2033355"/>
              <a:gd name="connsiteX37" fmla="*/ 10348167 w 12188936"/>
              <a:gd name="connsiteY37" fmla="*/ 438918 h 2033355"/>
              <a:gd name="connsiteX38" fmla="*/ 10348167 w 12188936"/>
              <a:gd name="connsiteY38" fmla="*/ 1581001 h 2033355"/>
              <a:gd name="connsiteX39" fmla="*/ 9824152 w 12188936"/>
              <a:gd name="connsiteY39" fmla="*/ 438918 h 2033355"/>
              <a:gd name="connsiteX40" fmla="*/ 9824152 w 12188936"/>
              <a:gd name="connsiteY40" fmla="*/ 1294361 h 2033355"/>
              <a:gd name="connsiteX41" fmla="*/ 10104075 w 12188936"/>
              <a:gd name="connsiteY41" fmla="*/ 1587720 h 2033355"/>
              <a:gd name="connsiteX42" fmla="*/ 10222763 w 12188936"/>
              <a:gd name="connsiteY42" fmla="*/ 1578762 h 2033355"/>
              <a:gd name="connsiteX43" fmla="*/ 10222763 w 12188936"/>
              <a:gd name="connsiteY43" fmla="*/ 1359303 h 2033355"/>
              <a:gd name="connsiteX44" fmla="*/ 10211565 w 12188936"/>
              <a:gd name="connsiteY44" fmla="*/ 1359303 h 2033355"/>
              <a:gd name="connsiteX45" fmla="*/ 10101836 w 12188936"/>
              <a:gd name="connsiteY45" fmla="*/ 1256292 h 2033355"/>
              <a:gd name="connsiteX46" fmla="*/ 10101836 w 12188936"/>
              <a:gd name="connsiteY46" fmla="*/ 438918 h 2033355"/>
              <a:gd name="connsiteX47" fmla="*/ 9824152 w 12188936"/>
              <a:gd name="connsiteY47" fmla="*/ 438918 h 2033355"/>
              <a:gd name="connsiteX48" fmla="*/ 9103073 w 12188936"/>
              <a:gd name="connsiteY48" fmla="*/ 1357064 h 2033355"/>
              <a:gd name="connsiteX49" fmla="*/ 8809715 w 12188936"/>
              <a:gd name="connsiteY49" fmla="*/ 1009960 h 2033355"/>
              <a:gd name="connsiteX50" fmla="*/ 9103073 w 12188936"/>
              <a:gd name="connsiteY50" fmla="*/ 662856 h 2033355"/>
              <a:gd name="connsiteX51" fmla="*/ 9396432 w 12188936"/>
              <a:gd name="connsiteY51" fmla="*/ 1009960 h 2033355"/>
              <a:gd name="connsiteX52" fmla="*/ 9103073 w 12188936"/>
              <a:gd name="connsiteY52" fmla="*/ 1357064 h 2033355"/>
              <a:gd name="connsiteX53" fmla="*/ 9103073 w 12188936"/>
              <a:gd name="connsiteY53" fmla="*/ 1607874 h 2033355"/>
              <a:gd name="connsiteX54" fmla="*/ 9678594 w 12188936"/>
              <a:gd name="connsiteY54" fmla="*/ 1009960 h 2033355"/>
              <a:gd name="connsiteX55" fmla="*/ 9103073 w 12188936"/>
              <a:gd name="connsiteY55" fmla="*/ 412046 h 2033355"/>
              <a:gd name="connsiteX56" fmla="*/ 8527553 w 12188936"/>
              <a:gd name="connsiteY56" fmla="*/ 1009960 h 2033355"/>
              <a:gd name="connsiteX57" fmla="*/ 9103073 w 12188936"/>
              <a:gd name="connsiteY57" fmla="*/ 1607874 h 2033355"/>
              <a:gd name="connsiteX58" fmla="*/ 7705701 w 12188936"/>
              <a:gd name="connsiteY58" fmla="*/ 747953 h 2033355"/>
              <a:gd name="connsiteX59" fmla="*/ 7705701 w 12188936"/>
              <a:gd name="connsiteY59" fmla="*/ 264247 h 2033355"/>
              <a:gd name="connsiteX60" fmla="*/ 7945315 w 12188936"/>
              <a:gd name="connsiteY60" fmla="*/ 264247 h 2033355"/>
              <a:gd name="connsiteX61" fmla="*/ 8218519 w 12188936"/>
              <a:gd name="connsiteY61" fmla="*/ 506100 h 2033355"/>
              <a:gd name="connsiteX62" fmla="*/ 7945315 w 12188936"/>
              <a:gd name="connsiteY62" fmla="*/ 747953 h 2033355"/>
              <a:gd name="connsiteX63" fmla="*/ 7705701 w 12188936"/>
              <a:gd name="connsiteY63" fmla="*/ 747953 h 2033355"/>
              <a:gd name="connsiteX64" fmla="*/ 7423540 w 12188936"/>
              <a:gd name="connsiteY64" fmla="*/ 1581001 h 2033355"/>
              <a:gd name="connsiteX65" fmla="*/ 7705701 w 12188936"/>
              <a:gd name="connsiteY65" fmla="*/ 1581001 h 2033355"/>
              <a:gd name="connsiteX66" fmla="*/ 7705701 w 12188936"/>
              <a:gd name="connsiteY66" fmla="*/ 998763 h 2033355"/>
              <a:gd name="connsiteX67" fmla="*/ 7958751 w 12188936"/>
              <a:gd name="connsiteY67" fmla="*/ 998763 h 2033355"/>
              <a:gd name="connsiteX68" fmla="*/ 8505159 w 12188936"/>
              <a:gd name="connsiteY68" fmla="*/ 506100 h 2033355"/>
              <a:gd name="connsiteX69" fmla="*/ 7958751 w 12188936"/>
              <a:gd name="connsiteY69" fmla="*/ 13436 h 2033355"/>
              <a:gd name="connsiteX70" fmla="*/ 7423540 w 12188936"/>
              <a:gd name="connsiteY70" fmla="*/ 13436 h 2033355"/>
              <a:gd name="connsiteX71" fmla="*/ 7423540 w 12188936"/>
              <a:gd name="connsiteY71" fmla="*/ 1581001 h 2033355"/>
              <a:gd name="connsiteX72" fmla="*/ 6671108 w 12188936"/>
              <a:gd name="connsiteY72" fmla="*/ 1334670 h 2033355"/>
              <a:gd name="connsiteX73" fmla="*/ 6388947 w 12188936"/>
              <a:gd name="connsiteY73" fmla="*/ 998763 h 2033355"/>
              <a:gd name="connsiteX74" fmla="*/ 6671108 w 12188936"/>
              <a:gd name="connsiteY74" fmla="*/ 662856 h 2033355"/>
              <a:gd name="connsiteX75" fmla="*/ 6953270 w 12188936"/>
              <a:gd name="connsiteY75" fmla="*/ 998763 h 2033355"/>
              <a:gd name="connsiteX76" fmla="*/ 6671108 w 12188936"/>
              <a:gd name="connsiteY76" fmla="*/ 1334670 h 2033355"/>
              <a:gd name="connsiteX77" fmla="*/ 4554896 w 12188936"/>
              <a:gd name="connsiteY77" fmla="*/ 344864 h 2033355"/>
              <a:gd name="connsiteX78" fmla="*/ 4729567 w 12188936"/>
              <a:gd name="connsiteY78" fmla="*/ 172432 h 2033355"/>
              <a:gd name="connsiteX79" fmla="*/ 4554896 w 12188936"/>
              <a:gd name="connsiteY79" fmla="*/ 0 h 2033355"/>
              <a:gd name="connsiteX80" fmla="*/ 4380224 w 12188936"/>
              <a:gd name="connsiteY80" fmla="*/ 172432 h 2033355"/>
              <a:gd name="connsiteX81" fmla="*/ 4554896 w 12188936"/>
              <a:gd name="connsiteY81" fmla="*/ 344864 h 2033355"/>
              <a:gd name="connsiteX82" fmla="*/ 5941071 w 12188936"/>
              <a:gd name="connsiteY82" fmla="*/ 1587720 h 2033355"/>
              <a:gd name="connsiteX83" fmla="*/ 6059758 w 12188936"/>
              <a:gd name="connsiteY83" fmla="*/ 1578762 h 2033355"/>
              <a:gd name="connsiteX84" fmla="*/ 6059758 w 12188936"/>
              <a:gd name="connsiteY84" fmla="*/ 1359303 h 2033355"/>
              <a:gd name="connsiteX85" fmla="*/ 6048561 w 12188936"/>
              <a:gd name="connsiteY85" fmla="*/ 1359303 h 2033355"/>
              <a:gd name="connsiteX86" fmla="*/ 5938832 w 12188936"/>
              <a:gd name="connsiteY86" fmla="*/ 1256292 h 2033355"/>
              <a:gd name="connsiteX87" fmla="*/ 5938832 w 12188936"/>
              <a:gd name="connsiteY87" fmla="*/ 830810 h 2033355"/>
              <a:gd name="connsiteX88" fmla="*/ 5564856 w 12188936"/>
              <a:gd name="connsiteY88" fmla="*/ 412046 h 2033355"/>
              <a:gd name="connsiteX89" fmla="*/ 5217752 w 12188936"/>
              <a:gd name="connsiteY89" fmla="*/ 566563 h 2033355"/>
              <a:gd name="connsiteX90" fmla="*/ 5217752 w 12188936"/>
              <a:gd name="connsiteY90" fmla="*/ 438918 h 2033355"/>
              <a:gd name="connsiteX91" fmla="*/ 4940069 w 12188936"/>
              <a:gd name="connsiteY91" fmla="*/ 438918 h 2033355"/>
              <a:gd name="connsiteX92" fmla="*/ 4940069 w 12188936"/>
              <a:gd name="connsiteY92" fmla="*/ 1581001 h 2033355"/>
              <a:gd name="connsiteX93" fmla="*/ 5217752 w 12188936"/>
              <a:gd name="connsiteY93" fmla="*/ 1581001 h 2033355"/>
              <a:gd name="connsiteX94" fmla="*/ 5217752 w 12188936"/>
              <a:gd name="connsiteY94" fmla="*/ 958454 h 2033355"/>
              <a:gd name="connsiteX95" fmla="*/ 5484238 w 12188936"/>
              <a:gd name="connsiteY95" fmla="*/ 662856 h 2033355"/>
              <a:gd name="connsiteX96" fmla="*/ 5661149 w 12188936"/>
              <a:gd name="connsiteY96" fmla="*/ 902470 h 2033355"/>
              <a:gd name="connsiteX97" fmla="*/ 5661149 w 12188936"/>
              <a:gd name="connsiteY97" fmla="*/ 1294361 h 2033355"/>
              <a:gd name="connsiteX98" fmla="*/ 5941071 w 12188936"/>
              <a:gd name="connsiteY98" fmla="*/ 1587720 h 2033355"/>
              <a:gd name="connsiteX99" fmla="*/ 4416054 w 12188936"/>
              <a:gd name="connsiteY99" fmla="*/ 438918 h 2033355"/>
              <a:gd name="connsiteX100" fmla="*/ 4416054 w 12188936"/>
              <a:gd name="connsiteY100" fmla="*/ 1294361 h 2033355"/>
              <a:gd name="connsiteX101" fmla="*/ 4695977 w 12188936"/>
              <a:gd name="connsiteY101" fmla="*/ 1587720 h 2033355"/>
              <a:gd name="connsiteX102" fmla="*/ 4814664 w 12188936"/>
              <a:gd name="connsiteY102" fmla="*/ 1578762 h 2033355"/>
              <a:gd name="connsiteX103" fmla="*/ 4814664 w 12188936"/>
              <a:gd name="connsiteY103" fmla="*/ 1359303 h 2033355"/>
              <a:gd name="connsiteX104" fmla="*/ 4803467 w 12188936"/>
              <a:gd name="connsiteY104" fmla="*/ 1359303 h 2033355"/>
              <a:gd name="connsiteX105" fmla="*/ 4693737 w 12188936"/>
              <a:gd name="connsiteY105" fmla="*/ 1256292 h 2033355"/>
              <a:gd name="connsiteX106" fmla="*/ 4693737 w 12188936"/>
              <a:gd name="connsiteY106" fmla="*/ 438918 h 2033355"/>
              <a:gd name="connsiteX107" fmla="*/ 4416054 w 12188936"/>
              <a:gd name="connsiteY107" fmla="*/ 438918 h 2033355"/>
              <a:gd name="connsiteX108" fmla="*/ 3638990 w 12188936"/>
              <a:gd name="connsiteY108" fmla="*/ 1581001 h 2033355"/>
              <a:gd name="connsiteX109" fmla="*/ 3916673 w 12188936"/>
              <a:gd name="connsiteY109" fmla="*/ 1581001 h 2033355"/>
              <a:gd name="connsiteX110" fmla="*/ 3916673 w 12188936"/>
              <a:gd name="connsiteY110" fmla="*/ 1001002 h 2033355"/>
              <a:gd name="connsiteX111" fmla="*/ 4212271 w 12188936"/>
              <a:gd name="connsiteY111" fmla="*/ 687489 h 2033355"/>
              <a:gd name="connsiteX112" fmla="*/ 4270495 w 12188936"/>
              <a:gd name="connsiteY112" fmla="*/ 691968 h 2033355"/>
              <a:gd name="connsiteX113" fmla="*/ 4270495 w 12188936"/>
              <a:gd name="connsiteY113" fmla="*/ 427721 h 2033355"/>
              <a:gd name="connsiteX114" fmla="*/ 4227947 w 12188936"/>
              <a:gd name="connsiteY114" fmla="*/ 425482 h 2033355"/>
              <a:gd name="connsiteX115" fmla="*/ 3914433 w 12188936"/>
              <a:gd name="connsiteY115" fmla="*/ 566563 h 2033355"/>
              <a:gd name="connsiteX116" fmla="*/ 3914433 w 12188936"/>
              <a:gd name="connsiteY116" fmla="*/ 438918 h 2033355"/>
              <a:gd name="connsiteX117" fmla="*/ 3638990 w 12188936"/>
              <a:gd name="connsiteY117" fmla="*/ 438918 h 2033355"/>
              <a:gd name="connsiteX118" fmla="*/ 3638990 w 12188936"/>
              <a:gd name="connsiteY118" fmla="*/ 1581001 h 2033355"/>
              <a:gd name="connsiteX119" fmla="*/ 2891038 w 12188936"/>
              <a:gd name="connsiteY119" fmla="*/ 1374979 h 2033355"/>
              <a:gd name="connsiteX120" fmla="*/ 2727563 w 12188936"/>
              <a:gd name="connsiteY120" fmla="*/ 1240616 h 2033355"/>
              <a:gd name="connsiteX121" fmla="*/ 3153045 w 12188936"/>
              <a:gd name="connsiteY121" fmla="*/ 1059226 h 2033355"/>
              <a:gd name="connsiteX122" fmla="*/ 2891038 w 12188936"/>
              <a:gd name="connsiteY122" fmla="*/ 1374979 h 2033355"/>
              <a:gd name="connsiteX123" fmla="*/ 2864165 w 12188936"/>
              <a:gd name="connsiteY123" fmla="*/ 1607874 h 2033355"/>
              <a:gd name="connsiteX124" fmla="*/ 3202311 w 12188936"/>
              <a:gd name="connsiteY124" fmla="*/ 1471272 h 2033355"/>
              <a:gd name="connsiteX125" fmla="*/ 3410573 w 12188936"/>
              <a:gd name="connsiteY125" fmla="*/ 1587720 h 2033355"/>
              <a:gd name="connsiteX126" fmla="*/ 3515824 w 12188936"/>
              <a:gd name="connsiteY126" fmla="*/ 1574283 h 2033355"/>
              <a:gd name="connsiteX127" fmla="*/ 3515824 w 12188936"/>
              <a:gd name="connsiteY127" fmla="*/ 1352585 h 2033355"/>
              <a:gd name="connsiteX128" fmla="*/ 3417291 w 12188936"/>
              <a:gd name="connsiteY128" fmla="*/ 1240616 h 2033355"/>
              <a:gd name="connsiteX129" fmla="*/ 3417291 w 12188936"/>
              <a:gd name="connsiteY129" fmla="*/ 904709 h 2033355"/>
              <a:gd name="connsiteX130" fmla="*/ 2906713 w 12188936"/>
              <a:gd name="connsiteY130" fmla="*/ 412046 h 2033355"/>
              <a:gd name="connsiteX131" fmla="*/ 2456598 w 12188936"/>
              <a:gd name="connsiteY131" fmla="*/ 571042 h 2033355"/>
              <a:gd name="connsiteX132" fmla="*/ 2588722 w 12188936"/>
              <a:gd name="connsiteY132" fmla="*/ 786022 h 2033355"/>
              <a:gd name="connsiteX133" fmla="*/ 2906713 w 12188936"/>
              <a:gd name="connsiteY133" fmla="*/ 662856 h 2033355"/>
              <a:gd name="connsiteX134" fmla="*/ 3148566 w 12188936"/>
              <a:gd name="connsiteY134" fmla="*/ 839767 h 2033355"/>
              <a:gd name="connsiteX135" fmla="*/ 2445401 w 12188936"/>
              <a:gd name="connsiteY135" fmla="*/ 1242855 h 2033355"/>
              <a:gd name="connsiteX136" fmla="*/ 2864165 w 12188936"/>
              <a:gd name="connsiteY136" fmla="*/ 1607874 h 2033355"/>
              <a:gd name="connsiteX137" fmla="*/ 1549650 w 12188936"/>
              <a:gd name="connsiteY137" fmla="*/ 857682 h 2033355"/>
              <a:gd name="connsiteX138" fmla="*/ 1818375 w 12188936"/>
              <a:gd name="connsiteY138" fmla="*/ 653899 h 2033355"/>
              <a:gd name="connsiteX139" fmla="*/ 2051271 w 12188936"/>
              <a:gd name="connsiteY139" fmla="*/ 857682 h 2033355"/>
              <a:gd name="connsiteX140" fmla="*/ 1549650 w 12188936"/>
              <a:gd name="connsiteY140" fmla="*/ 857682 h 2033355"/>
              <a:gd name="connsiteX141" fmla="*/ 1845248 w 12188936"/>
              <a:gd name="connsiteY141" fmla="*/ 1607874 h 2033355"/>
              <a:gd name="connsiteX142" fmla="*/ 2346869 w 12188936"/>
              <a:gd name="connsiteY142" fmla="*/ 1370500 h 2033355"/>
              <a:gd name="connsiteX143" fmla="*/ 2149803 w 12188936"/>
              <a:gd name="connsiteY143" fmla="*/ 1198068 h 2033355"/>
              <a:gd name="connsiteX144" fmla="*/ 1845248 w 12188936"/>
              <a:gd name="connsiteY144" fmla="*/ 1357064 h 2033355"/>
              <a:gd name="connsiteX145" fmla="*/ 1540692 w 12188936"/>
              <a:gd name="connsiteY145" fmla="*/ 1081620 h 2033355"/>
              <a:gd name="connsiteX146" fmla="*/ 2324475 w 12188936"/>
              <a:gd name="connsiteY146" fmla="*/ 1081620 h 2033355"/>
              <a:gd name="connsiteX147" fmla="*/ 2333433 w 12188936"/>
              <a:gd name="connsiteY147" fmla="*/ 936060 h 2033355"/>
              <a:gd name="connsiteX148" fmla="*/ 1818375 w 12188936"/>
              <a:gd name="connsiteY148" fmla="*/ 412046 h 2033355"/>
              <a:gd name="connsiteX149" fmla="*/ 1260770 w 12188936"/>
              <a:gd name="connsiteY149" fmla="*/ 1014439 h 2033355"/>
              <a:gd name="connsiteX150" fmla="*/ 1845248 w 12188936"/>
              <a:gd name="connsiteY150" fmla="*/ 1607874 h 2033355"/>
              <a:gd name="connsiteX151" fmla="*/ 282162 w 12188936"/>
              <a:gd name="connsiteY151" fmla="*/ 644941 h 2033355"/>
              <a:gd name="connsiteX152" fmla="*/ 282162 w 12188936"/>
              <a:gd name="connsiteY152" fmla="*/ 264247 h 2033355"/>
              <a:gd name="connsiteX153" fmla="*/ 618068 w 12188936"/>
              <a:gd name="connsiteY153" fmla="*/ 264247 h 2033355"/>
              <a:gd name="connsiteX154" fmla="*/ 828570 w 12188936"/>
              <a:gd name="connsiteY154" fmla="*/ 454594 h 2033355"/>
              <a:gd name="connsiteX155" fmla="*/ 620308 w 12188936"/>
              <a:gd name="connsiteY155" fmla="*/ 644941 h 2033355"/>
              <a:gd name="connsiteX156" fmla="*/ 282162 w 12188936"/>
              <a:gd name="connsiteY156" fmla="*/ 644941 h 2033355"/>
              <a:gd name="connsiteX157" fmla="*/ 282162 w 12188936"/>
              <a:gd name="connsiteY157" fmla="*/ 1330191 h 2033355"/>
              <a:gd name="connsiteX158" fmla="*/ 282162 w 12188936"/>
              <a:gd name="connsiteY158" fmla="*/ 895752 h 2033355"/>
              <a:gd name="connsiteX159" fmla="*/ 633744 w 12188936"/>
              <a:gd name="connsiteY159" fmla="*/ 895752 h 2033355"/>
              <a:gd name="connsiteX160" fmla="*/ 880076 w 12188936"/>
              <a:gd name="connsiteY160" fmla="*/ 1112971 h 2033355"/>
              <a:gd name="connsiteX161" fmla="*/ 633744 w 12188936"/>
              <a:gd name="connsiteY161" fmla="*/ 1330191 h 2033355"/>
              <a:gd name="connsiteX162" fmla="*/ 282162 w 12188936"/>
              <a:gd name="connsiteY162" fmla="*/ 1330191 h 2033355"/>
              <a:gd name="connsiteX163" fmla="*/ 0 w 12188936"/>
              <a:gd name="connsiteY163" fmla="*/ 1581001 h 2033355"/>
              <a:gd name="connsiteX164" fmla="*/ 627026 w 12188936"/>
              <a:gd name="connsiteY164" fmla="*/ 1581001 h 2033355"/>
              <a:gd name="connsiteX165" fmla="*/ 1166716 w 12188936"/>
              <a:gd name="connsiteY165" fmla="*/ 1119689 h 2033355"/>
              <a:gd name="connsiteX166" fmla="*/ 967412 w 12188936"/>
              <a:gd name="connsiteY166" fmla="*/ 747953 h 2033355"/>
              <a:gd name="connsiteX167" fmla="*/ 1110732 w 12188936"/>
              <a:gd name="connsiteY167" fmla="*/ 438918 h 2033355"/>
              <a:gd name="connsiteX168" fmla="*/ 611350 w 12188936"/>
              <a:gd name="connsiteY168" fmla="*/ 13436 h 2033355"/>
              <a:gd name="connsiteX169" fmla="*/ 0 w 12188936"/>
              <a:gd name="connsiteY169" fmla="*/ 13436 h 2033355"/>
              <a:gd name="connsiteX170" fmla="*/ 0 w 12188936"/>
              <a:gd name="connsiteY170" fmla="*/ 1581001 h 2033355"/>
              <a:gd name="connsiteX171" fmla="*/ 6664390 w 12188936"/>
              <a:gd name="connsiteY171" fmla="*/ 2033356 h 2033355"/>
              <a:gd name="connsiteX172" fmla="*/ 7221996 w 12188936"/>
              <a:gd name="connsiteY172" fmla="*/ 1520538 h 2033355"/>
              <a:gd name="connsiteX173" fmla="*/ 7221996 w 12188936"/>
              <a:gd name="connsiteY173" fmla="*/ 438918 h 2033355"/>
              <a:gd name="connsiteX174" fmla="*/ 6944313 w 12188936"/>
              <a:gd name="connsiteY174" fmla="*/ 438918 h 2033355"/>
              <a:gd name="connsiteX175" fmla="*/ 6944313 w 12188936"/>
              <a:gd name="connsiteY175" fmla="*/ 546408 h 2033355"/>
              <a:gd name="connsiteX176" fmla="*/ 6635278 w 12188936"/>
              <a:gd name="connsiteY176" fmla="*/ 412046 h 2033355"/>
              <a:gd name="connsiteX177" fmla="*/ 6106785 w 12188936"/>
              <a:gd name="connsiteY177" fmla="*/ 998763 h 2033355"/>
              <a:gd name="connsiteX178" fmla="*/ 6635278 w 12188936"/>
              <a:gd name="connsiteY178" fmla="*/ 1585480 h 2033355"/>
              <a:gd name="connsiteX179" fmla="*/ 6944313 w 12188936"/>
              <a:gd name="connsiteY179" fmla="*/ 1451118 h 2033355"/>
              <a:gd name="connsiteX180" fmla="*/ 6944313 w 12188936"/>
              <a:gd name="connsiteY180" fmla="*/ 1525017 h 2033355"/>
              <a:gd name="connsiteX181" fmla="*/ 6664390 w 12188936"/>
              <a:gd name="connsiteY181" fmla="*/ 1782546 h 2033355"/>
              <a:gd name="connsiteX182" fmla="*/ 6330723 w 12188936"/>
              <a:gd name="connsiteY182" fmla="*/ 1630268 h 2033355"/>
              <a:gd name="connsiteX183" fmla="*/ 6124700 w 12188936"/>
              <a:gd name="connsiteY183" fmla="*/ 1802700 h 2033355"/>
              <a:gd name="connsiteX184" fmla="*/ 6664390 w 12188936"/>
              <a:gd name="connsiteY184" fmla="*/ 2033356 h 2033355"/>
            </a:gdLst>
            <a:ahLst/>
            <a:cxnLst/>
            <a:rect l="l" t="t" r="r" b="b"/>
            <a:pathLst>
              <a:path w="12188936" h="2033355">
                <a:moveTo>
                  <a:pt x="12014265" y="1587720"/>
                </a:moveTo>
                <a:cubicBezTo>
                  <a:pt x="12061292" y="1587720"/>
                  <a:pt x="12139670" y="1581001"/>
                  <a:pt x="12188936" y="1572044"/>
                </a:cubicBezTo>
                <a:lnTo>
                  <a:pt x="12188936" y="1330191"/>
                </a:lnTo>
                <a:cubicBezTo>
                  <a:pt x="12150867" y="1334670"/>
                  <a:pt x="12110559" y="1341388"/>
                  <a:pt x="12070250" y="1341388"/>
                </a:cubicBezTo>
                <a:cubicBezTo>
                  <a:pt x="11969478" y="1341388"/>
                  <a:pt x="11909014" y="1294361"/>
                  <a:pt x="11909014" y="1177913"/>
                </a:cubicBezTo>
                <a:lnTo>
                  <a:pt x="11909014" y="667335"/>
                </a:lnTo>
                <a:lnTo>
                  <a:pt x="12171021" y="667335"/>
                </a:lnTo>
                <a:lnTo>
                  <a:pt x="12171021" y="438918"/>
                </a:lnTo>
                <a:lnTo>
                  <a:pt x="11909014" y="438918"/>
                </a:lnTo>
                <a:lnTo>
                  <a:pt x="11909014" y="125405"/>
                </a:lnTo>
                <a:lnTo>
                  <a:pt x="11631331" y="125405"/>
                </a:lnTo>
                <a:lnTo>
                  <a:pt x="11631331" y="438918"/>
                </a:lnTo>
                <a:lnTo>
                  <a:pt x="11474575" y="438918"/>
                </a:lnTo>
                <a:lnTo>
                  <a:pt x="11474575" y="667335"/>
                </a:lnTo>
                <a:lnTo>
                  <a:pt x="11631331" y="667335"/>
                </a:lnTo>
                <a:lnTo>
                  <a:pt x="11631331" y="1207025"/>
                </a:lnTo>
                <a:cubicBezTo>
                  <a:pt x="11631331" y="1464554"/>
                  <a:pt x="11776891" y="1587720"/>
                  <a:pt x="12014265" y="1587720"/>
                </a:cubicBezTo>
                <a:close/>
                <a:moveTo>
                  <a:pt x="9962995" y="344864"/>
                </a:moveTo>
                <a:cubicBezTo>
                  <a:pt x="10059288" y="344864"/>
                  <a:pt x="10137666" y="275444"/>
                  <a:pt x="10137666" y="172432"/>
                </a:cubicBezTo>
                <a:cubicBezTo>
                  <a:pt x="10137666" y="69421"/>
                  <a:pt x="10059288" y="0"/>
                  <a:pt x="9962995" y="0"/>
                </a:cubicBezTo>
                <a:cubicBezTo>
                  <a:pt x="9866701" y="0"/>
                  <a:pt x="9788323" y="69421"/>
                  <a:pt x="9788323" y="172432"/>
                </a:cubicBezTo>
                <a:cubicBezTo>
                  <a:pt x="9788323" y="275444"/>
                  <a:pt x="9866701" y="344864"/>
                  <a:pt x="9962995" y="344864"/>
                </a:cubicBezTo>
                <a:close/>
                <a:moveTo>
                  <a:pt x="10348167" y="1581001"/>
                </a:moveTo>
                <a:lnTo>
                  <a:pt x="10625851" y="1581001"/>
                </a:lnTo>
                <a:lnTo>
                  <a:pt x="10625851" y="958454"/>
                </a:lnTo>
                <a:cubicBezTo>
                  <a:pt x="10625851" y="770346"/>
                  <a:pt x="10737819" y="662856"/>
                  <a:pt x="10892336" y="662856"/>
                </a:cubicBezTo>
                <a:cubicBezTo>
                  <a:pt x="11019981" y="662856"/>
                  <a:pt x="11069247" y="750192"/>
                  <a:pt x="11069247" y="902470"/>
                </a:cubicBezTo>
                <a:lnTo>
                  <a:pt x="11069247" y="1294361"/>
                </a:lnTo>
                <a:cubicBezTo>
                  <a:pt x="11069247" y="1482469"/>
                  <a:pt x="11163301" y="1587720"/>
                  <a:pt x="11349169" y="1587720"/>
                </a:cubicBezTo>
                <a:cubicBezTo>
                  <a:pt x="11387239" y="1587720"/>
                  <a:pt x="11429788" y="1587720"/>
                  <a:pt x="11467856" y="1578762"/>
                </a:cubicBezTo>
                <a:lnTo>
                  <a:pt x="11467856" y="1359303"/>
                </a:lnTo>
                <a:lnTo>
                  <a:pt x="11456660" y="1359303"/>
                </a:lnTo>
                <a:cubicBezTo>
                  <a:pt x="11400675" y="1359303"/>
                  <a:pt x="11346930" y="1348106"/>
                  <a:pt x="11346930" y="1256292"/>
                </a:cubicBezTo>
                <a:lnTo>
                  <a:pt x="11346930" y="830810"/>
                </a:lnTo>
                <a:cubicBezTo>
                  <a:pt x="11346930" y="546408"/>
                  <a:pt x="11201371" y="412046"/>
                  <a:pt x="10972954" y="412046"/>
                </a:cubicBezTo>
                <a:cubicBezTo>
                  <a:pt x="10807240" y="412046"/>
                  <a:pt x="10677357" y="490424"/>
                  <a:pt x="10625851" y="566563"/>
                </a:cubicBezTo>
                <a:lnTo>
                  <a:pt x="10625851" y="438918"/>
                </a:lnTo>
                <a:lnTo>
                  <a:pt x="10348167" y="438918"/>
                </a:lnTo>
                <a:lnTo>
                  <a:pt x="10348167" y="1581001"/>
                </a:lnTo>
                <a:close/>
                <a:moveTo>
                  <a:pt x="9824152" y="438918"/>
                </a:moveTo>
                <a:lnTo>
                  <a:pt x="9824152" y="1294361"/>
                </a:lnTo>
                <a:cubicBezTo>
                  <a:pt x="9824152" y="1482469"/>
                  <a:pt x="9918207" y="1587720"/>
                  <a:pt x="10104075" y="1587720"/>
                </a:cubicBezTo>
                <a:cubicBezTo>
                  <a:pt x="10142144" y="1587720"/>
                  <a:pt x="10184693" y="1587720"/>
                  <a:pt x="10222763" y="1578762"/>
                </a:cubicBezTo>
                <a:lnTo>
                  <a:pt x="10222763" y="1359303"/>
                </a:lnTo>
                <a:lnTo>
                  <a:pt x="10211565" y="1359303"/>
                </a:lnTo>
                <a:cubicBezTo>
                  <a:pt x="10155580" y="1359303"/>
                  <a:pt x="10101836" y="1348106"/>
                  <a:pt x="10101836" y="1256292"/>
                </a:cubicBezTo>
                <a:lnTo>
                  <a:pt x="10101836" y="438918"/>
                </a:lnTo>
                <a:lnTo>
                  <a:pt x="9824152" y="438918"/>
                </a:lnTo>
                <a:close/>
                <a:moveTo>
                  <a:pt x="9103073" y="1357064"/>
                </a:moveTo>
                <a:cubicBezTo>
                  <a:pt x="8932881" y="1357064"/>
                  <a:pt x="8809715" y="1222701"/>
                  <a:pt x="8809715" y="1009960"/>
                </a:cubicBezTo>
                <a:cubicBezTo>
                  <a:pt x="8809715" y="797219"/>
                  <a:pt x="8932881" y="662856"/>
                  <a:pt x="9103073" y="662856"/>
                </a:cubicBezTo>
                <a:cubicBezTo>
                  <a:pt x="9273266" y="662856"/>
                  <a:pt x="9396432" y="797219"/>
                  <a:pt x="9396432" y="1009960"/>
                </a:cubicBezTo>
                <a:cubicBezTo>
                  <a:pt x="9396432" y="1222701"/>
                  <a:pt x="9273266" y="1357064"/>
                  <a:pt x="9103073" y="1357064"/>
                </a:cubicBezTo>
                <a:close/>
                <a:moveTo>
                  <a:pt x="9103073" y="1607874"/>
                </a:moveTo>
                <a:cubicBezTo>
                  <a:pt x="9438980" y="1607874"/>
                  <a:pt x="9678594" y="1363782"/>
                  <a:pt x="9678594" y="1009960"/>
                </a:cubicBezTo>
                <a:cubicBezTo>
                  <a:pt x="9678594" y="656138"/>
                  <a:pt x="9438980" y="412046"/>
                  <a:pt x="9103073" y="412046"/>
                </a:cubicBezTo>
                <a:cubicBezTo>
                  <a:pt x="8767166" y="412046"/>
                  <a:pt x="8527553" y="656138"/>
                  <a:pt x="8527553" y="1009960"/>
                </a:cubicBezTo>
                <a:cubicBezTo>
                  <a:pt x="8527553" y="1363782"/>
                  <a:pt x="8767166" y="1607874"/>
                  <a:pt x="9103073" y="1607874"/>
                </a:cubicBezTo>
                <a:close/>
                <a:moveTo>
                  <a:pt x="7705701" y="747953"/>
                </a:moveTo>
                <a:lnTo>
                  <a:pt x="7705701" y="264247"/>
                </a:lnTo>
                <a:lnTo>
                  <a:pt x="7945315" y="264247"/>
                </a:lnTo>
                <a:cubicBezTo>
                  <a:pt x="8131183" y="264247"/>
                  <a:pt x="8218519" y="356061"/>
                  <a:pt x="8218519" y="506100"/>
                </a:cubicBezTo>
                <a:cubicBezTo>
                  <a:pt x="8218519" y="640462"/>
                  <a:pt x="8144619" y="747953"/>
                  <a:pt x="7945315" y="747953"/>
                </a:cubicBezTo>
                <a:lnTo>
                  <a:pt x="7705701" y="747953"/>
                </a:lnTo>
                <a:close/>
                <a:moveTo>
                  <a:pt x="7423540" y="1581001"/>
                </a:moveTo>
                <a:lnTo>
                  <a:pt x="7705701" y="1581001"/>
                </a:lnTo>
                <a:lnTo>
                  <a:pt x="7705701" y="998763"/>
                </a:lnTo>
                <a:lnTo>
                  <a:pt x="7958751" y="998763"/>
                </a:lnTo>
                <a:cubicBezTo>
                  <a:pt x="8308094" y="998763"/>
                  <a:pt x="8505159" y="797219"/>
                  <a:pt x="8505159" y="506100"/>
                </a:cubicBezTo>
                <a:cubicBezTo>
                  <a:pt x="8505159" y="214980"/>
                  <a:pt x="8308094" y="13436"/>
                  <a:pt x="7958751" y="13436"/>
                </a:cubicBezTo>
                <a:lnTo>
                  <a:pt x="7423540" y="13436"/>
                </a:lnTo>
                <a:lnTo>
                  <a:pt x="7423540" y="1581001"/>
                </a:lnTo>
                <a:close/>
                <a:moveTo>
                  <a:pt x="6671108" y="1334670"/>
                </a:moveTo>
                <a:cubicBezTo>
                  <a:pt x="6518830" y="1334670"/>
                  <a:pt x="6388947" y="1215983"/>
                  <a:pt x="6388947" y="998763"/>
                </a:cubicBezTo>
                <a:cubicBezTo>
                  <a:pt x="6388947" y="781543"/>
                  <a:pt x="6518830" y="662856"/>
                  <a:pt x="6671108" y="662856"/>
                </a:cubicBezTo>
                <a:cubicBezTo>
                  <a:pt x="6823386" y="662856"/>
                  <a:pt x="6953270" y="781543"/>
                  <a:pt x="6953270" y="998763"/>
                </a:cubicBezTo>
                <a:cubicBezTo>
                  <a:pt x="6953270" y="1215983"/>
                  <a:pt x="6823386" y="1334670"/>
                  <a:pt x="6671108" y="1334670"/>
                </a:cubicBezTo>
                <a:close/>
                <a:moveTo>
                  <a:pt x="4554896" y="344864"/>
                </a:moveTo>
                <a:cubicBezTo>
                  <a:pt x="4648950" y="344864"/>
                  <a:pt x="4729567" y="270965"/>
                  <a:pt x="4729567" y="172432"/>
                </a:cubicBezTo>
                <a:cubicBezTo>
                  <a:pt x="4729567" y="73900"/>
                  <a:pt x="4648950" y="0"/>
                  <a:pt x="4554896" y="0"/>
                </a:cubicBezTo>
                <a:cubicBezTo>
                  <a:pt x="4460842" y="0"/>
                  <a:pt x="4380224" y="73900"/>
                  <a:pt x="4380224" y="172432"/>
                </a:cubicBezTo>
                <a:cubicBezTo>
                  <a:pt x="4380224" y="270965"/>
                  <a:pt x="4460842" y="344864"/>
                  <a:pt x="4554896" y="344864"/>
                </a:cubicBezTo>
                <a:close/>
                <a:moveTo>
                  <a:pt x="5941071" y="1587720"/>
                </a:moveTo>
                <a:cubicBezTo>
                  <a:pt x="5979140" y="1587720"/>
                  <a:pt x="6021689" y="1587720"/>
                  <a:pt x="6059758" y="1578762"/>
                </a:cubicBezTo>
                <a:lnTo>
                  <a:pt x="6059758" y="1359303"/>
                </a:lnTo>
                <a:lnTo>
                  <a:pt x="6048561" y="1359303"/>
                </a:lnTo>
                <a:cubicBezTo>
                  <a:pt x="5992577" y="1359303"/>
                  <a:pt x="5938832" y="1348106"/>
                  <a:pt x="5938832" y="1256292"/>
                </a:cubicBezTo>
                <a:lnTo>
                  <a:pt x="5938832" y="830810"/>
                </a:lnTo>
                <a:cubicBezTo>
                  <a:pt x="5938832" y="546408"/>
                  <a:pt x="5793272" y="412046"/>
                  <a:pt x="5564856" y="412046"/>
                </a:cubicBezTo>
                <a:cubicBezTo>
                  <a:pt x="5399142" y="412046"/>
                  <a:pt x="5269258" y="490424"/>
                  <a:pt x="5217752" y="566563"/>
                </a:cubicBezTo>
                <a:lnTo>
                  <a:pt x="5217752" y="438918"/>
                </a:lnTo>
                <a:lnTo>
                  <a:pt x="4940069" y="438918"/>
                </a:lnTo>
                <a:lnTo>
                  <a:pt x="4940069" y="1581001"/>
                </a:lnTo>
                <a:lnTo>
                  <a:pt x="5217752" y="1581001"/>
                </a:lnTo>
                <a:lnTo>
                  <a:pt x="5217752" y="958454"/>
                </a:lnTo>
                <a:cubicBezTo>
                  <a:pt x="5217752" y="770346"/>
                  <a:pt x="5329721" y="662856"/>
                  <a:pt x="5484238" y="662856"/>
                </a:cubicBezTo>
                <a:cubicBezTo>
                  <a:pt x="5611882" y="662856"/>
                  <a:pt x="5661149" y="750192"/>
                  <a:pt x="5661149" y="902470"/>
                </a:cubicBezTo>
                <a:lnTo>
                  <a:pt x="5661149" y="1294361"/>
                </a:lnTo>
                <a:cubicBezTo>
                  <a:pt x="5661149" y="1482469"/>
                  <a:pt x="5755203" y="1587720"/>
                  <a:pt x="5941071" y="1587720"/>
                </a:cubicBezTo>
                <a:close/>
                <a:moveTo>
                  <a:pt x="4416054" y="438918"/>
                </a:moveTo>
                <a:lnTo>
                  <a:pt x="4416054" y="1294361"/>
                </a:lnTo>
                <a:cubicBezTo>
                  <a:pt x="4416054" y="1482469"/>
                  <a:pt x="4510109" y="1587720"/>
                  <a:pt x="4695977" y="1587720"/>
                </a:cubicBezTo>
                <a:cubicBezTo>
                  <a:pt x="4734046" y="1587720"/>
                  <a:pt x="4776594" y="1587720"/>
                  <a:pt x="4814664" y="1578762"/>
                </a:cubicBezTo>
                <a:lnTo>
                  <a:pt x="4814664" y="1359303"/>
                </a:lnTo>
                <a:lnTo>
                  <a:pt x="4803467" y="1359303"/>
                </a:lnTo>
                <a:cubicBezTo>
                  <a:pt x="4747482" y="1359303"/>
                  <a:pt x="4693737" y="1348106"/>
                  <a:pt x="4693737" y="1256292"/>
                </a:cubicBezTo>
                <a:lnTo>
                  <a:pt x="4693737" y="438918"/>
                </a:lnTo>
                <a:lnTo>
                  <a:pt x="4416054" y="438918"/>
                </a:lnTo>
                <a:close/>
                <a:moveTo>
                  <a:pt x="3638990" y="1581001"/>
                </a:moveTo>
                <a:lnTo>
                  <a:pt x="3916673" y="1581001"/>
                </a:lnTo>
                <a:lnTo>
                  <a:pt x="3916673" y="1001002"/>
                </a:lnTo>
                <a:cubicBezTo>
                  <a:pt x="3916673" y="761389"/>
                  <a:pt x="4026403" y="687489"/>
                  <a:pt x="4212271" y="687489"/>
                </a:cubicBezTo>
                <a:cubicBezTo>
                  <a:pt x="4234665" y="687489"/>
                  <a:pt x="4259298" y="689729"/>
                  <a:pt x="4270495" y="691968"/>
                </a:cubicBezTo>
                <a:lnTo>
                  <a:pt x="4270495" y="427721"/>
                </a:lnTo>
                <a:cubicBezTo>
                  <a:pt x="4254819" y="425482"/>
                  <a:pt x="4241383" y="425482"/>
                  <a:pt x="4227947" y="425482"/>
                </a:cubicBezTo>
                <a:cubicBezTo>
                  <a:pt x="4057754" y="425482"/>
                  <a:pt x="3968179" y="492663"/>
                  <a:pt x="3914433" y="566563"/>
                </a:cubicBezTo>
                <a:lnTo>
                  <a:pt x="3914433" y="438918"/>
                </a:lnTo>
                <a:lnTo>
                  <a:pt x="3638990" y="438918"/>
                </a:lnTo>
                <a:lnTo>
                  <a:pt x="3638990" y="1581001"/>
                </a:lnTo>
                <a:close/>
                <a:moveTo>
                  <a:pt x="2891038" y="1374979"/>
                </a:moveTo>
                <a:cubicBezTo>
                  <a:pt x="2810420" y="1374979"/>
                  <a:pt x="2727563" y="1334670"/>
                  <a:pt x="2727563" y="1240616"/>
                </a:cubicBezTo>
                <a:cubicBezTo>
                  <a:pt x="2727563" y="1110732"/>
                  <a:pt x="2852968" y="1059226"/>
                  <a:pt x="3153045" y="1059226"/>
                </a:cubicBezTo>
                <a:cubicBezTo>
                  <a:pt x="3153045" y="1269728"/>
                  <a:pt x="3058991" y="1374979"/>
                  <a:pt x="2891038" y="1374979"/>
                </a:cubicBezTo>
                <a:close/>
                <a:moveTo>
                  <a:pt x="2864165" y="1607874"/>
                </a:moveTo>
                <a:cubicBezTo>
                  <a:pt x="3043315" y="1607874"/>
                  <a:pt x="3146327" y="1538453"/>
                  <a:pt x="3202311" y="1471272"/>
                </a:cubicBezTo>
                <a:cubicBezTo>
                  <a:pt x="3222466" y="1525017"/>
                  <a:pt x="3282929" y="1587720"/>
                  <a:pt x="3410573" y="1587720"/>
                </a:cubicBezTo>
                <a:cubicBezTo>
                  <a:pt x="3437446" y="1587720"/>
                  <a:pt x="3477755" y="1585480"/>
                  <a:pt x="3515824" y="1574283"/>
                </a:cubicBezTo>
                <a:lnTo>
                  <a:pt x="3515824" y="1352585"/>
                </a:lnTo>
                <a:cubicBezTo>
                  <a:pt x="3482233" y="1352585"/>
                  <a:pt x="3417291" y="1359303"/>
                  <a:pt x="3417291" y="1240616"/>
                </a:cubicBezTo>
                <a:lnTo>
                  <a:pt x="3417291" y="904709"/>
                </a:lnTo>
                <a:cubicBezTo>
                  <a:pt x="3417291" y="535212"/>
                  <a:pt x="3204551" y="412046"/>
                  <a:pt x="2906713" y="412046"/>
                </a:cubicBezTo>
                <a:cubicBezTo>
                  <a:pt x="2669339" y="412046"/>
                  <a:pt x="2510343" y="528493"/>
                  <a:pt x="2456598" y="571042"/>
                </a:cubicBezTo>
                <a:lnTo>
                  <a:pt x="2588722" y="786022"/>
                </a:lnTo>
                <a:cubicBezTo>
                  <a:pt x="2642467" y="743474"/>
                  <a:pt x="2756675" y="662856"/>
                  <a:pt x="2906713" y="662856"/>
                </a:cubicBezTo>
                <a:cubicBezTo>
                  <a:pt x="3052273" y="662856"/>
                  <a:pt x="3137369" y="718841"/>
                  <a:pt x="3148566" y="839767"/>
                </a:cubicBezTo>
                <a:cubicBezTo>
                  <a:pt x="2976134" y="839767"/>
                  <a:pt x="2445401" y="833049"/>
                  <a:pt x="2445401" y="1242855"/>
                </a:cubicBezTo>
                <a:cubicBezTo>
                  <a:pt x="2445401" y="1480229"/>
                  <a:pt x="2637988" y="1607874"/>
                  <a:pt x="2864165" y="1607874"/>
                </a:cubicBezTo>
                <a:close/>
                <a:moveTo>
                  <a:pt x="1549650" y="857682"/>
                </a:moveTo>
                <a:cubicBezTo>
                  <a:pt x="1585480" y="721080"/>
                  <a:pt x="1692970" y="653899"/>
                  <a:pt x="1818375" y="653899"/>
                </a:cubicBezTo>
                <a:cubicBezTo>
                  <a:pt x="1925865" y="653899"/>
                  <a:pt x="2040074" y="705404"/>
                  <a:pt x="2051271" y="857682"/>
                </a:cubicBezTo>
                <a:lnTo>
                  <a:pt x="1549650" y="857682"/>
                </a:lnTo>
                <a:close/>
                <a:moveTo>
                  <a:pt x="1845248" y="1607874"/>
                </a:moveTo>
                <a:cubicBezTo>
                  <a:pt x="2087101" y="1607874"/>
                  <a:pt x="2266251" y="1477990"/>
                  <a:pt x="2346869" y="1370500"/>
                </a:cubicBezTo>
                <a:lnTo>
                  <a:pt x="2149803" y="1198068"/>
                </a:lnTo>
                <a:cubicBezTo>
                  <a:pt x="2098298" y="1263010"/>
                  <a:pt x="2004244" y="1357064"/>
                  <a:pt x="1845248" y="1357064"/>
                </a:cubicBezTo>
                <a:cubicBezTo>
                  <a:pt x="1670576" y="1357064"/>
                  <a:pt x="1549650" y="1236137"/>
                  <a:pt x="1540692" y="1081620"/>
                </a:cubicBezTo>
                <a:lnTo>
                  <a:pt x="2324475" y="1081620"/>
                </a:lnTo>
                <a:cubicBezTo>
                  <a:pt x="2331193" y="1034593"/>
                  <a:pt x="2333433" y="1001002"/>
                  <a:pt x="2333433" y="936060"/>
                </a:cubicBezTo>
                <a:cubicBezTo>
                  <a:pt x="2333433" y="660617"/>
                  <a:pt x="2174437" y="412046"/>
                  <a:pt x="1818375" y="412046"/>
                </a:cubicBezTo>
                <a:cubicBezTo>
                  <a:pt x="1493665" y="412046"/>
                  <a:pt x="1260770" y="665096"/>
                  <a:pt x="1260770" y="1014439"/>
                </a:cubicBezTo>
                <a:cubicBezTo>
                  <a:pt x="1260770" y="1357064"/>
                  <a:pt x="1500384" y="1607874"/>
                  <a:pt x="1845248" y="1607874"/>
                </a:cubicBezTo>
                <a:close/>
                <a:moveTo>
                  <a:pt x="282162" y="644941"/>
                </a:moveTo>
                <a:lnTo>
                  <a:pt x="282162" y="264247"/>
                </a:lnTo>
                <a:lnTo>
                  <a:pt x="618068" y="264247"/>
                </a:lnTo>
                <a:cubicBezTo>
                  <a:pt x="759149" y="264247"/>
                  <a:pt x="828570" y="338146"/>
                  <a:pt x="828570" y="454594"/>
                </a:cubicBezTo>
                <a:cubicBezTo>
                  <a:pt x="828570" y="571042"/>
                  <a:pt x="756910" y="644941"/>
                  <a:pt x="620308" y="644941"/>
                </a:cubicBezTo>
                <a:lnTo>
                  <a:pt x="282162" y="644941"/>
                </a:lnTo>
                <a:close/>
                <a:moveTo>
                  <a:pt x="282162" y="1330191"/>
                </a:moveTo>
                <a:lnTo>
                  <a:pt x="282162" y="895752"/>
                </a:lnTo>
                <a:lnTo>
                  <a:pt x="633744" y="895752"/>
                </a:lnTo>
                <a:cubicBezTo>
                  <a:pt x="792740" y="895752"/>
                  <a:pt x="880076" y="976369"/>
                  <a:pt x="880076" y="1112971"/>
                </a:cubicBezTo>
                <a:cubicBezTo>
                  <a:pt x="880076" y="1249573"/>
                  <a:pt x="797219" y="1330191"/>
                  <a:pt x="633744" y="1330191"/>
                </a:cubicBezTo>
                <a:lnTo>
                  <a:pt x="282162" y="1330191"/>
                </a:lnTo>
                <a:close/>
                <a:moveTo>
                  <a:pt x="0" y="1581001"/>
                </a:moveTo>
                <a:lnTo>
                  <a:pt x="627026" y="1581001"/>
                </a:lnTo>
                <a:cubicBezTo>
                  <a:pt x="985327" y="1581001"/>
                  <a:pt x="1166716" y="1395133"/>
                  <a:pt x="1166716" y="1119689"/>
                </a:cubicBezTo>
                <a:cubicBezTo>
                  <a:pt x="1166716" y="962933"/>
                  <a:pt x="1099535" y="821852"/>
                  <a:pt x="967412" y="747953"/>
                </a:cubicBezTo>
                <a:cubicBezTo>
                  <a:pt x="1065944" y="674053"/>
                  <a:pt x="1110732" y="562084"/>
                  <a:pt x="1110732" y="438918"/>
                </a:cubicBezTo>
                <a:cubicBezTo>
                  <a:pt x="1110732" y="192587"/>
                  <a:pt x="945018" y="13436"/>
                  <a:pt x="611350" y="13436"/>
                </a:cubicBezTo>
                <a:lnTo>
                  <a:pt x="0" y="13436"/>
                </a:lnTo>
                <a:lnTo>
                  <a:pt x="0" y="1581001"/>
                </a:lnTo>
                <a:close/>
                <a:moveTo>
                  <a:pt x="6664390" y="2033356"/>
                </a:moveTo>
                <a:cubicBezTo>
                  <a:pt x="6879371" y="2033356"/>
                  <a:pt x="7221996" y="1919148"/>
                  <a:pt x="7221996" y="1520538"/>
                </a:cubicBezTo>
                <a:lnTo>
                  <a:pt x="7221996" y="438918"/>
                </a:lnTo>
                <a:lnTo>
                  <a:pt x="6944313" y="438918"/>
                </a:lnTo>
                <a:lnTo>
                  <a:pt x="6944313" y="546408"/>
                </a:lnTo>
                <a:cubicBezTo>
                  <a:pt x="6886089" y="472509"/>
                  <a:pt x="6798753" y="412046"/>
                  <a:pt x="6635278" y="412046"/>
                </a:cubicBezTo>
                <a:cubicBezTo>
                  <a:pt x="6350877" y="412046"/>
                  <a:pt x="6106785" y="640462"/>
                  <a:pt x="6106785" y="998763"/>
                </a:cubicBezTo>
                <a:cubicBezTo>
                  <a:pt x="6106785" y="1357064"/>
                  <a:pt x="6350877" y="1585480"/>
                  <a:pt x="6635278" y="1585480"/>
                </a:cubicBezTo>
                <a:cubicBezTo>
                  <a:pt x="6798753" y="1585480"/>
                  <a:pt x="6886089" y="1527256"/>
                  <a:pt x="6944313" y="1451118"/>
                </a:cubicBezTo>
                <a:lnTo>
                  <a:pt x="6944313" y="1525017"/>
                </a:lnTo>
                <a:cubicBezTo>
                  <a:pt x="6944313" y="1692970"/>
                  <a:pt x="6823386" y="1782546"/>
                  <a:pt x="6664390" y="1782546"/>
                </a:cubicBezTo>
                <a:cubicBezTo>
                  <a:pt x="6489719" y="1782546"/>
                  <a:pt x="6377750" y="1684013"/>
                  <a:pt x="6330723" y="1630268"/>
                </a:cubicBezTo>
                <a:lnTo>
                  <a:pt x="6124700" y="1802700"/>
                </a:lnTo>
                <a:cubicBezTo>
                  <a:pt x="6171727" y="1856445"/>
                  <a:pt x="6330723" y="2033356"/>
                  <a:pt x="6664390" y="2033356"/>
                </a:cubicBezTo>
                <a:close/>
              </a:path>
            </a:pathLst>
          </a:custGeom>
          <a:solidFill>
            <a:srgbClr val="000000"/>
          </a:solidFill>
          <a:ln w="8133">
            <a:noFill/>
            <a:prstDash val="solid"/>
          </a:ln>
        </p:spPr>
        <p:txBody>
          <a:bodyPr anchor="ctr"/>
          <a:lstStyle/>
          <a:p>
            <a:endParaRPr/>
          </a:p>
        </p:txBody>
      </p:sp>
      <p:sp>
        <p:nvSpPr>
          <p:cNvPr id="2" name="BearingPoint Logo">
            <a:extLst>
              <a:ext uri="{FF2B5EF4-FFF2-40B4-BE49-F238E27FC236}">
                <a16:creationId xmlns:a16="http://schemas.microsoft.com/office/drawing/2014/main" id="{622FED90-FD00-F05C-BC4E-60CDB2393093}"/>
              </a:ext>
            </a:extLst>
          </p:cNvPr>
          <p:cNvSpPr>
            <a:spLocks noGrp="1"/>
          </p:cNvSpPr>
          <p:nvPr/>
        </p:nvSpPr>
        <p:spPr>
          <a:xfrm>
            <a:off x="384175" y="358775"/>
            <a:ext cx="1747838" cy="291574"/>
          </a:xfrm>
          <a:custGeom>
            <a:avLst/>
            <a:gdLst>
              <a:gd name="connsiteX0" fmla="*/ 12014265 w 12188936"/>
              <a:gd name="connsiteY0" fmla="*/ 1587720 h 2033355"/>
              <a:gd name="connsiteX1" fmla="*/ 12188936 w 12188936"/>
              <a:gd name="connsiteY1" fmla="*/ 1572044 h 2033355"/>
              <a:gd name="connsiteX2" fmla="*/ 12188936 w 12188936"/>
              <a:gd name="connsiteY2" fmla="*/ 1330191 h 2033355"/>
              <a:gd name="connsiteX3" fmla="*/ 12070250 w 12188936"/>
              <a:gd name="connsiteY3" fmla="*/ 1341388 h 2033355"/>
              <a:gd name="connsiteX4" fmla="*/ 11909014 w 12188936"/>
              <a:gd name="connsiteY4" fmla="*/ 1177913 h 2033355"/>
              <a:gd name="connsiteX5" fmla="*/ 11909014 w 12188936"/>
              <a:gd name="connsiteY5" fmla="*/ 667335 h 2033355"/>
              <a:gd name="connsiteX6" fmla="*/ 12171021 w 12188936"/>
              <a:gd name="connsiteY6" fmla="*/ 667335 h 2033355"/>
              <a:gd name="connsiteX7" fmla="*/ 12171021 w 12188936"/>
              <a:gd name="connsiteY7" fmla="*/ 438918 h 2033355"/>
              <a:gd name="connsiteX8" fmla="*/ 11909014 w 12188936"/>
              <a:gd name="connsiteY8" fmla="*/ 438918 h 2033355"/>
              <a:gd name="connsiteX9" fmla="*/ 11909014 w 12188936"/>
              <a:gd name="connsiteY9" fmla="*/ 125405 h 2033355"/>
              <a:gd name="connsiteX10" fmla="*/ 11631331 w 12188936"/>
              <a:gd name="connsiteY10" fmla="*/ 125405 h 2033355"/>
              <a:gd name="connsiteX11" fmla="*/ 11631331 w 12188936"/>
              <a:gd name="connsiteY11" fmla="*/ 438918 h 2033355"/>
              <a:gd name="connsiteX12" fmla="*/ 11474575 w 12188936"/>
              <a:gd name="connsiteY12" fmla="*/ 438918 h 2033355"/>
              <a:gd name="connsiteX13" fmla="*/ 11474575 w 12188936"/>
              <a:gd name="connsiteY13" fmla="*/ 667335 h 2033355"/>
              <a:gd name="connsiteX14" fmla="*/ 11631331 w 12188936"/>
              <a:gd name="connsiteY14" fmla="*/ 667335 h 2033355"/>
              <a:gd name="connsiteX15" fmla="*/ 11631331 w 12188936"/>
              <a:gd name="connsiteY15" fmla="*/ 1207025 h 2033355"/>
              <a:gd name="connsiteX16" fmla="*/ 12014265 w 12188936"/>
              <a:gd name="connsiteY16" fmla="*/ 1587720 h 2033355"/>
              <a:gd name="connsiteX17" fmla="*/ 9962995 w 12188936"/>
              <a:gd name="connsiteY17" fmla="*/ 344864 h 2033355"/>
              <a:gd name="connsiteX18" fmla="*/ 10137666 w 12188936"/>
              <a:gd name="connsiteY18" fmla="*/ 172432 h 2033355"/>
              <a:gd name="connsiteX19" fmla="*/ 9962995 w 12188936"/>
              <a:gd name="connsiteY19" fmla="*/ 0 h 2033355"/>
              <a:gd name="connsiteX20" fmla="*/ 9788323 w 12188936"/>
              <a:gd name="connsiteY20" fmla="*/ 172432 h 2033355"/>
              <a:gd name="connsiteX21" fmla="*/ 9962995 w 12188936"/>
              <a:gd name="connsiteY21" fmla="*/ 344864 h 2033355"/>
              <a:gd name="connsiteX22" fmla="*/ 10348167 w 12188936"/>
              <a:gd name="connsiteY22" fmla="*/ 1581001 h 2033355"/>
              <a:gd name="connsiteX23" fmla="*/ 10625851 w 12188936"/>
              <a:gd name="connsiteY23" fmla="*/ 1581001 h 2033355"/>
              <a:gd name="connsiteX24" fmla="*/ 10625851 w 12188936"/>
              <a:gd name="connsiteY24" fmla="*/ 958454 h 2033355"/>
              <a:gd name="connsiteX25" fmla="*/ 10892336 w 12188936"/>
              <a:gd name="connsiteY25" fmla="*/ 662856 h 2033355"/>
              <a:gd name="connsiteX26" fmla="*/ 11069247 w 12188936"/>
              <a:gd name="connsiteY26" fmla="*/ 902470 h 2033355"/>
              <a:gd name="connsiteX27" fmla="*/ 11069247 w 12188936"/>
              <a:gd name="connsiteY27" fmla="*/ 1294361 h 2033355"/>
              <a:gd name="connsiteX28" fmla="*/ 11349169 w 12188936"/>
              <a:gd name="connsiteY28" fmla="*/ 1587720 h 2033355"/>
              <a:gd name="connsiteX29" fmla="*/ 11467856 w 12188936"/>
              <a:gd name="connsiteY29" fmla="*/ 1578762 h 2033355"/>
              <a:gd name="connsiteX30" fmla="*/ 11467856 w 12188936"/>
              <a:gd name="connsiteY30" fmla="*/ 1359303 h 2033355"/>
              <a:gd name="connsiteX31" fmla="*/ 11456660 w 12188936"/>
              <a:gd name="connsiteY31" fmla="*/ 1359303 h 2033355"/>
              <a:gd name="connsiteX32" fmla="*/ 11346930 w 12188936"/>
              <a:gd name="connsiteY32" fmla="*/ 1256292 h 2033355"/>
              <a:gd name="connsiteX33" fmla="*/ 11346930 w 12188936"/>
              <a:gd name="connsiteY33" fmla="*/ 830810 h 2033355"/>
              <a:gd name="connsiteX34" fmla="*/ 10972954 w 12188936"/>
              <a:gd name="connsiteY34" fmla="*/ 412046 h 2033355"/>
              <a:gd name="connsiteX35" fmla="*/ 10625851 w 12188936"/>
              <a:gd name="connsiteY35" fmla="*/ 566563 h 2033355"/>
              <a:gd name="connsiteX36" fmla="*/ 10625851 w 12188936"/>
              <a:gd name="connsiteY36" fmla="*/ 438918 h 2033355"/>
              <a:gd name="connsiteX37" fmla="*/ 10348167 w 12188936"/>
              <a:gd name="connsiteY37" fmla="*/ 438918 h 2033355"/>
              <a:gd name="connsiteX38" fmla="*/ 10348167 w 12188936"/>
              <a:gd name="connsiteY38" fmla="*/ 1581001 h 2033355"/>
              <a:gd name="connsiteX39" fmla="*/ 9824152 w 12188936"/>
              <a:gd name="connsiteY39" fmla="*/ 438918 h 2033355"/>
              <a:gd name="connsiteX40" fmla="*/ 9824152 w 12188936"/>
              <a:gd name="connsiteY40" fmla="*/ 1294361 h 2033355"/>
              <a:gd name="connsiteX41" fmla="*/ 10104075 w 12188936"/>
              <a:gd name="connsiteY41" fmla="*/ 1587720 h 2033355"/>
              <a:gd name="connsiteX42" fmla="*/ 10222763 w 12188936"/>
              <a:gd name="connsiteY42" fmla="*/ 1578762 h 2033355"/>
              <a:gd name="connsiteX43" fmla="*/ 10222763 w 12188936"/>
              <a:gd name="connsiteY43" fmla="*/ 1359303 h 2033355"/>
              <a:gd name="connsiteX44" fmla="*/ 10211565 w 12188936"/>
              <a:gd name="connsiteY44" fmla="*/ 1359303 h 2033355"/>
              <a:gd name="connsiteX45" fmla="*/ 10101836 w 12188936"/>
              <a:gd name="connsiteY45" fmla="*/ 1256292 h 2033355"/>
              <a:gd name="connsiteX46" fmla="*/ 10101836 w 12188936"/>
              <a:gd name="connsiteY46" fmla="*/ 438918 h 2033355"/>
              <a:gd name="connsiteX47" fmla="*/ 9824152 w 12188936"/>
              <a:gd name="connsiteY47" fmla="*/ 438918 h 2033355"/>
              <a:gd name="connsiteX48" fmla="*/ 9103073 w 12188936"/>
              <a:gd name="connsiteY48" fmla="*/ 1357064 h 2033355"/>
              <a:gd name="connsiteX49" fmla="*/ 8809715 w 12188936"/>
              <a:gd name="connsiteY49" fmla="*/ 1009960 h 2033355"/>
              <a:gd name="connsiteX50" fmla="*/ 9103073 w 12188936"/>
              <a:gd name="connsiteY50" fmla="*/ 662856 h 2033355"/>
              <a:gd name="connsiteX51" fmla="*/ 9396432 w 12188936"/>
              <a:gd name="connsiteY51" fmla="*/ 1009960 h 2033355"/>
              <a:gd name="connsiteX52" fmla="*/ 9103073 w 12188936"/>
              <a:gd name="connsiteY52" fmla="*/ 1357064 h 2033355"/>
              <a:gd name="connsiteX53" fmla="*/ 9103073 w 12188936"/>
              <a:gd name="connsiteY53" fmla="*/ 1607874 h 2033355"/>
              <a:gd name="connsiteX54" fmla="*/ 9678594 w 12188936"/>
              <a:gd name="connsiteY54" fmla="*/ 1009960 h 2033355"/>
              <a:gd name="connsiteX55" fmla="*/ 9103073 w 12188936"/>
              <a:gd name="connsiteY55" fmla="*/ 412046 h 2033355"/>
              <a:gd name="connsiteX56" fmla="*/ 8527553 w 12188936"/>
              <a:gd name="connsiteY56" fmla="*/ 1009960 h 2033355"/>
              <a:gd name="connsiteX57" fmla="*/ 9103073 w 12188936"/>
              <a:gd name="connsiteY57" fmla="*/ 1607874 h 2033355"/>
              <a:gd name="connsiteX58" fmla="*/ 7705701 w 12188936"/>
              <a:gd name="connsiteY58" fmla="*/ 747953 h 2033355"/>
              <a:gd name="connsiteX59" fmla="*/ 7705701 w 12188936"/>
              <a:gd name="connsiteY59" fmla="*/ 264247 h 2033355"/>
              <a:gd name="connsiteX60" fmla="*/ 7945315 w 12188936"/>
              <a:gd name="connsiteY60" fmla="*/ 264247 h 2033355"/>
              <a:gd name="connsiteX61" fmla="*/ 8218519 w 12188936"/>
              <a:gd name="connsiteY61" fmla="*/ 506100 h 2033355"/>
              <a:gd name="connsiteX62" fmla="*/ 7945315 w 12188936"/>
              <a:gd name="connsiteY62" fmla="*/ 747953 h 2033355"/>
              <a:gd name="connsiteX63" fmla="*/ 7705701 w 12188936"/>
              <a:gd name="connsiteY63" fmla="*/ 747953 h 2033355"/>
              <a:gd name="connsiteX64" fmla="*/ 7423540 w 12188936"/>
              <a:gd name="connsiteY64" fmla="*/ 1581001 h 2033355"/>
              <a:gd name="connsiteX65" fmla="*/ 7705701 w 12188936"/>
              <a:gd name="connsiteY65" fmla="*/ 1581001 h 2033355"/>
              <a:gd name="connsiteX66" fmla="*/ 7705701 w 12188936"/>
              <a:gd name="connsiteY66" fmla="*/ 998763 h 2033355"/>
              <a:gd name="connsiteX67" fmla="*/ 7958751 w 12188936"/>
              <a:gd name="connsiteY67" fmla="*/ 998763 h 2033355"/>
              <a:gd name="connsiteX68" fmla="*/ 8505159 w 12188936"/>
              <a:gd name="connsiteY68" fmla="*/ 506100 h 2033355"/>
              <a:gd name="connsiteX69" fmla="*/ 7958751 w 12188936"/>
              <a:gd name="connsiteY69" fmla="*/ 13436 h 2033355"/>
              <a:gd name="connsiteX70" fmla="*/ 7423540 w 12188936"/>
              <a:gd name="connsiteY70" fmla="*/ 13436 h 2033355"/>
              <a:gd name="connsiteX71" fmla="*/ 7423540 w 12188936"/>
              <a:gd name="connsiteY71" fmla="*/ 1581001 h 2033355"/>
              <a:gd name="connsiteX72" fmla="*/ 6671108 w 12188936"/>
              <a:gd name="connsiteY72" fmla="*/ 1334670 h 2033355"/>
              <a:gd name="connsiteX73" fmla="*/ 6388947 w 12188936"/>
              <a:gd name="connsiteY73" fmla="*/ 998763 h 2033355"/>
              <a:gd name="connsiteX74" fmla="*/ 6671108 w 12188936"/>
              <a:gd name="connsiteY74" fmla="*/ 662856 h 2033355"/>
              <a:gd name="connsiteX75" fmla="*/ 6953270 w 12188936"/>
              <a:gd name="connsiteY75" fmla="*/ 998763 h 2033355"/>
              <a:gd name="connsiteX76" fmla="*/ 6671108 w 12188936"/>
              <a:gd name="connsiteY76" fmla="*/ 1334670 h 2033355"/>
              <a:gd name="connsiteX77" fmla="*/ 4554896 w 12188936"/>
              <a:gd name="connsiteY77" fmla="*/ 344864 h 2033355"/>
              <a:gd name="connsiteX78" fmla="*/ 4729567 w 12188936"/>
              <a:gd name="connsiteY78" fmla="*/ 172432 h 2033355"/>
              <a:gd name="connsiteX79" fmla="*/ 4554896 w 12188936"/>
              <a:gd name="connsiteY79" fmla="*/ 0 h 2033355"/>
              <a:gd name="connsiteX80" fmla="*/ 4380224 w 12188936"/>
              <a:gd name="connsiteY80" fmla="*/ 172432 h 2033355"/>
              <a:gd name="connsiteX81" fmla="*/ 4554896 w 12188936"/>
              <a:gd name="connsiteY81" fmla="*/ 344864 h 2033355"/>
              <a:gd name="connsiteX82" fmla="*/ 5941071 w 12188936"/>
              <a:gd name="connsiteY82" fmla="*/ 1587720 h 2033355"/>
              <a:gd name="connsiteX83" fmla="*/ 6059758 w 12188936"/>
              <a:gd name="connsiteY83" fmla="*/ 1578762 h 2033355"/>
              <a:gd name="connsiteX84" fmla="*/ 6059758 w 12188936"/>
              <a:gd name="connsiteY84" fmla="*/ 1359303 h 2033355"/>
              <a:gd name="connsiteX85" fmla="*/ 6048561 w 12188936"/>
              <a:gd name="connsiteY85" fmla="*/ 1359303 h 2033355"/>
              <a:gd name="connsiteX86" fmla="*/ 5938832 w 12188936"/>
              <a:gd name="connsiteY86" fmla="*/ 1256292 h 2033355"/>
              <a:gd name="connsiteX87" fmla="*/ 5938832 w 12188936"/>
              <a:gd name="connsiteY87" fmla="*/ 830810 h 2033355"/>
              <a:gd name="connsiteX88" fmla="*/ 5564856 w 12188936"/>
              <a:gd name="connsiteY88" fmla="*/ 412046 h 2033355"/>
              <a:gd name="connsiteX89" fmla="*/ 5217752 w 12188936"/>
              <a:gd name="connsiteY89" fmla="*/ 566563 h 2033355"/>
              <a:gd name="connsiteX90" fmla="*/ 5217752 w 12188936"/>
              <a:gd name="connsiteY90" fmla="*/ 438918 h 2033355"/>
              <a:gd name="connsiteX91" fmla="*/ 4940069 w 12188936"/>
              <a:gd name="connsiteY91" fmla="*/ 438918 h 2033355"/>
              <a:gd name="connsiteX92" fmla="*/ 4940069 w 12188936"/>
              <a:gd name="connsiteY92" fmla="*/ 1581001 h 2033355"/>
              <a:gd name="connsiteX93" fmla="*/ 5217752 w 12188936"/>
              <a:gd name="connsiteY93" fmla="*/ 1581001 h 2033355"/>
              <a:gd name="connsiteX94" fmla="*/ 5217752 w 12188936"/>
              <a:gd name="connsiteY94" fmla="*/ 958454 h 2033355"/>
              <a:gd name="connsiteX95" fmla="*/ 5484238 w 12188936"/>
              <a:gd name="connsiteY95" fmla="*/ 662856 h 2033355"/>
              <a:gd name="connsiteX96" fmla="*/ 5661149 w 12188936"/>
              <a:gd name="connsiteY96" fmla="*/ 902470 h 2033355"/>
              <a:gd name="connsiteX97" fmla="*/ 5661149 w 12188936"/>
              <a:gd name="connsiteY97" fmla="*/ 1294361 h 2033355"/>
              <a:gd name="connsiteX98" fmla="*/ 5941071 w 12188936"/>
              <a:gd name="connsiteY98" fmla="*/ 1587720 h 2033355"/>
              <a:gd name="connsiteX99" fmla="*/ 4416054 w 12188936"/>
              <a:gd name="connsiteY99" fmla="*/ 438918 h 2033355"/>
              <a:gd name="connsiteX100" fmla="*/ 4416054 w 12188936"/>
              <a:gd name="connsiteY100" fmla="*/ 1294361 h 2033355"/>
              <a:gd name="connsiteX101" fmla="*/ 4695977 w 12188936"/>
              <a:gd name="connsiteY101" fmla="*/ 1587720 h 2033355"/>
              <a:gd name="connsiteX102" fmla="*/ 4814664 w 12188936"/>
              <a:gd name="connsiteY102" fmla="*/ 1578762 h 2033355"/>
              <a:gd name="connsiteX103" fmla="*/ 4814664 w 12188936"/>
              <a:gd name="connsiteY103" fmla="*/ 1359303 h 2033355"/>
              <a:gd name="connsiteX104" fmla="*/ 4803467 w 12188936"/>
              <a:gd name="connsiteY104" fmla="*/ 1359303 h 2033355"/>
              <a:gd name="connsiteX105" fmla="*/ 4693737 w 12188936"/>
              <a:gd name="connsiteY105" fmla="*/ 1256292 h 2033355"/>
              <a:gd name="connsiteX106" fmla="*/ 4693737 w 12188936"/>
              <a:gd name="connsiteY106" fmla="*/ 438918 h 2033355"/>
              <a:gd name="connsiteX107" fmla="*/ 4416054 w 12188936"/>
              <a:gd name="connsiteY107" fmla="*/ 438918 h 2033355"/>
              <a:gd name="connsiteX108" fmla="*/ 3638990 w 12188936"/>
              <a:gd name="connsiteY108" fmla="*/ 1581001 h 2033355"/>
              <a:gd name="connsiteX109" fmla="*/ 3916673 w 12188936"/>
              <a:gd name="connsiteY109" fmla="*/ 1581001 h 2033355"/>
              <a:gd name="connsiteX110" fmla="*/ 3916673 w 12188936"/>
              <a:gd name="connsiteY110" fmla="*/ 1001002 h 2033355"/>
              <a:gd name="connsiteX111" fmla="*/ 4212271 w 12188936"/>
              <a:gd name="connsiteY111" fmla="*/ 687489 h 2033355"/>
              <a:gd name="connsiteX112" fmla="*/ 4270495 w 12188936"/>
              <a:gd name="connsiteY112" fmla="*/ 691968 h 2033355"/>
              <a:gd name="connsiteX113" fmla="*/ 4270495 w 12188936"/>
              <a:gd name="connsiteY113" fmla="*/ 427721 h 2033355"/>
              <a:gd name="connsiteX114" fmla="*/ 4227947 w 12188936"/>
              <a:gd name="connsiteY114" fmla="*/ 425482 h 2033355"/>
              <a:gd name="connsiteX115" fmla="*/ 3914433 w 12188936"/>
              <a:gd name="connsiteY115" fmla="*/ 566563 h 2033355"/>
              <a:gd name="connsiteX116" fmla="*/ 3914433 w 12188936"/>
              <a:gd name="connsiteY116" fmla="*/ 438918 h 2033355"/>
              <a:gd name="connsiteX117" fmla="*/ 3638990 w 12188936"/>
              <a:gd name="connsiteY117" fmla="*/ 438918 h 2033355"/>
              <a:gd name="connsiteX118" fmla="*/ 3638990 w 12188936"/>
              <a:gd name="connsiteY118" fmla="*/ 1581001 h 2033355"/>
              <a:gd name="connsiteX119" fmla="*/ 2891038 w 12188936"/>
              <a:gd name="connsiteY119" fmla="*/ 1374979 h 2033355"/>
              <a:gd name="connsiteX120" fmla="*/ 2727563 w 12188936"/>
              <a:gd name="connsiteY120" fmla="*/ 1240616 h 2033355"/>
              <a:gd name="connsiteX121" fmla="*/ 3153045 w 12188936"/>
              <a:gd name="connsiteY121" fmla="*/ 1059226 h 2033355"/>
              <a:gd name="connsiteX122" fmla="*/ 2891038 w 12188936"/>
              <a:gd name="connsiteY122" fmla="*/ 1374979 h 2033355"/>
              <a:gd name="connsiteX123" fmla="*/ 2864165 w 12188936"/>
              <a:gd name="connsiteY123" fmla="*/ 1607874 h 2033355"/>
              <a:gd name="connsiteX124" fmla="*/ 3202311 w 12188936"/>
              <a:gd name="connsiteY124" fmla="*/ 1471272 h 2033355"/>
              <a:gd name="connsiteX125" fmla="*/ 3410573 w 12188936"/>
              <a:gd name="connsiteY125" fmla="*/ 1587720 h 2033355"/>
              <a:gd name="connsiteX126" fmla="*/ 3515824 w 12188936"/>
              <a:gd name="connsiteY126" fmla="*/ 1574283 h 2033355"/>
              <a:gd name="connsiteX127" fmla="*/ 3515824 w 12188936"/>
              <a:gd name="connsiteY127" fmla="*/ 1352585 h 2033355"/>
              <a:gd name="connsiteX128" fmla="*/ 3417291 w 12188936"/>
              <a:gd name="connsiteY128" fmla="*/ 1240616 h 2033355"/>
              <a:gd name="connsiteX129" fmla="*/ 3417291 w 12188936"/>
              <a:gd name="connsiteY129" fmla="*/ 904709 h 2033355"/>
              <a:gd name="connsiteX130" fmla="*/ 2906713 w 12188936"/>
              <a:gd name="connsiteY130" fmla="*/ 412046 h 2033355"/>
              <a:gd name="connsiteX131" fmla="*/ 2456598 w 12188936"/>
              <a:gd name="connsiteY131" fmla="*/ 571042 h 2033355"/>
              <a:gd name="connsiteX132" fmla="*/ 2588722 w 12188936"/>
              <a:gd name="connsiteY132" fmla="*/ 786022 h 2033355"/>
              <a:gd name="connsiteX133" fmla="*/ 2906713 w 12188936"/>
              <a:gd name="connsiteY133" fmla="*/ 662856 h 2033355"/>
              <a:gd name="connsiteX134" fmla="*/ 3148566 w 12188936"/>
              <a:gd name="connsiteY134" fmla="*/ 839767 h 2033355"/>
              <a:gd name="connsiteX135" fmla="*/ 2445401 w 12188936"/>
              <a:gd name="connsiteY135" fmla="*/ 1242855 h 2033355"/>
              <a:gd name="connsiteX136" fmla="*/ 2864165 w 12188936"/>
              <a:gd name="connsiteY136" fmla="*/ 1607874 h 2033355"/>
              <a:gd name="connsiteX137" fmla="*/ 1549650 w 12188936"/>
              <a:gd name="connsiteY137" fmla="*/ 857682 h 2033355"/>
              <a:gd name="connsiteX138" fmla="*/ 1818375 w 12188936"/>
              <a:gd name="connsiteY138" fmla="*/ 653899 h 2033355"/>
              <a:gd name="connsiteX139" fmla="*/ 2051271 w 12188936"/>
              <a:gd name="connsiteY139" fmla="*/ 857682 h 2033355"/>
              <a:gd name="connsiteX140" fmla="*/ 1549650 w 12188936"/>
              <a:gd name="connsiteY140" fmla="*/ 857682 h 2033355"/>
              <a:gd name="connsiteX141" fmla="*/ 1845248 w 12188936"/>
              <a:gd name="connsiteY141" fmla="*/ 1607874 h 2033355"/>
              <a:gd name="connsiteX142" fmla="*/ 2346869 w 12188936"/>
              <a:gd name="connsiteY142" fmla="*/ 1370500 h 2033355"/>
              <a:gd name="connsiteX143" fmla="*/ 2149803 w 12188936"/>
              <a:gd name="connsiteY143" fmla="*/ 1198068 h 2033355"/>
              <a:gd name="connsiteX144" fmla="*/ 1845248 w 12188936"/>
              <a:gd name="connsiteY144" fmla="*/ 1357064 h 2033355"/>
              <a:gd name="connsiteX145" fmla="*/ 1540692 w 12188936"/>
              <a:gd name="connsiteY145" fmla="*/ 1081620 h 2033355"/>
              <a:gd name="connsiteX146" fmla="*/ 2324475 w 12188936"/>
              <a:gd name="connsiteY146" fmla="*/ 1081620 h 2033355"/>
              <a:gd name="connsiteX147" fmla="*/ 2333433 w 12188936"/>
              <a:gd name="connsiteY147" fmla="*/ 936060 h 2033355"/>
              <a:gd name="connsiteX148" fmla="*/ 1818375 w 12188936"/>
              <a:gd name="connsiteY148" fmla="*/ 412046 h 2033355"/>
              <a:gd name="connsiteX149" fmla="*/ 1260770 w 12188936"/>
              <a:gd name="connsiteY149" fmla="*/ 1014439 h 2033355"/>
              <a:gd name="connsiteX150" fmla="*/ 1845248 w 12188936"/>
              <a:gd name="connsiteY150" fmla="*/ 1607874 h 2033355"/>
              <a:gd name="connsiteX151" fmla="*/ 282162 w 12188936"/>
              <a:gd name="connsiteY151" fmla="*/ 644941 h 2033355"/>
              <a:gd name="connsiteX152" fmla="*/ 282162 w 12188936"/>
              <a:gd name="connsiteY152" fmla="*/ 264247 h 2033355"/>
              <a:gd name="connsiteX153" fmla="*/ 618068 w 12188936"/>
              <a:gd name="connsiteY153" fmla="*/ 264247 h 2033355"/>
              <a:gd name="connsiteX154" fmla="*/ 828570 w 12188936"/>
              <a:gd name="connsiteY154" fmla="*/ 454594 h 2033355"/>
              <a:gd name="connsiteX155" fmla="*/ 620308 w 12188936"/>
              <a:gd name="connsiteY155" fmla="*/ 644941 h 2033355"/>
              <a:gd name="connsiteX156" fmla="*/ 282162 w 12188936"/>
              <a:gd name="connsiteY156" fmla="*/ 644941 h 2033355"/>
              <a:gd name="connsiteX157" fmla="*/ 282162 w 12188936"/>
              <a:gd name="connsiteY157" fmla="*/ 1330191 h 2033355"/>
              <a:gd name="connsiteX158" fmla="*/ 282162 w 12188936"/>
              <a:gd name="connsiteY158" fmla="*/ 895752 h 2033355"/>
              <a:gd name="connsiteX159" fmla="*/ 633744 w 12188936"/>
              <a:gd name="connsiteY159" fmla="*/ 895752 h 2033355"/>
              <a:gd name="connsiteX160" fmla="*/ 880076 w 12188936"/>
              <a:gd name="connsiteY160" fmla="*/ 1112971 h 2033355"/>
              <a:gd name="connsiteX161" fmla="*/ 633744 w 12188936"/>
              <a:gd name="connsiteY161" fmla="*/ 1330191 h 2033355"/>
              <a:gd name="connsiteX162" fmla="*/ 282162 w 12188936"/>
              <a:gd name="connsiteY162" fmla="*/ 1330191 h 2033355"/>
              <a:gd name="connsiteX163" fmla="*/ 0 w 12188936"/>
              <a:gd name="connsiteY163" fmla="*/ 1581001 h 2033355"/>
              <a:gd name="connsiteX164" fmla="*/ 627026 w 12188936"/>
              <a:gd name="connsiteY164" fmla="*/ 1581001 h 2033355"/>
              <a:gd name="connsiteX165" fmla="*/ 1166716 w 12188936"/>
              <a:gd name="connsiteY165" fmla="*/ 1119689 h 2033355"/>
              <a:gd name="connsiteX166" fmla="*/ 967412 w 12188936"/>
              <a:gd name="connsiteY166" fmla="*/ 747953 h 2033355"/>
              <a:gd name="connsiteX167" fmla="*/ 1110732 w 12188936"/>
              <a:gd name="connsiteY167" fmla="*/ 438918 h 2033355"/>
              <a:gd name="connsiteX168" fmla="*/ 611350 w 12188936"/>
              <a:gd name="connsiteY168" fmla="*/ 13436 h 2033355"/>
              <a:gd name="connsiteX169" fmla="*/ 0 w 12188936"/>
              <a:gd name="connsiteY169" fmla="*/ 13436 h 2033355"/>
              <a:gd name="connsiteX170" fmla="*/ 0 w 12188936"/>
              <a:gd name="connsiteY170" fmla="*/ 1581001 h 2033355"/>
              <a:gd name="connsiteX171" fmla="*/ 6664390 w 12188936"/>
              <a:gd name="connsiteY171" fmla="*/ 2033356 h 2033355"/>
              <a:gd name="connsiteX172" fmla="*/ 7221996 w 12188936"/>
              <a:gd name="connsiteY172" fmla="*/ 1520538 h 2033355"/>
              <a:gd name="connsiteX173" fmla="*/ 7221996 w 12188936"/>
              <a:gd name="connsiteY173" fmla="*/ 438918 h 2033355"/>
              <a:gd name="connsiteX174" fmla="*/ 6944313 w 12188936"/>
              <a:gd name="connsiteY174" fmla="*/ 438918 h 2033355"/>
              <a:gd name="connsiteX175" fmla="*/ 6944313 w 12188936"/>
              <a:gd name="connsiteY175" fmla="*/ 546408 h 2033355"/>
              <a:gd name="connsiteX176" fmla="*/ 6635278 w 12188936"/>
              <a:gd name="connsiteY176" fmla="*/ 412046 h 2033355"/>
              <a:gd name="connsiteX177" fmla="*/ 6106785 w 12188936"/>
              <a:gd name="connsiteY177" fmla="*/ 998763 h 2033355"/>
              <a:gd name="connsiteX178" fmla="*/ 6635278 w 12188936"/>
              <a:gd name="connsiteY178" fmla="*/ 1585480 h 2033355"/>
              <a:gd name="connsiteX179" fmla="*/ 6944313 w 12188936"/>
              <a:gd name="connsiteY179" fmla="*/ 1451118 h 2033355"/>
              <a:gd name="connsiteX180" fmla="*/ 6944313 w 12188936"/>
              <a:gd name="connsiteY180" fmla="*/ 1525017 h 2033355"/>
              <a:gd name="connsiteX181" fmla="*/ 6664390 w 12188936"/>
              <a:gd name="connsiteY181" fmla="*/ 1782546 h 2033355"/>
              <a:gd name="connsiteX182" fmla="*/ 6330723 w 12188936"/>
              <a:gd name="connsiteY182" fmla="*/ 1630268 h 2033355"/>
              <a:gd name="connsiteX183" fmla="*/ 6124700 w 12188936"/>
              <a:gd name="connsiteY183" fmla="*/ 1802700 h 2033355"/>
              <a:gd name="connsiteX184" fmla="*/ 6664390 w 12188936"/>
              <a:gd name="connsiteY184" fmla="*/ 2033356 h 2033355"/>
            </a:gdLst>
            <a:ahLst/>
            <a:cxnLst/>
            <a:rect l="l" t="t" r="r" b="b"/>
            <a:pathLst>
              <a:path w="12188936" h="2033355">
                <a:moveTo>
                  <a:pt x="12014265" y="1587720"/>
                </a:moveTo>
                <a:cubicBezTo>
                  <a:pt x="12061292" y="1587720"/>
                  <a:pt x="12139670" y="1581001"/>
                  <a:pt x="12188936" y="1572044"/>
                </a:cubicBezTo>
                <a:lnTo>
                  <a:pt x="12188936" y="1330191"/>
                </a:lnTo>
                <a:cubicBezTo>
                  <a:pt x="12150867" y="1334670"/>
                  <a:pt x="12110559" y="1341388"/>
                  <a:pt x="12070250" y="1341388"/>
                </a:cubicBezTo>
                <a:cubicBezTo>
                  <a:pt x="11969478" y="1341388"/>
                  <a:pt x="11909014" y="1294361"/>
                  <a:pt x="11909014" y="1177913"/>
                </a:cubicBezTo>
                <a:lnTo>
                  <a:pt x="11909014" y="667335"/>
                </a:lnTo>
                <a:lnTo>
                  <a:pt x="12171021" y="667335"/>
                </a:lnTo>
                <a:lnTo>
                  <a:pt x="12171021" y="438918"/>
                </a:lnTo>
                <a:lnTo>
                  <a:pt x="11909014" y="438918"/>
                </a:lnTo>
                <a:lnTo>
                  <a:pt x="11909014" y="125405"/>
                </a:lnTo>
                <a:lnTo>
                  <a:pt x="11631331" y="125405"/>
                </a:lnTo>
                <a:lnTo>
                  <a:pt x="11631331" y="438918"/>
                </a:lnTo>
                <a:lnTo>
                  <a:pt x="11474575" y="438918"/>
                </a:lnTo>
                <a:lnTo>
                  <a:pt x="11474575" y="667335"/>
                </a:lnTo>
                <a:lnTo>
                  <a:pt x="11631331" y="667335"/>
                </a:lnTo>
                <a:lnTo>
                  <a:pt x="11631331" y="1207025"/>
                </a:lnTo>
                <a:cubicBezTo>
                  <a:pt x="11631331" y="1464554"/>
                  <a:pt x="11776891" y="1587720"/>
                  <a:pt x="12014265" y="1587720"/>
                </a:cubicBezTo>
                <a:close/>
                <a:moveTo>
                  <a:pt x="9962995" y="344864"/>
                </a:moveTo>
                <a:cubicBezTo>
                  <a:pt x="10059288" y="344864"/>
                  <a:pt x="10137666" y="275444"/>
                  <a:pt x="10137666" y="172432"/>
                </a:cubicBezTo>
                <a:cubicBezTo>
                  <a:pt x="10137666" y="69421"/>
                  <a:pt x="10059288" y="0"/>
                  <a:pt x="9962995" y="0"/>
                </a:cubicBezTo>
                <a:cubicBezTo>
                  <a:pt x="9866701" y="0"/>
                  <a:pt x="9788323" y="69421"/>
                  <a:pt x="9788323" y="172432"/>
                </a:cubicBezTo>
                <a:cubicBezTo>
                  <a:pt x="9788323" y="275444"/>
                  <a:pt x="9866701" y="344864"/>
                  <a:pt x="9962995" y="344864"/>
                </a:cubicBezTo>
                <a:close/>
                <a:moveTo>
                  <a:pt x="10348167" y="1581001"/>
                </a:moveTo>
                <a:lnTo>
                  <a:pt x="10625851" y="1581001"/>
                </a:lnTo>
                <a:lnTo>
                  <a:pt x="10625851" y="958454"/>
                </a:lnTo>
                <a:cubicBezTo>
                  <a:pt x="10625851" y="770346"/>
                  <a:pt x="10737819" y="662856"/>
                  <a:pt x="10892336" y="662856"/>
                </a:cubicBezTo>
                <a:cubicBezTo>
                  <a:pt x="11019981" y="662856"/>
                  <a:pt x="11069247" y="750192"/>
                  <a:pt x="11069247" y="902470"/>
                </a:cubicBezTo>
                <a:lnTo>
                  <a:pt x="11069247" y="1294361"/>
                </a:lnTo>
                <a:cubicBezTo>
                  <a:pt x="11069247" y="1482469"/>
                  <a:pt x="11163301" y="1587720"/>
                  <a:pt x="11349169" y="1587720"/>
                </a:cubicBezTo>
                <a:cubicBezTo>
                  <a:pt x="11387239" y="1587720"/>
                  <a:pt x="11429788" y="1587720"/>
                  <a:pt x="11467856" y="1578762"/>
                </a:cubicBezTo>
                <a:lnTo>
                  <a:pt x="11467856" y="1359303"/>
                </a:lnTo>
                <a:lnTo>
                  <a:pt x="11456660" y="1359303"/>
                </a:lnTo>
                <a:cubicBezTo>
                  <a:pt x="11400675" y="1359303"/>
                  <a:pt x="11346930" y="1348106"/>
                  <a:pt x="11346930" y="1256292"/>
                </a:cubicBezTo>
                <a:lnTo>
                  <a:pt x="11346930" y="830810"/>
                </a:lnTo>
                <a:cubicBezTo>
                  <a:pt x="11346930" y="546408"/>
                  <a:pt x="11201371" y="412046"/>
                  <a:pt x="10972954" y="412046"/>
                </a:cubicBezTo>
                <a:cubicBezTo>
                  <a:pt x="10807240" y="412046"/>
                  <a:pt x="10677357" y="490424"/>
                  <a:pt x="10625851" y="566563"/>
                </a:cubicBezTo>
                <a:lnTo>
                  <a:pt x="10625851" y="438918"/>
                </a:lnTo>
                <a:lnTo>
                  <a:pt x="10348167" y="438918"/>
                </a:lnTo>
                <a:lnTo>
                  <a:pt x="10348167" y="1581001"/>
                </a:lnTo>
                <a:close/>
                <a:moveTo>
                  <a:pt x="9824152" y="438918"/>
                </a:moveTo>
                <a:lnTo>
                  <a:pt x="9824152" y="1294361"/>
                </a:lnTo>
                <a:cubicBezTo>
                  <a:pt x="9824152" y="1482469"/>
                  <a:pt x="9918207" y="1587720"/>
                  <a:pt x="10104075" y="1587720"/>
                </a:cubicBezTo>
                <a:cubicBezTo>
                  <a:pt x="10142144" y="1587720"/>
                  <a:pt x="10184693" y="1587720"/>
                  <a:pt x="10222763" y="1578762"/>
                </a:cubicBezTo>
                <a:lnTo>
                  <a:pt x="10222763" y="1359303"/>
                </a:lnTo>
                <a:lnTo>
                  <a:pt x="10211565" y="1359303"/>
                </a:lnTo>
                <a:cubicBezTo>
                  <a:pt x="10155580" y="1359303"/>
                  <a:pt x="10101836" y="1348106"/>
                  <a:pt x="10101836" y="1256292"/>
                </a:cubicBezTo>
                <a:lnTo>
                  <a:pt x="10101836" y="438918"/>
                </a:lnTo>
                <a:lnTo>
                  <a:pt x="9824152" y="438918"/>
                </a:lnTo>
                <a:close/>
                <a:moveTo>
                  <a:pt x="9103073" y="1357064"/>
                </a:moveTo>
                <a:cubicBezTo>
                  <a:pt x="8932881" y="1357064"/>
                  <a:pt x="8809715" y="1222701"/>
                  <a:pt x="8809715" y="1009960"/>
                </a:cubicBezTo>
                <a:cubicBezTo>
                  <a:pt x="8809715" y="797219"/>
                  <a:pt x="8932881" y="662856"/>
                  <a:pt x="9103073" y="662856"/>
                </a:cubicBezTo>
                <a:cubicBezTo>
                  <a:pt x="9273266" y="662856"/>
                  <a:pt x="9396432" y="797219"/>
                  <a:pt x="9396432" y="1009960"/>
                </a:cubicBezTo>
                <a:cubicBezTo>
                  <a:pt x="9396432" y="1222701"/>
                  <a:pt x="9273266" y="1357064"/>
                  <a:pt x="9103073" y="1357064"/>
                </a:cubicBezTo>
                <a:close/>
                <a:moveTo>
                  <a:pt x="9103073" y="1607874"/>
                </a:moveTo>
                <a:cubicBezTo>
                  <a:pt x="9438980" y="1607874"/>
                  <a:pt x="9678594" y="1363782"/>
                  <a:pt x="9678594" y="1009960"/>
                </a:cubicBezTo>
                <a:cubicBezTo>
                  <a:pt x="9678594" y="656138"/>
                  <a:pt x="9438980" y="412046"/>
                  <a:pt x="9103073" y="412046"/>
                </a:cubicBezTo>
                <a:cubicBezTo>
                  <a:pt x="8767166" y="412046"/>
                  <a:pt x="8527553" y="656138"/>
                  <a:pt x="8527553" y="1009960"/>
                </a:cubicBezTo>
                <a:cubicBezTo>
                  <a:pt x="8527553" y="1363782"/>
                  <a:pt x="8767166" y="1607874"/>
                  <a:pt x="9103073" y="1607874"/>
                </a:cubicBezTo>
                <a:close/>
                <a:moveTo>
                  <a:pt x="7705701" y="747953"/>
                </a:moveTo>
                <a:lnTo>
                  <a:pt x="7705701" y="264247"/>
                </a:lnTo>
                <a:lnTo>
                  <a:pt x="7945315" y="264247"/>
                </a:lnTo>
                <a:cubicBezTo>
                  <a:pt x="8131183" y="264247"/>
                  <a:pt x="8218519" y="356061"/>
                  <a:pt x="8218519" y="506100"/>
                </a:cubicBezTo>
                <a:cubicBezTo>
                  <a:pt x="8218519" y="640462"/>
                  <a:pt x="8144619" y="747953"/>
                  <a:pt x="7945315" y="747953"/>
                </a:cubicBezTo>
                <a:lnTo>
                  <a:pt x="7705701" y="747953"/>
                </a:lnTo>
                <a:close/>
                <a:moveTo>
                  <a:pt x="7423540" y="1581001"/>
                </a:moveTo>
                <a:lnTo>
                  <a:pt x="7705701" y="1581001"/>
                </a:lnTo>
                <a:lnTo>
                  <a:pt x="7705701" y="998763"/>
                </a:lnTo>
                <a:lnTo>
                  <a:pt x="7958751" y="998763"/>
                </a:lnTo>
                <a:cubicBezTo>
                  <a:pt x="8308094" y="998763"/>
                  <a:pt x="8505159" y="797219"/>
                  <a:pt x="8505159" y="506100"/>
                </a:cubicBezTo>
                <a:cubicBezTo>
                  <a:pt x="8505159" y="214980"/>
                  <a:pt x="8308094" y="13436"/>
                  <a:pt x="7958751" y="13436"/>
                </a:cubicBezTo>
                <a:lnTo>
                  <a:pt x="7423540" y="13436"/>
                </a:lnTo>
                <a:lnTo>
                  <a:pt x="7423540" y="1581001"/>
                </a:lnTo>
                <a:close/>
                <a:moveTo>
                  <a:pt x="6671108" y="1334670"/>
                </a:moveTo>
                <a:cubicBezTo>
                  <a:pt x="6518830" y="1334670"/>
                  <a:pt x="6388947" y="1215983"/>
                  <a:pt x="6388947" y="998763"/>
                </a:cubicBezTo>
                <a:cubicBezTo>
                  <a:pt x="6388947" y="781543"/>
                  <a:pt x="6518830" y="662856"/>
                  <a:pt x="6671108" y="662856"/>
                </a:cubicBezTo>
                <a:cubicBezTo>
                  <a:pt x="6823386" y="662856"/>
                  <a:pt x="6953270" y="781543"/>
                  <a:pt x="6953270" y="998763"/>
                </a:cubicBezTo>
                <a:cubicBezTo>
                  <a:pt x="6953270" y="1215983"/>
                  <a:pt x="6823386" y="1334670"/>
                  <a:pt x="6671108" y="1334670"/>
                </a:cubicBezTo>
                <a:close/>
                <a:moveTo>
                  <a:pt x="4554896" y="344864"/>
                </a:moveTo>
                <a:cubicBezTo>
                  <a:pt x="4648950" y="344864"/>
                  <a:pt x="4729567" y="270965"/>
                  <a:pt x="4729567" y="172432"/>
                </a:cubicBezTo>
                <a:cubicBezTo>
                  <a:pt x="4729567" y="73900"/>
                  <a:pt x="4648950" y="0"/>
                  <a:pt x="4554896" y="0"/>
                </a:cubicBezTo>
                <a:cubicBezTo>
                  <a:pt x="4460842" y="0"/>
                  <a:pt x="4380224" y="73900"/>
                  <a:pt x="4380224" y="172432"/>
                </a:cubicBezTo>
                <a:cubicBezTo>
                  <a:pt x="4380224" y="270965"/>
                  <a:pt x="4460842" y="344864"/>
                  <a:pt x="4554896" y="344864"/>
                </a:cubicBezTo>
                <a:close/>
                <a:moveTo>
                  <a:pt x="5941071" y="1587720"/>
                </a:moveTo>
                <a:cubicBezTo>
                  <a:pt x="5979140" y="1587720"/>
                  <a:pt x="6021689" y="1587720"/>
                  <a:pt x="6059758" y="1578762"/>
                </a:cubicBezTo>
                <a:lnTo>
                  <a:pt x="6059758" y="1359303"/>
                </a:lnTo>
                <a:lnTo>
                  <a:pt x="6048561" y="1359303"/>
                </a:lnTo>
                <a:cubicBezTo>
                  <a:pt x="5992577" y="1359303"/>
                  <a:pt x="5938832" y="1348106"/>
                  <a:pt x="5938832" y="1256292"/>
                </a:cubicBezTo>
                <a:lnTo>
                  <a:pt x="5938832" y="830810"/>
                </a:lnTo>
                <a:cubicBezTo>
                  <a:pt x="5938832" y="546408"/>
                  <a:pt x="5793272" y="412046"/>
                  <a:pt x="5564856" y="412046"/>
                </a:cubicBezTo>
                <a:cubicBezTo>
                  <a:pt x="5399142" y="412046"/>
                  <a:pt x="5269258" y="490424"/>
                  <a:pt x="5217752" y="566563"/>
                </a:cubicBezTo>
                <a:lnTo>
                  <a:pt x="5217752" y="438918"/>
                </a:lnTo>
                <a:lnTo>
                  <a:pt x="4940069" y="438918"/>
                </a:lnTo>
                <a:lnTo>
                  <a:pt x="4940069" y="1581001"/>
                </a:lnTo>
                <a:lnTo>
                  <a:pt x="5217752" y="1581001"/>
                </a:lnTo>
                <a:lnTo>
                  <a:pt x="5217752" y="958454"/>
                </a:lnTo>
                <a:cubicBezTo>
                  <a:pt x="5217752" y="770346"/>
                  <a:pt x="5329721" y="662856"/>
                  <a:pt x="5484238" y="662856"/>
                </a:cubicBezTo>
                <a:cubicBezTo>
                  <a:pt x="5611882" y="662856"/>
                  <a:pt x="5661149" y="750192"/>
                  <a:pt x="5661149" y="902470"/>
                </a:cubicBezTo>
                <a:lnTo>
                  <a:pt x="5661149" y="1294361"/>
                </a:lnTo>
                <a:cubicBezTo>
                  <a:pt x="5661149" y="1482469"/>
                  <a:pt x="5755203" y="1587720"/>
                  <a:pt x="5941071" y="1587720"/>
                </a:cubicBezTo>
                <a:close/>
                <a:moveTo>
                  <a:pt x="4416054" y="438918"/>
                </a:moveTo>
                <a:lnTo>
                  <a:pt x="4416054" y="1294361"/>
                </a:lnTo>
                <a:cubicBezTo>
                  <a:pt x="4416054" y="1482469"/>
                  <a:pt x="4510109" y="1587720"/>
                  <a:pt x="4695977" y="1587720"/>
                </a:cubicBezTo>
                <a:cubicBezTo>
                  <a:pt x="4734046" y="1587720"/>
                  <a:pt x="4776594" y="1587720"/>
                  <a:pt x="4814664" y="1578762"/>
                </a:cubicBezTo>
                <a:lnTo>
                  <a:pt x="4814664" y="1359303"/>
                </a:lnTo>
                <a:lnTo>
                  <a:pt x="4803467" y="1359303"/>
                </a:lnTo>
                <a:cubicBezTo>
                  <a:pt x="4747482" y="1359303"/>
                  <a:pt x="4693737" y="1348106"/>
                  <a:pt x="4693737" y="1256292"/>
                </a:cubicBezTo>
                <a:lnTo>
                  <a:pt x="4693737" y="438918"/>
                </a:lnTo>
                <a:lnTo>
                  <a:pt x="4416054" y="438918"/>
                </a:lnTo>
                <a:close/>
                <a:moveTo>
                  <a:pt x="3638990" y="1581001"/>
                </a:moveTo>
                <a:lnTo>
                  <a:pt x="3916673" y="1581001"/>
                </a:lnTo>
                <a:lnTo>
                  <a:pt x="3916673" y="1001002"/>
                </a:lnTo>
                <a:cubicBezTo>
                  <a:pt x="3916673" y="761389"/>
                  <a:pt x="4026403" y="687489"/>
                  <a:pt x="4212271" y="687489"/>
                </a:cubicBezTo>
                <a:cubicBezTo>
                  <a:pt x="4234665" y="687489"/>
                  <a:pt x="4259298" y="689729"/>
                  <a:pt x="4270495" y="691968"/>
                </a:cubicBezTo>
                <a:lnTo>
                  <a:pt x="4270495" y="427721"/>
                </a:lnTo>
                <a:cubicBezTo>
                  <a:pt x="4254819" y="425482"/>
                  <a:pt x="4241383" y="425482"/>
                  <a:pt x="4227947" y="425482"/>
                </a:cubicBezTo>
                <a:cubicBezTo>
                  <a:pt x="4057754" y="425482"/>
                  <a:pt x="3968179" y="492663"/>
                  <a:pt x="3914433" y="566563"/>
                </a:cubicBezTo>
                <a:lnTo>
                  <a:pt x="3914433" y="438918"/>
                </a:lnTo>
                <a:lnTo>
                  <a:pt x="3638990" y="438918"/>
                </a:lnTo>
                <a:lnTo>
                  <a:pt x="3638990" y="1581001"/>
                </a:lnTo>
                <a:close/>
                <a:moveTo>
                  <a:pt x="2891038" y="1374979"/>
                </a:moveTo>
                <a:cubicBezTo>
                  <a:pt x="2810420" y="1374979"/>
                  <a:pt x="2727563" y="1334670"/>
                  <a:pt x="2727563" y="1240616"/>
                </a:cubicBezTo>
                <a:cubicBezTo>
                  <a:pt x="2727563" y="1110732"/>
                  <a:pt x="2852968" y="1059226"/>
                  <a:pt x="3153045" y="1059226"/>
                </a:cubicBezTo>
                <a:cubicBezTo>
                  <a:pt x="3153045" y="1269728"/>
                  <a:pt x="3058991" y="1374979"/>
                  <a:pt x="2891038" y="1374979"/>
                </a:cubicBezTo>
                <a:close/>
                <a:moveTo>
                  <a:pt x="2864165" y="1607874"/>
                </a:moveTo>
                <a:cubicBezTo>
                  <a:pt x="3043315" y="1607874"/>
                  <a:pt x="3146327" y="1538453"/>
                  <a:pt x="3202311" y="1471272"/>
                </a:cubicBezTo>
                <a:cubicBezTo>
                  <a:pt x="3222466" y="1525017"/>
                  <a:pt x="3282929" y="1587720"/>
                  <a:pt x="3410573" y="1587720"/>
                </a:cubicBezTo>
                <a:cubicBezTo>
                  <a:pt x="3437446" y="1587720"/>
                  <a:pt x="3477755" y="1585480"/>
                  <a:pt x="3515824" y="1574283"/>
                </a:cubicBezTo>
                <a:lnTo>
                  <a:pt x="3515824" y="1352585"/>
                </a:lnTo>
                <a:cubicBezTo>
                  <a:pt x="3482233" y="1352585"/>
                  <a:pt x="3417291" y="1359303"/>
                  <a:pt x="3417291" y="1240616"/>
                </a:cubicBezTo>
                <a:lnTo>
                  <a:pt x="3417291" y="904709"/>
                </a:lnTo>
                <a:cubicBezTo>
                  <a:pt x="3417291" y="535212"/>
                  <a:pt x="3204551" y="412046"/>
                  <a:pt x="2906713" y="412046"/>
                </a:cubicBezTo>
                <a:cubicBezTo>
                  <a:pt x="2669339" y="412046"/>
                  <a:pt x="2510343" y="528493"/>
                  <a:pt x="2456598" y="571042"/>
                </a:cubicBezTo>
                <a:lnTo>
                  <a:pt x="2588722" y="786022"/>
                </a:lnTo>
                <a:cubicBezTo>
                  <a:pt x="2642467" y="743474"/>
                  <a:pt x="2756675" y="662856"/>
                  <a:pt x="2906713" y="662856"/>
                </a:cubicBezTo>
                <a:cubicBezTo>
                  <a:pt x="3052273" y="662856"/>
                  <a:pt x="3137369" y="718841"/>
                  <a:pt x="3148566" y="839767"/>
                </a:cubicBezTo>
                <a:cubicBezTo>
                  <a:pt x="2976134" y="839767"/>
                  <a:pt x="2445401" y="833049"/>
                  <a:pt x="2445401" y="1242855"/>
                </a:cubicBezTo>
                <a:cubicBezTo>
                  <a:pt x="2445401" y="1480229"/>
                  <a:pt x="2637988" y="1607874"/>
                  <a:pt x="2864165" y="1607874"/>
                </a:cubicBezTo>
                <a:close/>
                <a:moveTo>
                  <a:pt x="1549650" y="857682"/>
                </a:moveTo>
                <a:cubicBezTo>
                  <a:pt x="1585480" y="721080"/>
                  <a:pt x="1692970" y="653899"/>
                  <a:pt x="1818375" y="653899"/>
                </a:cubicBezTo>
                <a:cubicBezTo>
                  <a:pt x="1925865" y="653899"/>
                  <a:pt x="2040074" y="705404"/>
                  <a:pt x="2051271" y="857682"/>
                </a:cubicBezTo>
                <a:lnTo>
                  <a:pt x="1549650" y="857682"/>
                </a:lnTo>
                <a:close/>
                <a:moveTo>
                  <a:pt x="1845248" y="1607874"/>
                </a:moveTo>
                <a:cubicBezTo>
                  <a:pt x="2087101" y="1607874"/>
                  <a:pt x="2266251" y="1477990"/>
                  <a:pt x="2346869" y="1370500"/>
                </a:cubicBezTo>
                <a:lnTo>
                  <a:pt x="2149803" y="1198068"/>
                </a:lnTo>
                <a:cubicBezTo>
                  <a:pt x="2098298" y="1263010"/>
                  <a:pt x="2004244" y="1357064"/>
                  <a:pt x="1845248" y="1357064"/>
                </a:cubicBezTo>
                <a:cubicBezTo>
                  <a:pt x="1670576" y="1357064"/>
                  <a:pt x="1549650" y="1236137"/>
                  <a:pt x="1540692" y="1081620"/>
                </a:cubicBezTo>
                <a:lnTo>
                  <a:pt x="2324475" y="1081620"/>
                </a:lnTo>
                <a:cubicBezTo>
                  <a:pt x="2331193" y="1034593"/>
                  <a:pt x="2333433" y="1001002"/>
                  <a:pt x="2333433" y="936060"/>
                </a:cubicBezTo>
                <a:cubicBezTo>
                  <a:pt x="2333433" y="660617"/>
                  <a:pt x="2174437" y="412046"/>
                  <a:pt x="1818375" y="412046"/>
                </a:cubicBezTo>
                <a:cubicBezTo>
                  <a:pt x="1493665" y="412046"/>
                  <a:pt x="1260770" y="665096"/>
                  <a:pt x="1260770" y="1014439"/>
                </a:cubicBezTo>
                <a:cubicBezTo>
                  <a:pt x="1260770" y="1357064"/>
                  <a:pt x="1500384" y="1607874"/>
                  <a:pt x="1845248" y="1607874"/>
                </a:cubicBezTo>
                <a:close/>
                <a:moveTo>
                  <a:pt x="282162" y="644941"/>
                </a:moveTo>
                <a:lnTo>
                  <a:pt x="282162" y="264247"/>
                </a:lnTo>
                <a:lnTo>
                  <a:pt x="618068" y="264247"/>
                </a:lnTo>
                <a:cubicBezTo>
                  <a:pt x="759149" y="264247"/>
                  <a:pt x="828570" y="338146"/>
                  <a:pt x="828570" y="454594"/>
                </a:cubicBezTo>
                <a:cubicBezTo>
                  <a:pt x="828570" y="571042"/>
                  <a:pt x="756910" y="644941"/>
                  <a:pt x="620308" y="644941"/>
                </a:cubicBezTo>
                <a:lnTo>
                  <a:pt x="282162" y="644941"/>
                </a:lnTo>
                <a:close/>
                <a:moveTo>
                  <a:pt x="282162" y="1330191"/>
                </a:moveTo>
                <a:lnTo>
                  <a:pt x="282162" y="895752"/>
                </a:lnTo>
                <a:lnTo>
                  <a:pt x="633744" y="895752"/>
                </a:lnTo>
                <a:cubicBezTo>
                  <a:pt x="792740" y="895752"/>
                  <a:pt x="880076" y="976369"/>
                  <a:pt x="880076" y="1112971"/>
                </a:cubicBezTo>
                <a:cubicBezTo>
                  <a:pt x="880076" y="1249573"/>
                  <a:pt x="797219" y="1330191"/>
                  <a:pt x="633744" y="1330191"/>
                </a:cubicBezTo>
                <a:lnTo>
                  <a:pt x="282162" y="1330191"/>
                </a:lnTo>
                <a:close/>
                <a:moveTo>
                  <a:pt x="0" y="1581001"/>
                </a:moveTo>
                <a:lnTo>
                  <a:pt x="627026" y="1581001"/>
                </a:lnTo>
                <a:cubicBezTo>
                  <a:pt x="985327" y="1581001"/>
                  <a:pt x="1166716" y="1395133"/>
                  <a:pt x="1166716" y="1119689"/>
                </a:cubicBezTo>
                <a:cubicBezTo>
                  <a:pt x="1166716" y="962933"/>
                  <a:pt x="1099535" y="821852"/>
                  <a:pt x="967412" y="747953"/>
                </a:cubicBezTo>
                <a:cubicBezTo>
                  <a:pt x="1065944" y="674053"/>
                  <a:pt x="1110732" y="562084"/>
                  <a:pt x="1110732" y="438918"/>
                </a:cubicBezTo>
                <a:cubicBezTo>
                  <a:pt x="1110732" y="192587"/>
                  <a:pt x="945018" y="13436"/>
                  <a:pt x="611350" y="13436"/>
                </a:cubicBezTo>
                <a:lnTo>
                  <a:pt x="0" y="13436"/>
                </a:lnTo>
                <a:lnTo>
                  <a:pt x="0" y="1581001"/>
                </a:lnTo>
                <a:close/>
                <a:moveTo>
                  <a:pt x="6664390" y="2033356"/>
                </a:moveTo>
                <a:cubicBezTo>
                  <a:pt x="6879371" y="2033356"/>
                  <a:pt x="7221996" y="1919148"/>
                  <a:pt x="7221996" y="1520538"/>
                </a:cubicBezTo>
                <a:lnTo>
                  <a:pt x="7221996" y="438918"/>
                </a:lnTo>
                <a:lnTo>
                  <a:pt x="6944313" y="438918"/>
                </a:lnTo>
                <a:lnTo>
                  <a:pt x="6944313" y="546408"/>
                </a:lnTo>
                <a:cubicBezTo>
                  <a:pt x="6886089" y="472509"/>
                  <a:pt x="6798753" y="412046"/>
                  <a:pt x="6635278" y="412046"/>
                </a:cubicBezTo>
                <a:cubicBezTo>
                  <a:pt x="6350877" y="412046"/>
                  <a:pt x="6106785" y="640462"/>
                  <a:pt x="6106785" y="998763"/>
                </a:cubicBezTo>
                <a:cubicBezTo>
                  <a:pt x="6106785" y="1357064"/>
                  <a:pt x="6350877" y="1585480"/>
                  <a:pt x="6635278" y="1585480"/>
                </a:cubicBezTo>
                <a:cubicBezTo>
                  <a:pt x="6798753" y="1585480"/>
                  <a:pt x="6886089" y="1527256"/>
                  <a:pt x="6944313" y="1451118"/>
                </a:cubicBezTo>
                <a:lnTo>
                  <a:pt x="6944313" y="1525017"/>
                </a:lnTo>
                <a:cubicBezTo>
                  <a:pt x="6944313" y="1692970"/>
                  <a:pt x="6823386" y="1782546"/>
                  <a:pt x="6664390" y="1782546"/>
                </a:cubicBezTo>
                <a:cubicBezTo>
                  <a:pt x="6489719" y="1782546"/>
                  <a:pt x="6377750" y="1684013"/>
                  <a:pt x="6330723" y="1630268"/>
                </a:cubicBezTo>
                <a:lnTo>
                  <a:pt x="6124700" y="1802700"/>
                </a:lnTo>
                <a:cubicBezTo>
                  <a:pt x="6171727" y="1856445"/>
                  <a:pt x="6330723" y="2033356"/>
                  <a:pt x="6664390" y="2033356"/>
                </a:cubicBezTo>
                <a:close/>
              </a:path>
            </a:pathLst>
          </a:custGeom>
          <a:solidFill>
            <a:srgbClr val="000000"/>
          </a:solidFill>
          <a:ln w="8133">
            <a:noFill/>
            <a:prstDash val="solid"/>
          </a:ln>
        </p:spPr>
        <p:txBody>
          <a:bodyPr anchor="ctr"/>
          <a:lstStyle/>
          <a:p>
            <a:endParaRPr/>
          </a:p>
        </p:txBody>
      </p:sp>
      <p:sp>
        <p:nvSpPr>
          <p:cNvPr id="4" name="textruta 12">
            <a:extLst>
              <a:ext uri="{FF2B5EF4-FFF2-40B4-BE49-F238E27FC236}">
                <a16:creationId xmlns:a16="http://schemas.microsoft.com/office/drawing/2014/main" id="{125FC14F-C757-78CD-E374-9BC8AC8004D8}"/>
              </a:ext>
            </a:extLst>
          </p:cNvPr>
          <p:cNvSpPr>
            <a:spLocks noGrp="1"/>
          </p:cNvSpPr>
          <p:nvPr/>
        </p:nvSpPr>
        <p:spPr>
          <a:xfrm>
            <a:off x="12272400" y="0"/>
            <a:ext cx="1681523" cy="1939925"/>
          </a:xfrm>
          <a:prstGeom prst="rect">
            <a:avLst/>
          </a:prstGeom>
          <a:solidFill>
            <a:schemeClr val="bg1"/>
          </a:solidFill>
        </p:spPr>
        <p:txBody>
          <a:bodyPr wrap="square" tIns="108000" anchor="t">
            <a:noAutofit/>
          </a:bodyPr>
          <a:lstStyle/>
          <a:p>
            <a:pPr>
              <a:spcAft>
                <a:spcPts val="600"/>
              </a:spcAft>
              <a:buNone/>
            </a:pPr>
            <a:r>
              <a:rPr sz="900" b="1">
                <a:latin typeface="+mn-lt"/>
                <a:ea typeface="+mn-lt"/>
                <a:cs typeface="+mn-lt"/>
              </a:rPr>
              <a:t>Change background color</a:t>
            </a:r>
          </a:p>
          <a:p>
            <a:r>
              <a:rPr sz="900">
                <a:solidFill>
                  <a:schemeClr val="tx1"/>
                </a:solidFill>
                <a:latin typeface="+mn-lt"/>
                <a:ea typeface="+mn-lt"/>
                <a:cs typeface="+mn-lt"/>
              </a:rPr>
              <a:t>If you would like, you can change the background color, select </a:t>
            </a:r>
            <a:r>
              <a:rPr sz="900" b="1">
                <a:solidFill>
                  <a:schemeClr val="tx1"/>
                </a:solidFill>
                <a:latin typeface="+mn-lt"/>
                <a:ea typeface="+mn-lt"/>
                <a:cs typeface="+mn-lt"/>
              </a:rPr>
              <a:t>Format Background </a:t>
            </a:r>
            <a:r>
              <a:rPr sz="900">
                <a:solidFill>
                  <a:schemeClr val="tx1"/>
                </a:solidFill>
                <a:latin typeface="+mn-lt"/>
                <a:ea typeface="+mn-lt"/>
                <a:cs typeface="+mn-lt"/>
              </a:rPr>
              <a:t>from the context menu, and select </a:t>
            </a:r>
            <a:r>
              <a:rPr sz="900" b="1">
                <a:solidFill>
                  <a:schemeClr val="tx1"/>
                </a:solidFill>
                <a:latin typeface="+mn-lt"/>
                <a:ea typeface="+mn-lt"/>
                <a:cs typeface="+mn-lt"/>
              </a:rPr>
              <a:t>Solid fill. </a:t>
            </a:r>
            <a:r>
              <a:rPr sz="900">
                <a:solidFill>
                  <a:schemeClr val="tx1"/>
                </a:solidFill>
                <a:latin typeface="+mn-lt"/>
                <a:ea typeface="+mn-lt"/>
                <a:cs typeface="+mn-lt"/>
              </a:rPr>
              <a:t>You may </a:t>
            </a:r>
            <a:r>
              <a:rPr sz="900" b="1">
                <a:solidFill>
                  <a:schemeClr val="tx1"/>
                </a:solidFill>
                <a:latin typeface="+mn-lt"/>
                <a:ea typeface="+mn-lt"/>
                <a:cs typeface="+mn-lt"/>
              </a:rPr>
              <a:t>ONLY</a:t>
            </a:r>
            <a:r>
              <a:rPr sz="900">
                <a:solidFill>
                  <a:schemeClr val="tx1"/>
                </a:solidFill>
                <a:latin typeface="+mn-lt"/>
                <a:ea typeface="+mn-lt"/>
                <a:cs typeface="+mn-lt"/>
              </a:rPr>
              <a:t> use </a:t>
            </a:r>
            <a:r>
              <a:rPr sz="900" b="1">
                <a:solidFill>
                  <a:schemeClr val="tx1"/>
                </a:solidFill>
                <a:latin typeface="+mn-lt"/>
                <a:ea typeface="+mn-lt"/>
                <a:cs typeface="+mn-lt"/>
              </a:rPr>
              <a:t>white, G30 </a:t>
            </a:r>
            <a:r>
              <a:rPr sz="900" b="0">
                <a:solidFill>
                  <a:schemeClr val="tx1"/>
                </a:solidFill>
                <a:latin typeface="+mn-lt"/>
                <a:ea typeface="+mn-lt"/>
                <a:cs typeface="+mn-lt"/>
              </a:rPr>
              <a:t>and</a:t>
            </a:r>
            <a:r>
              <a:rPr sz="900" b="1">
                <a:solidFill>
                  <a:schemeClr val="tx1"/>
                </a:solidFill>
                <a:latin typeface="+mn-lt"/>
                <a:ea typeface="+mn-lt"/>
                <a:cs typeface="+mn-lt"/>
              </a:rPr>
              <a:t> Bearing Red.</a:t>
            </a:r>
            <a:endParaRPr sz="900" baseline="0">
              <a:solidFill>
                <a:schemeClr val="tx1"/>
              </a:solidFill>
              <a:latin typeface="+mn-lt"/>
              <a:ea typeface="+mn-lt"/>
              <a:cs typeface="+mn-lt"/>
            </a:endParaRPr>
          </a:p>
          <a:p>
            <a:pPr algn="ctr">
              <a:buNone/>
            </a:pPr>
            <a:endParaRPr sz="900" baseline="0">
              <a:solidFill>
                <a:schemeClr val="tx1">
                  <a:lumMod val="65000"/>
                  <a:lumOff val="35000"/>
                </a:schemeClr>
              </a:solidFill>
              <a:latin typeface="+mn-lt"/>
              <a:ea typeface="+mn-lt"/>
              <a:cs typeface="+mn-lt"/>
            </a:endParaRPr>
          </a:p>
          <a:p>
            <a:pPr algn="ctr">
              <a:buNone/>
            </a:pPr>
            <a:endParaRPr sz="900" baseline="0">
              <a:solidFill>
                <a:schemeClr val="tx1">
                  <a:lumMod val="65000"/>
                  <a:lumOff val="35000"/>
                </a:schemeClr>
              </a:solidFill>
              <a:latin typeface="+mn-lt"/>
              <a:ea typeface="+mn-lt"/>
              <a:cs typeface="+mn-lt"/>
            </a:endParaRPr>
          </a:p>
          <a:p>
            <a:pPr algn="ctr">
              <a:buNone/>
            </a:pPr>
            <a:endParaRPr sz="900" baseline="0">
              <a:solidFill>
                <a:schemeClr val="tx1">
                  <a:lumMod val="65000"/>
                  <a:lumOff val="35000"/>
                </a:schemeClr>
              </a:solidFill>
              <a:latin typeface="+mn-lt"/>
              <a:ea typeface="+mn-lt"/>
              <a:cs typeface="+mn-lt"/>
            </a:endParaRPr>
          </a:p>
        </p:txBody>
      </p:sp>
      <p:sp>
        <p:nvSpPr>
          <p:cNvPr id="5" name="Rektangel 18">
            <a:extLst>
              <a:ext uri="{FF2B5EF4-FFF2-40B4-BE49-F238E27FC236}">
                <a16:creationId xmlns:a16="http://schemas.microsoft.com/office/drawing/2014/main" id="{C6F44974-876F-5D7D-5F91-C191CFD25B6C}"/>
              </a:ext>
            </a:extLst>
          </p:cNvPr>
          <p:cNvSpPr>
            <a:spLocks noGrp="1"/>
          </p:cNvSpPr>
          <p:nvPr/>
        </p:nvSpPr>
        <p:spPr>
          <a:xfrm>
            <a:off x="12371130" y="1511303"/>
            <a:ext cx="268449" cy="268449"/>
          </a:xfrm>
          <a:prstGeom prst="rect">
            <a:avLst/>
          </a:prstGeom>
          <a:solidFill>
            <a:schemeClr val="bg1"/>
          </a:solidFill>
          <a:ln w="9525">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6" name="Rektangel 17">
            <a:extLst>
              <a:ext uri="{FF2B5EF4-FFF2-40B4-BE49-F238E27FC236}">
                <a16:creationId xmlns:a16="http://schemas.microsoft.com/office/drawing/2014/main" id="{4D194A6A-7581-06D1-29A1-1D057B4628E1}"/>
              </a:ext>
            </a:extLst>
          </p:cNvPr>
          <p:cNvSpPr>
            <a:spLocks noGrp="1"/>
          </p:cNvSpPr>
          <p:nvPr/>
        </p:nvSpPr>
        <p:spPr>
          <a:xfrm>
            <a:off x="12708652" y="1511302"/>
            <a:ext cx="268449" cy="268449"/>
          </a:xfrm>
          <a:prstGeom prst="rect">
            <a:avLst/>
          </a:prstGeom>
          <a:solidFill>
            <a:srgbClr val="CCC1BC"/>
          </a:solidFill>
          <a:ln w="6350">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8" name="Rektangel 17">
            <a:extLst>
              <a:ext uri="{FF2B5EF4-FFF2-40B4-BE49-F238E27FC236}">
                <a16:creationId xmlns:a16="http://schemas.microsoft.com/office/drawing/2014/main" id="{6A850EB4-2174-53F1-AFBC-A2CA249BB760}"/>
              </a:ext>
            </a:extLst>
          </p:cNvPr>
          <p:cNvSpPr>
            <a:spLocks noGrp="1"/>
          </p:cNvSpPr>
          <p:nvPr/>
        </p:nvSpPr>
        <p:spPr>
          <a:xfrm>
            <a:off x="13046174" y="1511302"/>
            <a:ext cx="268449" cy="268449"/>
          </a:xfrm>
          <a:prstGeom prst="rect">
            <a:avLst/>
          </a:prstGeom>
          <a:solidFill>
            <a:srgbClr val="FF3D47"/>
          </a:solidFill>
          <a:ln w="6350">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cSld name="2_Title slide - Bearing red">
    <p:bg>
      <p:bgPr>
        <a:solidFill>
          <a:srgbClr val="FF3D47"/>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792DD51C-2843-1CD8-D8E3-92D5A4F3D473}"/>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405" y="0"/>
            <a:ext cx="12191189" cy="6858000"/>
          </a:xfrm>
          <a:prstGeom prst="rect">
            <a:avLst/>
          </a:prstGeom>
        </p:spPr>
      </p:pic>
      <p:sp>
        <p:nvSpPr>
          <p:cNvPr id="2" name="Title 1">
            <a:extLst>
              <a:ext uri="{FF2B5EF4-FFF2-40B4-BE49-F238E27FC236}">
                <a16:creationId xmlns:a16="http://schemas.microsoft.com/office/drawing/2014/main" id="{2F620DAD-1B61-93C3-530B-9B622B667CD8}"/>
              </a:ext>
            </a:extLst>
          </p:cNvPr>
          <p:cNvSpPr>
            <a:spLocks noGrp="1"/>
          </p:cNvSpPr>
          <p:nvPr>
            <p:ph type="title"/>
            <p:custDataLst>
              <p:tags r:id="rId1"/>
            </p:custDataLst>
          </p:nvPr>
        </p:nvSpPr>
        <p:spPr>
          <a:xfrm>
            <a:off x="384175" y="1944000"/>
            <a:ext cx="8520113" cy="1918800"/>
          </a:xfrm>
        </p:spPr>
        <p:txBody>
          <a:bodyPr>
            <a:noAutofit/>
          </a:bodyPr>
          <a:lstStyle>
            <a:lvl1pPr>
              <a:lnSpc>
                <a:spcPct val="80000"/>
              </a:lnSpc>
              <a:defRPr sz="7000">
                <a:solidFill>
                  <a:schemeClr val="bg1"/>
                </a:solidFill>
              </a:defRPr>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CEC21A32-3B29-FB79-375A-AFF484FAE380}"/>
              </a:ext>
            </a:extLst>
          </p:cNvPr>
          <p:cNvSpPr>
            <a:spLocks noGrp="1"/>
          </p:cNvSpPr>
          <p:nvPr>
            <p:ph type="body" sz="quarter" idx="10"/>
            <p:custDataLst>
              <p:tags r:id="rId2"/>
            </p:custDataLst>
          </p:nvPr>
        </p:nvSpPr>
        <p:spPr>
          <a:xfrm>
            <a:off x="384175" y="4579200"/>
            <a:ext cx="3683000" cy="1396999"/>
          </a:xfrm>
        </p:spPr>
        <p:txBody>
          <a:bodyPr/>
          <a:lstStyle>
            <a:lvl1pPr marL="0" indent="0">
              <a:spcAft>
                <a:spcPts val="1800"/>
              </a:spcAft>
              <a:buNone/>
              <a:defRPr>
                <a:solidFill>
                  <a:schemeClr val="bg1"/>
                </a:solidFill>
              </a:defRPr>
            </a:lvl1pPr>
            <a:lvl2pPr marL="180975" indent="0">
              <a:buNone/>
              <a:defRPr/>
            </a:lvl2pPr>
            <a:lvl3pPr marL="361950" indent="0">
              <a:buNone/>
              <a:defRPr/>
            </a:lvl3pPr>
            <a:lvl4pPr marL="542925" indent="0">
              <a:buNone/>
              <a:defRPr/>
            </a:lvl4pPr>
            <a:lvl5pPr marL="714375" indent="0">
              <a:buNone/>
              <a:defRPr/>
            </a:lvl5pPr>
          </a:lstStyle>
          <a:p>
            <a:pPr lvl="0"/>
            <a:r>
              <a:rPr lang="en-GB"/>
              <a:t>Click to edit Master text styles</a:t>
            </a:r>
          </a:p>
        </p:txBody>
      </p:sp>
      <p:sp>
        <p:nvSpPr>
          <p:cNvPr id="10" name="BearingPoint Logo">
            <a:extLst>
              <a:ext uri="{FF2B5EF4-FFF2-40B4-BE49-F238E27FC236}">
                <a16:creationId xmlns:a16="http://schemas.microsoft.com/office/drawing/2014/main" id="{85653425-B89B-9F14-16FF-4838CACB3D49}"/>
              </a:ext>
            </a:extLst>
          </p:cNvPr>
          <p:cNvSpPr/>
          <p:nvPr>
            <p:custDataLst>
              <p:tags r:id="rId3"/>
            </p:custDataLst>
          </p:nvPr>
        </p:nvSpPr>
        <p:spPr>
          <a:xfrm>
            <a:off x="384175" y="358775"/>
            <a:ext cx="1747838" cy="291574"/>
          </a:xfrm>
          <a:custGeom>
            <a:avLst/>
            <a:gdLst>
              <a:gd name="connsiteX0" fmla="*/ 12014265 w 12188936"/>
              <a:gd name="connsiteY0" fmla="*/ 1587720 h 2033355"/>
              <a:gd name="connsiteX1" fmla="*/ 12188936 w 12188936"/>
              <a:gd name="connsiteY1" fmla="*/ 1572044 h 2033355"/>
              <a:gd name="connsiteX2" fmla="*/ 12188936 w 12188936"/>
              <a:gd name="connsiteY2" fmla="*/ 1330191 h 2033355"/>
              <a:gd name="connsiteX3" fmla="*/ 12070250 w 12188936"/>
              <a:gd name="connsiteY3" fmla="*/ 1341388 h 2033355"/>
              <a:gd name="connsiteX4" fmla="*/ 11909014 w 12188936"/>
              <a:gd name="connsiteY4" fmla="*/ 1177913 h 2033355"/>
              <a:gd name="connsiteX5" fmla="*/ 11909014 w 12188936"/>
              <a:gd name="connsiteY5" fmla="*/ 667335 h 2033355"/>
              <a:gd name="connsiteX6" fmla="*/ 12171021 w 12188936"/>
              <a:gd name="connsiteY6" fmla="*/ 667335 h 2033355"/>
              <a:gd name="connsiteX7" fmla="*/ 12171021 w 12188936"/>
              <a:gd name="connsiteY7" fmla="*/ 438918 h 2033355"/>
              <a:gd name="connsiteX8" fmla="*/ 11909014 w 12188936"/>
              <a:gd name="connsiteY8" fmla="*/ 438918 h 2033355"/>
              <a:gd name="connsiteX9" fmla="*/ 11909014 w 12188936"/>
              <a:gd name="connsiteY9" fmla="*/ 125405 h 2033355"/>
              <a:gd name="connsiteX10" fmla="*/ 11631331 w 12188936"/>
              <a:gd name="connsiteY10" fmla="*/ 125405 h 2033355"/>
              <a:gd name="connsiteX11" fmla="*/ 11631331 w 12188936"/>
              <a:gd name="connsiteY11" fmla="*/ 438918 h 2033355"/>
              <a:gd name="connsiteX12" fmla="*/ 11474575 w 12188936"/>
              <a:gd name="connsiteY12" fmla="*/ 438918 h 2033355"/>
              <a:gd name="connsiteX13" fmla="*/ 11474575 w 12188936"/>
              <a:gd name="connsiteY13" fmla="*/ 667335 h 2033355"/>
              <a:gd name="connsiteX14" fmla="*/ 11631331 w 12188936"/>
              <a:gd name="connsiteY14" fmla="*/ 667335 h 2033355"/>
              <a:gd name="connsiteX15" fmla="*/ 11631331 w 12188936"/>
              <a:gd name="connsiteY15" fmla="*/ 1207025 h 2033355"/>
              <a:gd name="connsiteX16" fmla="*/ 12014265 w 12188936"/>
              <a:gd name="connsiteY16" fmla="*/ 1587720 h 2033355"/>
              <a:gd name="connsiteX17" fmla="*/ 9962995 w 12188936"/>
              <a:gd name="connsiteY17" fmla="*/ 344864 h 2033355"/>
              <a:gd name="connsiteX18" fmla="*/ 10137666 w 12188936"/>
              <a:gd name="connsiteY18" fmla="*/ 172432 h 2033355"/>
              <a:gd name="connsiteX19" fmla="*/ 9962995 w 12188936"/>
              <a:gd name="connsiteY19" fmla="*/ 0 h 2033355"/>
              <a:gd name="connsiteX20" fmla="*/ 9788323 w 12188936"/>
              <a:gd name="connsiteY20" fmla="*/ 172432 h 2033355"/>
              <a:gd name="connsiteX21" fmla="*/ 9962995 w 12188936"/>
              <a:gd name="connsiteY21" fmla="*/ 344864 h 2033355"/>
              <a:gd name="connsiteX22" fmla="*/ 10348167 w 12188936"/>
              <a:gd name="connsiteY22" fmla="*/ 1581001 h 2033355"/>
              <a:gd name="connsiteX23" fmla="*/ 10625851 w 12188936"/>
              <a:gd name="connsiteY23" fmla="*/ 1581001 h 2033355"/>
              <a:gd name="connsiteX24" fmla="*/ 10625851 w 12188936"/>
              <a:gd name="connsiteY24" fmla="*/ 958454 h 2033355"/>
              <a:gd name="connsiteX25" fmla="*/ 10892336 w 12188936"/>
              <a:gd name="connsiteY25" fmla="*/ 662856 h 2033355"/>
              <a:gd name="connsiteX26" fmla="*/ 11069247 w 12188936"/>
              <a:gd name="connsiteY26" fmla="*/ 902470 h 2033355"/>
              <a:gd name="connsiteX27" fmla="*/ 11069247 w 12188936"/>
              <a:gd name="connsiteY27" fmla="*/ 1294361 h 2033355"/>
              <a:gd name="connsiteX28" fmla="*/ 11349169 w 12188936"/>
              <a:gd name="connsiteY28" fmla="*/ 1587720 h 2033355"/>
              <a:gd name="connsiteX29" fmla="*/ 11467856 w 12188936"/>
              <a:gd name="connsiteY29" fmla="*/ 1578762 h 2033355"/>
              <a:gd name="connsiteX30" fmla="*/ 11467856 w 12188936"/>
              <a:gd name="connsiteY30" fmla="*/ 1359303 h 2033355"/>
              <a:gd name="connsiteX31" fmla="*/ 11456660 w 12188936"/>
              <a:gd name="connsiteY31" fmla="*/ 1359303 h 2033355"/>
              <a:gd name="connsiteX32" fmla="*/ 11346930 w 12188936"/>
              <a:gd name="connsiteY32" fmla="*/ 1256292 h 2033355"/>
              <a:gd name="connsiteX33" fmla="*/ 11346930 w 12188936"/>
              <a:gd name="connsiteY33" fmla="*/ 830810 h 2033355"/>
              <a:gd name="connsiteX34" fmla="*/ 10972954 w 12188936"/>
              <a:gd name="connsiteY34" fmla="*/ 412046 h 2033355"/>
              <a:gd name="connsiteX35" fmla="*/ 10625851 w 12188936"/>
              <a:gd name="connsiteY35" fmla="*/ 566563 h 2033355"/>
              <a:gd name="connsiteX36" fmla="*/ 10625851 w 12188936"/>
              <a:gd name="connsiteY36" fmla="*/ 438918 h 2033355"/>
              <a:gd name="connsiteX37" fmla="*/ 10348167 w 12188936"/>
              <a:gd name="connsiteY37" fmla="*/ 438918 h 2033355"/>
              <a:gd name="connsiteX38" fmla="*/ 10348167 w 12188936"/>
              <a:gd name="connsiteY38" fmla="*/ 1581001 h 2033355"/>
              <a:gd name="connsiteX39" fmla="*/ 9824152 w 12188936"/>
              <a:gd name="connsiteY39" fmla="*/ 438918 h 2033355"/>
              <a:gd name="connsiteX40" fmla="*/ 9824152 w 12188936"/>
              <a:gd name="connsiteY40" fmla="*/ 1294361 h 2033355"/>
              <a:gd name="connsiteX41" fmla="*/ 10104075 w 12188936"/>
              <a:gd name="connsiteY41" fmla="*/ 1587720 h 2033355"/>
              <a:gd name="connsiteX42" fmla="*/ 10222763 w 12188936"/>
              <a:gd name="connsiteY42" fmla="*/ 1578762 h 2033355"/>
              <a:gd name="connsiteX43" fmla="*/ 10222763 w 12188936"/>
              <a:gd name="connsiteY43" fmla="*/ 1359303 h 2033355"/>
              <a:gd name="connsiteX44" fmla="*/ 10211565 w 12188936"/>
              <a:gd name="connsiteY44" fmla="*/ 1359303 h 2033355"/>
              <a:gd name="connsiteX45" fmla="*/ 10101836 w 12188936"/>
              <a:gd name="connsiteY45" fmla="*/ 1256292 h 2033355"/>
              <a:gd name="connsiteX46" fmla="*/ 10101836 w 12188936"/>
              <a:gd name="connsiteY46" fmla="*/ 438918 h 2033355"/>
              <a:gd name="connsiteX47" fmla="*/ 9824152 w 12188936"/>
              <a:gd name="connsiteY47" fmla="*/ 438918 h 2033355"/>
              <a:gd name="connsiteX48" fmla="*/ 9103073 w 12188936"/>
              <a:gd name="connsiteY48" fmla="*/ 1357064 h 2033355"/>
              <a:gd name="connsiteX49" fmla="*/ 8809715 w 12188936"/>
              <a:gd name="connsiteY49" fmla="*/ 1009960 h 2033355"/>
              <a:gd name="connsiteX50" fmla="*/ 9103073 w 12188936"/>
              <a:gd name="connsiteY50" fmla="*/ 662856 h 2033355"/>
              <a:gd name="connsiteX51" fmla="*/ 9396432 w 12188936"/>
              <a:gd name="connsiteY51" fmla="*/ 1009960 h 2033355"/>
              <a:gd name="connsiteX52" fmla="*/ 9103073 w 12188936"/>
              <a:gd name="connsiteY52" fmla="*/ 1357064 h 2033355"/>
              <a:gd name="connsiteX53" fmla="*/ 9103073 w 12188936"/>
              <a:gd name="connsiteY53" fmla="*/ 1607874 h 2033355"/>
              <a:gd name="connsiteX54" fmla="*/ 9678594 w 12188936"/>
              <a:gd name="connsiteY54" fmla="*/ 1009960 h 2033355"/>
              <a:gd name="connsiteX55" fmla="*/ 9103073 w 12188936"/>
              <a:gd name="connsiteY55" fmla="*/ 412046 h 2033355"/>
              <a:gd name="connsiteX56" fmla="*/ 8527553 w 12188936"/>
              <a:gd name="connsiteY56" fmla="*/ 1009960 h 2033355"/>
              <a:gd name="connsiteX57" fmla="*/ 9103073 w 12188936"/>
              <a:gd name="connsiteY57" fmla="*/ 1607874 h 2033355"/>
              <a:gd name="connsiteX58" fmla="*/ 7705701 w 12188936"/>
              <a:gd name="connsiteY58" fmla="*/ 747953 h 2033355"/>
              <a:gd name="connsiteX59" fmla="*/ 7705701 w 12188936"/>
              <a:gd name="connsiteY59" fmla="*/ 264247 h 2033355"/>
              <a:gd name="connsiteX60" fmla="*/ 7945315 w 12188936"/>
              <a:gd name="connsiteY60" fmla="*/ 264247 h 2033355"/>
              <a:gd name="connsiteX61" fmla="*/ 8218519 w 12188936"/>
              <a:gd name="connsiteY61" fmla="*/ 506100 h 2033355"/>
              <a:gd name="connsiteX62" fmla="*/ 7945315 w 12188936"/>
              <a:gd name="connsiteY62" fmla="*/ 747953 h 2033355"/>
              <a:gd name="connsiteX63" fmla="*/ 7705701 w 12188936"/>
              <a:gd name="connsiteY63" fmla="*/ 747953 h 2033355"/>
              <a:gd name="connsiteX64" fmla="*/ 7423540 w 12188936"/>
              <a:gd name="connsiteY64" fmla="*/ 1581001 h 2033355"/>
              <a:gd name="connsiteX65" fmla="*/ 7705701 w 12188936"/>
              <a:gd name="connsiteY65" fmla="*/ 1581001 h 2033355"/>
              <a:gd name="connsiteX66" fmla="*/ 7705701 w 12188936"/>
              <a:gd name="connsiteY66" fmla="*/ 998763 h 2033355"/>
              <a:gd name="connsiteX67" fmla="*/ 7958751 w 12188936"/>
              <a:gd name="connsiteY67" fmla="*/ 998763 h 2033355"/>
              <a:gd name="connsiteX68" fmla="*/ 8505159 w 12188936"/>
              <a:gd name="connsiteY68" fmla="*/ 506100 h 2033355"/>
              <a:gd name="connsiteX69" fmla="*/ 7958751 w 12188936"/>
              <a:gd name="connsiteY69" fmla="*/ 13436 h 2033355"/>
              <a:gd name="connsiteX70" fmla="*/ 7423540 w 12188936"/>
              <a:gd name="connsiteY70" fmla="*/ 13436 h 2033355"/>
              <a:gd name="connsiteX71" fmla="*/ 7423540 w 12188936"/>
              <a:gd name="connsiteY71" fmla="*/ 1581001 h 2033355"/>
              <a:gd name="connsiteX72" fmla="*/ 6671108 w 12188936"/>
              <a:gd name="connsiteY72" fmla="*/ 1334670 h 2033355"/>
              <a:gd name="connsiteX73" fmla="*/ 6388947 w 12188936"/>
              <a:gd name="connsiteY73" fmla="*/ 998763 h 2033355"/>
              <a:gd name="connsiteX74" fmla="*/ 6671108 w 12188936"/>
              <a:gd name="connsiteY74" fmla="*/ 662856 h 2033355"/>
              <a:gd name="connsiteX75" fmla="*/ 6953270 w 12188936"/>
              <a:gd name="connsiteY75" fmla="*/ 998763 h 2033355"/>
              <a:gd name="connsiteX76" fmla="*/ 6671108 w 12188936"/>
              <a:gd name="connsiteY76" fmla="*/ 1334670 h 2033355"/>
              <a:gd name="connsiteX77" fmla="*/ 4554896 w 12188936"/>
              <a:gd name="connsiteY77" fmla="*/ 344864 h 2033355"/>
              <a:gd name="connsiteX78" fmla="*/ 4729567 w 12188936"/>
              <a:gd name="connsiteY78" fmla="*/ 172432 h 2033355"/>
              <a:gd name="connsiteX79" fmla="*/ 4554896 w 12188936"/>
              <a:gd name="connsiteY79" fmla="*/ 0 h 2033355"/>
              <a:gd name="connsiteX80" fmla="*/ 4380224 w 12188936"/>
              <a:gd name="connsiteY80" fmla="*/ 172432 h 2033355"/>
              <a:gd name="connsiteX81" fmla="*/ 4554896 w 12188936"/>
              <a:gd name="connsiteY81" fmla="*/ 344864 h 2033355"/>
              <a:gd name="connsiteX82" fmla="*/ 5941071 w 12188936"/>
              <a:gd name="connsiteY82" fmla="*/ 1587720 h 2033355"/>
              <a:gd name="connsiteX83" fmla="*/ 6059758 w 12188936"/>
              <a:gd name="connsiteY83" fmla="*/ 1578762 h 2033355"/>
              <a:gd name="connsiteX84" fmla="*/ 6059758 w 12188936"/>
              <a:gd name="connsiteY84" fmla="*/ 1359303 h 2033355"/>
              <a:gd name="connsiteX85" fmla="*/ 6048561 w 12188936"/>
              <a:gd name="connsiteY85" fmla="*/ 1359303 h 2033355"/>
              <a:gd name="connsiteX86" fmla="*/ 5938832 w 12188936"/>
              <a:gd name="connsiteY86" fmla="*/ 1256292 h 2033355"/>
              <a:gd name="connsiteX87" fmla="*/ 5938832 w 12188936"/>
              <a:gd name="connsiteY87" fmla="*/ 830810 h 2033355"/>
              <a:gd name="connsiteX88" fmla="*/ 5564856 w 12188936"/>
              <a:gd name="connsiteY88" fmla="*/ 412046 h 2033355"/>
              <a:gd name="connsiteX89" fmla="*/ 5217752 w 12188936"/>
              <a:gd name="connsiteY89" fmla="*/ 566563 h 2033355"/>
              <a:gd name="connsiteX90" fmla="*/ 5217752 w 12188936"/>
              <a:gd name="connsiteY90" fmla="*/ 438918 h 2033355"/>
              <a:gd name="connsiteX91" fmla="*/ 4940069 w 12188936"/>
              <a:gd name="connsiteY91" fmla="*/ 438918 h 2033355"/>
              <a:gd name="connsiteX92" fmla="*/ 4940069 w 12188936"/>
              <a:gd name="connsiteY92" fmla="*/ 1581001 h 2033355"/>
              <a:gd name="connsiteX93" fmla="*/ 5217752 w 12188936"/>
              <a:gd name="connsiteY93" fmla="*/ 1581001 h 2033355"/>
              <a:gd name="connsiteX94" fmla="*/ 5217752 w 12188936"/>
              <a:gd name="connsiteY94" fmla="*/ 958454 h 2033355"/>
              <a:gd name="connsiteX95" fmla="*/ 5484238 w 12188936"/>
              <a:gd name="connsiteY95" fmla="*/ 662856 h 2033355"/>
              <a:gd name="connsiteX96" fmla="*/ 5661149 w 12188936"/>
              <a:gd name="connsiteY96" fmla="*/ 902470 h 2033355"/>
              <a:gd name="connsiteX97" fmla="*/ 5661149 w 12188936"/>
              <a:gd name="connsiteY97" fmla="*/ 1294361 h 2033355"/>
              <a:gd name="connsiteX98" fmla="*/ 5941071 w 12188936"/>
              <a:gd name="connsiteY98" fmla="*/ 1587720 h 2033355"/>
              <a:gd name="connsiteX99" fmla="*/ 4416054 w 12188936"/>
              <a:gd name="connsiteY99" fmla="*/ 438918 h 2033355"/>
              <a:gd name="connsiteX100" fmla="*/ 4416054 w 12188936"/>
              <a:gd name="connsiteY100" fmla="*/ 1294361 h 2033355"/>
              <a:gd name="connsiteX101" fmla="*/ 4695977 w 12188936"/>
              <a:gd name="connsiteY101" fmla="*/ 1587720 h 2033355"/>
              <a:gd name="connsiteX102" fmla="*/ 4814664 w 12188936"/>
              <a:gd name="connsiteY102" fmla="*/ 1578762 h 2033355"/>
              <a:gd name="connsiteX103" fmla="*/ 4814664 w 12188936"/>
              <a:gd name="connsiteY103" fmla="*/ 1359303 h 2033355"/>
              <a:gd name="connsiteX104" fmla="*/ 4803467 w 12188936"/>
              <a:gd name="connsiteY104" fmla="*/ 1359303 h 2033355"/>
              <a:gd name="connsiteX105" fmla="*/ 4693737 w 12188936"/>
              <a:gd name="connsiteY105" fmla="*/ 1256292 h 2033355"/>
              <a:gd name="connsiteX106" fmla="*/ 4693737 w 12188936"/>
              <a:gd name="connsiteY106" fmla="*/ 438918 h 2033355"/>
              <a:gd name="connsiteX107" fmla="*/ 4416054 w 12188936"/>
              <a:gd name="connsiteY107" fmla="*/ 438918 h 2033355"/>
              <a:gd name="connsiteX108" fmla="*/ 3638990 w 12188936"/>
              <a:gd name="connsiteY108" fmla="*/ 1581001 h 2033355"/>
              <a:gd name="connsiteX109" fmla="*/ 3916673 w 12188936"/>
              <a:gd name="connsiteY109" fmla="*/ 1581001 h 2033355"/>
              <a:gd name="connsiteX110" fmla="*/ 3916673 w 12188936"/>
              <a:gd name="connsiteY110" fmla="*/ 1001002 h 2033355"/>
              <a:gd name="connsiteX111" fmla="*/ 4212271 w 12188936"/>
              <a:gd name="connsiteY111" fmla="*/ 687489 h 2033355"/>
              <a:gd name="connsiteX112" fmla="*/ 4270495 w 12188936"/>
              <a:gd name="connsiteY112" fmla="*/ 691968 h 2033355"/>
              <a:gd name="connsiteX113" fmla="*/ 4270495 w 12188936"/>
              <a:gd name="connsiteY113" fmla="*/ 427721 h 2033355"/>
              <a:gd name="connsiteX114" fmla="*/ 4227947 w 12188936"/>
              <a:gd name="connsiteY114" fmla="*/ 425482 h 2033355"/>
              <a:gd name="connsiteX115" fmla="*/ 3914433 w 12188936"/>
              <a:gd name="connsiteY115" fmla="*/ 566563 h 2033355"/>
              <a:gd name="connsiteX116" fmla="*/ 3914433 w 12188936"/>
              <a:gd name="connsiteY116" fmla="*/ 438918 h 2033355"/>
              <a:gd name="connsiteX117" fmla="*/ 3638990 w 12188936"/>
              <a:gd name="connsiteY117" fmla="*/ 438918 h 2033355"/>
              <a:gd name="connsiteX118" fmla="*/ 3638990 w 12188936"/>
              <a:gd name="connsiteY118" fmla="*/ 1581001 h 2033355"/>
              <a:gd name="connsiteX119" fmla="*/ 2891038 w 12188936"/>
              <a:gd name="connsiteY119" fmla="*/ 1374979 h 2033355"/>
              <a:gd name="connsiteX120" fmla="*/ 2727563 w 12188936"/>
              <a:gd name="connsiteY120" fmla="*/ 1240616 h 2033355"/>
              <a:gd name="connsiteX121" fmla="*/ 3153045 w 12188936"/>
              <a:gd name="connsiteY121" fmla="*/ 1059226 h 2033355"/>
              <a:gd name="connsiteX122" fmla="*/ 2891038 w 12188936"/>
              <a:gd name="connsiteY122" fmla="*/ 1374979 h 2033355"/>
              <a:gd name="connsiteX123" fmla="*/ 2864165 w 12188936"/>
              <a:gd name="connsiteY123" fmla="*/ 1607874 h 2033355"/>
              <a:gd name="connsiteX124" fmla="*/ 3202311 w 12188936"/>
              <a:gd name="connsiteY124" fmla="*/ 1471272 h 2033355"/>
              <a:gd name="connsiteX125" fmla="*/ 3410573 w 12188936"/>
              <a:gd name="connsiteY125" fmla="*/ 1587720 h 2033355"/>
              <a:gd name="connsiteX126" fmla="*/ 3515824 w 12188936"/>
              <a:gd name="connsiteY126" fmla="*/ 1574283 h 2033355"/>
              <a:gd name="connsiteX127" fmla="*/ 3515824 w 12188936"/>
              <a:gd name="connsiteY127" fmla="*/ 1352585 h 2033355"/>
              <a:gd name="connsiteX128" fmla="*/ 3417291 w 12188936"/>
              <a:gd name="connsiteY128" fmla="*/ 1240616 h 2033355"/>
              <a:gd name="connsiteX129" fmla="*/ 3417291 w 12188936"/>
              <a:gd name="connsiteY129" fmla="*/ 904709 h 2033355"/>
              <a:gd name="connsiteX130" fmla="*/ 2906713 w 12188936"/>
              <a:gd name="connsiteY130" fmla="*/ 412046 h 2033355"/>
              <a:gd name="connsiteX131" fmla="*/ 2456598 w 12188936"/>
              <a:gd name="connsiteY131" fmla="*/ 571042 h 2033355"/>
              <a:gd name="connsiteX132" fmla="*/ 2588722 w 12188936"/>
              <a:gd name="connsiteY132" fmla="*/ 786022 h 2033355"/>
              <a:gd name="connsiteX133" fmla="*/ 2906713 w 12188936"/>
              <a:gd name="connsiteY133" fmla="*/ 662856 h 2033355"/>
              <a:gd name="connsiteX134" fmla="*/ 3148566 w 12188936"/>
              <a:gd name="connsiteY134" fmla="*/ 839767 h 2033355"/>
              <a:gd name="connsiteX135" fmla="*/ 2445401 w 12188936"/>
              <a:gd name="connsiteY135" fmla="*/ 1242855 h 2033355"/>
              <a:gd name="connsiteX136" fmla="*/ 2864165 w 12188936"/>
              <a:gd name="connsiteY136" fmla="*/ 1607874 h 2033355"/>
              <a:gd name="connsiteX137" fmla="*/ 1549650 w 12188936"/>
              <a:gd name="connsiteY137" fmla="*/ 857682 h 2033355"/>
              <a:gd name="connsiteX138" fmla="*/ 1818375 w 12188936"/>
              <a:gd name="connsiteY138" fmla="*/ 653899 h 2033355"/>
              <a:gd name="connsiteX139" fmla="*/ 2051271 w 12188936"/>
              <a:gd name="connsiteY139" fmla="*/ 857682 h 2033355"/>
              <a:gd name="connsiteX140" fmla="*/ 1549650 w 12188936"/>
              <a:gd name="connsiteY140" fmla="*/ 857682 h 2033355"/>
              <a:gd name="connsiteX141" fmla="*/ 1845248 w 12188936"/>
              <a:gd name="connsiteY141" fmla="*/ 1607874 h 2033355"/>
              <a:gd name="connsiteX142" fmla="*/ 2346869 w 12188936"/>
              <a:gd name="connsiteY142" fmla="*/ 1370500 h 2033355"/>
              <a:gd name="connsiteX143" fmla="*/ 2149803 w 12188936"/>
              <a:gd name="connsiteY143" fmla="*/ 1198068 h 2033355"/>
              <a:gd name="connsiteX144" fmla="*/ 1845248 w 12188936"/>
              <a:gd name="connsiteY144" fmla="*/ 1357064 h 2033355"/>
              <a:gd name="connsiteX145" fmla="*/ 1540692 w 12188936"/>
              <a:gd name="connsiteY145" fmla="*/ 1081620 h 2033355"/>
              <a:gd name="connsiteX146" fmla="*/ 2324475 w 12188936"/>
              <a:gd name="connsiteY146" fmla="*/ 1081620 h 2033355"/>
              <a:gd name="connsiteX147" fmla="*/ 2333433 w 12188936"/>
              <a:gd name="connsiteY147" fmla="*/ 936060 h 2033355"/>
              <a:gd name="connsiteX148" fmla="*/ 1818375 w 12188936"/>
              <a:gd name="connsiteY148" fmla="*/ 412046 h 2033355"/>
              <a:gd name="connsiteX149" fmla="*/ 1260770 w 12188936"/>
              <a:gd name="connsiteY149" fmla="*/ 1014439 h 2033355"/>
              <a:gd name="connsiteX150" fmla="*/ 1845248 w 12188936"/>
              <a:gd name="connsiteY150" fmla="*/ 1607874 h 2033355"/>
              <a:gd name="connsiteX151" fmla="*/ 282162 w 12188936"/>
              <a:gd name="connsiteY151" fmla="*/ 644941 h 2033355"/>
              <a:gd name="connsiteX152" fmla="*/ 282162 w 12188936"/>
              <a:gd name="connsiteY152" fmla="*/ 264247 h 2033355"/>
              <a:gd name="connsiteX153" fmla="*/ 618068 w 12188936"/>
              <a:gd name="connsiteY153" fmla="*/ 264247 h 2033355"/>
              <a:gd name="connsiteX154" fmla="*/ 828570 w 12188936"/>
              <a:gd name="connsiteY154" fmla="*/ 454594 h 2033355"/>
              <a:gd name="connsiteX155" fmla="*/ 620308 w 12188936"/>
              <a:gd name="connsiteY155" fmla="*/ 644941 h 2033355"/>
              <a:gd name="connsiteX156" fmla="*/ 282162 w 12188936"/>
              <a:gd name="connsiteY156" fmla="*/ 644941 h 2033355"/>
              <a:gd name="connsiteX157" fmla="*/ 282162 w 12188936"/>
              <a:gd name="connsiteY157" fmla="*/ 1330191 h 2033355"/>
              <a:gd name="connsiteX158" fmla="*/ 282162 w 12188936"/>
              <a:gd name="connsiteY158" fmla="*/ 895752 h 2033355"/>
              <a:gd name="connsiteX159" fmla="*/ 633744 w 12188936"/>
              <a:gd name="connsiteY159" fmla="*/ 895752 h 2033355"/>
              <a:gd name="connsiteX160" fmla="*/ 880076 w 12188936"/>
              <a:gd name="connsiteY160" fmla="*/ 1112971 h 2033355"/>
              <a:gd name="connsiteX161" fmla="*/ 633744 w 12188936"/>
              <a:gd name="connsiteY161" fmla="*/ 1330191 h 2033355"/>
              <a:gd name="connsiteX162" fmla="*/ 282162 w 12188936"/>
              <a:gd name="connsiteY162" fmla="*/ 1330191 h 2033355"/>
              <a:gd name="connsiteX163" fmla="*/ 0 w 12188936"/>
              <a:gd name="connsiteY163" fmla="*/ 1581001 h 2033355"/>
              <a:gd name="connsiteX164" fmla="*/ 627026 w 12188936"/>
              <a:gd name="connsiteY164" fmla="*/ 1581001 h 2033355"/>
              <a:gd name="connsiteX165" fmla="*/ 1166716 w 12188936"/>
              <a:gd name="connsiteY165" fmla="*/ 1119689 h 2033355"/>
              <a:gd name="connsiteX166" fmla="*/ 967412 w 12188936"/>
              <a:gd name="connsiteY166" fmla="*/ 747953 h 2033355"/>
              <a:gd name="connsiteX167" fmla="*/ 1110732 w 12188936"/>
              <a:gd name="connsiteY167" fmla="*/ 438918 h 2033355"/>
              <a:gd name="connsiteX168" fmla="*/ 611350 w 12188936"/>
              <a:gd name="connsiteY168" fmla="*/ 13436 h 2033355"/>
              <a:gd name="connsiteX169" fmla="*/ 0 w 12188936"/>
              <a:gd name="connsiteY169" fmla="*/ 13436 h 2033355"/>
              <a:gd name="connsiteX170" fmla="*/ 0 w 12188936"/>
              <a:gd name="connsiteY170" fmla="*/ 1581001 h 2033355"/>
              <a:gd name="connsiteX171" fmla="*/ 6664390 w 12188936"/>
              <a:gd name="connsiteY171" fmla="*/ 2033356 h 2033355"/>
              <a:gd name="connsiteX172" fmla="*/ 7221996 w 12188936"/>
              <a:gd name="connsiteY172" fmla="*/ 1520538 h 2033355"/>
              <a:gd name="connsiteX173" fmla="*/ 7221996 w 12188936"/>
              <a:gd name="connsiteY173" fmla="*/ 438918 h 2033355"/>
              <a:gd name="connsiteX174" fmla="*/ 6944313 w 12188936"/>
              <a:gd name="connsiteY174" fmla="*/ 438918 h 2033355"/>
              <a:gd name="connsiteX175" fmla="*/ 6944313 w 12188936"/>
              <a:gd name="connsiteY175" fmla="*/ 546408 h 2033355"/>
              <a:gd name="connsiteX176" fmla="*/ 6635278 w 12188936"/>
              <a:gd name="connsiteY176" fmla="*/ 412046 h 2033355"/>
              <a:gd name="connsiteX177" fmla="*/ 6106785 w 12188936"/>
              <a:gd name="connsiteY177" fmla="*/ 998763 h 2033355"/>
              <a:gd name="connsiteX178" fmla="*/ 6635278 w 12188936"/>
              <a:gd name="connsiteY178" fmla="*/ 1585480 h 2033355"/>
              <a:gd name="connsiteX179" fmla="*/ 6944313 w 12188936"/>
              <a:gd name="connsiteY179" fmla="*/ 1451118 h 2033355"/>
              <a:gd name="connsiteX180" fmla="*/ 6944313 w 12188936"/>
              <a:gd name="connsiteY180" fmla="*/ 1525017 h 2033355"/>
              <a:gd name="connsiteX181" fmla="*/ 6664390 w 12188936"/>
              <a:gd name="connsiteY181" fmla="*/ 1782546 h 2033355"/>
              <a:gd name="connsiteX182" fmla="*/ 6330723 w 12188936"/>
              <a:gd name="connsiteY182" fmla="*/ 1630268 h 2033355"/>
              <a:gd name="connsiteX183" fmla="*/ 6124700 w 12188936"/>
              <a:gd name="connsiteY183" fmla="*/ 1802700 h 2033355"/>
              <a:gd name="connsiteX184" fmla="*/ 6664390 w 12188936"/>
              <a:gd name="connsiteY184" fmla="*/ 2033356 h 2033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Lst>
            <a:rect l="l" t="t" r="r" b="b"/>
            <a:pathLst>
              <a:path w="12188936" h="2033355">
                <a:moveTo>
                  <a:pt x="12014265" y="1587720"/>
                </a:moveTo>
                <a:cubicBezTo>
                  <a:pt x="12061292" y="1587720"/>
                  <a:pt x="12139670" y="1581001"/>
                  <a:pt x="12188936" y="1572044"/>
                </a:cubicBezTo>
                <a:lnTo>
                  <a:pt x="12188936" y="1330191"/>
                </a:lnTo>
                <a:cubicBezTo>
                  <a:pt x="12150867" y="1334670"/>
                  <a:pt x="12110559" y="1341388"/>
                  <a:pt x="12070250" y="1341388"/>
                </a:cubicBezTo>
                <a:cubicBezTo>
                  <a:pt x="11969478" y="1341388"/>
                  <a:pt x="11909014" y="1294361"/>
                  <a:pt x="11909014" y="1177913"/>
                </a:cubicBezTo>
                <a:lnTo>
                  <a:pt x="11909014" y="667335"/>
                </a:lnTo>
                <a:lnTo>
                  <a:pt x="12171021" y="667335"/>
                </a:lnTo>
                <a:lnTo>
                  <a:pt x="12171021" y="438918"/>
                </a:lnTo>
                <a:lnTo>
                  <a:pt x="11909014" y="438918"/>
                </a:lnTo>
                <a:lnTo>
                  <a:pt x="11909014" y="125405"/>
                </a:lnTo>
                <a:lnTo>
                  <a:pt x="11631331" y="125405"/>
                </a:lnTo>
                <a:lnTo>
                  <a:pt x="11631331" y="438918"/>
                </a:lnTo>
                <a:lnTo>
                  <a:pt x="11474575" y="438918"/>
                </a:lnTo>
                <a:lnTo>
                  <a:pt x="11474575" y="667335"/>
                </a:lnTo>
                <a:lnTo>
                  <a:pt x="11631331" y="667335"/>
                </a:lnTo>
                <a:lnTo>
                  <a:pt x="11631331" y="1207025"/>
                </a:lnTo>
                <a:cubicBezTo>
                  <a:pt x="11631331" y="1464554"/>
                  <a:pt x="11776891" y="1587720"/>
                  <a:pt x="12014265" y="1587720"/>
                </a:cubicBezTo>
                <a:close/>
                <a:moveTo>
                  <a:pt x="9962995" y="344864"/>
                </a:moveTo>
                <a:cubicBezTo>
                  <a:pt x="10059288" y="344864"/>
                  <a:pt x="10137666" y="275444"/>
                  <a:pt x="10137666" y="172432"/>
                </a:cubicBezTo>
                <a:cubicBezTo>
                  <a:pt x="10137666" y="69421"/>
                  <a:pt x="10059288" y="0"/>
                  <a:pt x="9962995" y="0"/>
                </a:cubicBezTo>
                <a:cubicBezTo>
                  <a:pt x="9866701" y="0"/>
                  <a:pt x="9788323" y="69421"/>
                  <a:pt x="9788323" y="172432"/>
                </a:cubicBezTo>
                <a:cubicBezTo>
                  <a:pt x="9788323" y="275444"/>
                  <a:pt x="9866701" y="344864"/>
                  <a:pt x="9962995" y="344864"/>
                </a:cubicBezTo>
                <a:close/>
                <a:moveTo>
                  <a:pt x="10348167" y="1581001"/>
                </a:moveTo>
                <a:lnTo>
                  <a:pt x="10625851" y="1581001"/>
                </a:lnTo>
                <a:lnTo>
                  <a:pt x="10625851" y="958454"/>
                </a:lnTo>
                <a:cubicBezTo>
                  <a:pt x="10625851" y="770346"/>
                  <a:pt x="10737819" y="662856"/>
                  <a:pt x="10892336" y="662856"/>
                </a:cubicBezTo>
                <a:cubicBezTo>
                  <a:pt x="11019981" y="662856"/>
                  <a:pt x="11069247" y="750192"/>
                  <a:pt x="11069247" y="902470"/>
                </a:cubicBezTo>
                <a:lnTo>
                  <a:pt x="11069247" y="1294361"/>
                </a:lnTo>
                <a:cubicBezTo>
                  <a:pt x="11069247" y="1482469"/>
                  <a:pt x="11163301" y="1587720"/>
                  <a:pt x="11349169" y="1587720"/>
                </a:cubicBezTo>
                <a:cubicBezTo>
                  <a:pt x="11387239" y="1587720"/>
                  <a:pt x="11429788" y="1587720"/>
                  <a:pt x="11467856" y="1578762"/>
                </a:cubicBezTo>
                <a:lnTo>
                  <a:pt x="11467856" y="1359303"/>
                </a:lnTo>
                <a:lnTo>
                  <a:pt x="11456660" y="1359303"/>
                </a:lnTo>
                <a:cubicBezTo>
                  <a:pt x="11400675" y="1359303"/>
                  <a:pt x="11346930" y="1348106"/>
                  <a:pt x="11346930" y="1256292"/>
                </a:cubicBezTo>
                <a:lnTo>
                  <a:pt x="11346930" y="830810"/>
                </a:lnTo>
                <a:cubicBezTo>
                  <a:pt x="11346930" y="546408"/>
                  <a:pt x="11201371" y="412046"/>
                  <a:pt x="10972954" y="412046"/>
                </a:cubicBezTo>
                <a:cubicBezTo>
                  <a:pt x="10807240" y="412046"/>
                  <a:pt x="10677357" y="490424"/>
                  <a:pt x="10625851" y="566563"/>
                </a:cubicBezTo>
                <a:lnTo>
                  <a:pt x="10625851" y="438918"/>
                </a:lnTo>
                <a:lnTo>
                  <a:pt x="10348167" y="438918"/>
                </a:lnTo>
                <a:lnTo>
                  <a:pt x="10348167" y="1581001"/>
                </a:lnTo>
                <a:close/>
                <a:moveTo>
                  <a:pt x="9824152" y="438918"/>
                </a:moveTo>
                <a:lnTo>
                  <a:pt x="9824152" y="1294361"/>
                </a:lnTo>
                <a:cubicBezTo>
                  <a:pt x="9824152" y="1482469"/>
                  <a:pt x="9918207" y="1587720"/>
                  <a:pt x="10104075" y="1587720"/>
                </a:cubicBezTo>
                <a:cubicBezTo>
                  <a:pt x="10142144" y="1587720"/>
                  <a:pt x="10184693" y="1587720"/>
                  <a:pt x="10222763" y="1578762"/>
                </a:cubicBezTo>
                <a:lnTo>
                  <a:pt x="10222763" y="1359303"/>
                </a:lnTo>
                <a:lnTo>
                  <a:pt x="10211565" y="1359303"/>
                </a:lnTo>
                <a:cubicBezTo>
                  <a:pt x="10155580" y="1359303"/>
                  <a:pt x="10101836" y="1348106"/>
                  <a:pt x="10101836" y="1256292"/>
                </a:cubicBezTo>
                <a:lnTo>
                  <a:pt x="10101836" y="438918"/>
                </a:lnTo>
                <a:lnTo>
                  <a:pt x="9824152" y="438918"/>
                </a:lnTo>
                <a:close/>
                <a:moveTo>
                  <a:pt x="9103073" y="1357064"/>
                </a:moveTo>
                <a:cubicBezTo>
                  <a:pt x="8932881" y="1357064"/>
                  <a:pt x="8809715" y="1222701"/>
                  <a:pt x="8809715" y="1009960"/>
                </a:cubicBezTo>
                <a:cubicBezTo>
                  <a:pt x="8809715" y="797219"/>
                  <a:pt x="8932881" y="662856"/>
                  <a:pt x="9103073" y="662856"/>
                </a:cubicBezTo>
                <a:cubicBezTo>
                  <a:pt x="9273266" y="662856"/>
                  <a:pt x="9396432" y="797219"/>
                  <a:pt x="9396432" y="1009960"/>
                </a:cubicBezTo>
                <a:cubicBezTo>
                  <a:pt x="9396432" y="1222701"/>
                  <a:pt x="9273266" y="1357064"/>
                  <a:pt x="9103073" y="1357064"/>
                </a:cubicBezTo>
                <a:close/>
                <a:moveTo>
                  <a:pt x="9103073" y="1607874"/>
                </a:moveTo>
                <a:cubicBezTo>
                  <a:pt x="9438980" y="1607874"/>
                  <a:pt x="9678594" y="1363782"/>
                  <a:pt x="9678594" y="1009960"/>
                </a:cubicBezTo>
                <a:cubicBezTo>
                  <a:pt x="9678594" y="656138"/>
                  <a:pt x="9438980" y="412046"/>
                  <a:pt x="9103073" y="412046"/>
                </a:cubicBezTo>
                <a:cubicBezTo>
                  <a:pt x="8767166" y="412046"/>
                  <a:pt x="8527553" y="656138"/>
                  <a:pt x="8527553" y="1009960"/>
                </a:cubicBezTo>
                <a:cubicBezTo>
                  <a:pt x="8527553" y="1363782"/>
                  <a:pt x="8767166" y="1607874"/>
                  <a:pt x="9103073" y="1607874"/>
                </a:cubicBezTo>
                <a:close/>
                <a:moveTo>
                  <a:pt x="7705701" y="747953"/>
                </a:moveTo>
                <a:lnTo>
                  <a:pt x="7705701" y="264247"/>
                </a:lnTo>
                <a:lnTo>
                  <a:pt x="7945315" y="264247"/>
                </a:lnTo>
                <a:cubicBezTo>
                  <a:pt x="8131183" y="264247"/>
                  <a:pt x="8218519" y="356061"/>
                  <a:pt x="8218519" y="506100"/>
                </a:cubicBezTo>
                <a:cubicBezTo>
                  <a:pt x="8218519" y="640462"/>
                  <a:pt x="8144619" y="747953"/>
                  <a:pt x="7945315" y="747953"/>
                </a:cubicBezTo>
                <a:lnTo>
                  <a:pt x="7705701" y="747953"/>
                </a:lnTo>
                <a:close/>
                <a:moveTo>
                  <a:pt x="7423540" y="1581001"/>
                </a:moveTo>
                <a:lnTo>
                  <a:pt x="7705701" y="1581001"/>
                </a:lnTo>
                <a:lnTo>
                  <a:pt x="7705701" y="998763"/>
                </a:lnTo>
                <a:lnTo>
                  <a:pt x="7958751" y="998763"/>
                </a:lnTo>
                <a:cubicBezTo>
                  <a:pt x="8308094" y="998763"/>
                  <a:pt x="8505159" y="797219"/>
                  <a:pt x="8505159" y="506100"/>
                </a:cubicBezTo>
                <a:cubicBezTo>
                  <a:pt x="8505159" y="214980"/>
                  <a:pt x="8308094" y="13436"/>
                  <a:pt x="7958751" y="13436"/>
                </a:cubicBezTo>
                <a:lnTo>
                  <a:pt x="7423540" y="13436"/>
                </a:lnTo>
                <a:lnTo>
                  <a:pt x="7423540" y="1581001"/>
                </a:lnTo>
                <a:close/>
                <a:moveTo>
                  <a:pt x="6671108" y="1334670"/>
                </a:moveTo>
                <a:cubicBezTo>
                  <a:pt x="6518830" y="1334670"/>
                  <a:pt x="6388947" y="1215983"/>
                  <a:pt x="6388947" y="998763"/>
                </a:cubicBezTo>
                <a:cubicBezTo>
                  <a:pt x="6388947" y="781543"/>
                  <a:pt x="6518830" y="662856"/>
                  <a:pt x="6671108" y="662856"/>
                </a:cubicBezTo>
                <a:cubicBezTo>
                  <a:pt x="6823386" y="662856"/>
                  <a:pt x="6953270" y="781543"/>
                  <a:pt x="6953270" y="998763"/>
                </a:cubicBezTo>
                <a:cubicBezTo>
                  <a:pt x="6953270" y="1215983"/>
                  <a:pt x="6823386" y="1334670"/>
                  <a:pt x="6671108" y="1334670"/>
                </a:cubicBezTo>
                <a:close/>
                <a:moveTo>
                  <a:pt x="4554896" y="344864"/>
                </a:moveTo>
                <a:cubicBezTo>
                  <a:pt x="4648950" y="344864"/>
                  <a:pt x="4729567" y="270965"/>
                  <a:pt x="4729567" y="172432"/>
                </a:cubicBezTo>
                <a:cubicBezTo>
                  <a:pt x="4729567" y="73900"/>
                  <a:pt x="4648950" y="0"/>
                  <a:pt x="4554896" y="0"/>
                </a:cubicBezTo>
                <a:cubicBezTo>
                  <a:pt x="4460842" y="0"/>
                  <a:pt x="4380224" y="73900"/>
                  <a:pt x="4380224" y="172432"/>
                </a:cubicBezTo>
                <a:cubicBezTo>
                  <a:pt x="4380224" y="270965"/>
                  <a:pt x="4460842" y="344864"/>
                  <a:pt x="4554896" y="344864"/>
                </a:cubicBezTo>
                <a:close/>
                <a:moveTo>
                  <a:pt x="5941071" y="1587720"/>
                </a:moveTo>
                <a:cubicBezTo>
                  <a:pt x="5979140" y="1587720"/>
                  <a:pt x="6021689" y="1587720"/>
                  <a:pt x="6059758" y="1578762"/>
                </a:cubicBezTo>
                <a:lnTo>
                  <a:pt x="6059758" y="1359303"/>
                </a:lnTo>
                <a:lnTo>
                  <a:pt x="6048561" y="1359303"/>
                </a:lnTo>
                <a:cubicBezTo>
                  <a:pt x="5992577" y="1359303"/>
                  <a:pt x="5938832" y="1348106"/>
                  <a:pt x="5938832" y="1256292"/>
                </a:cubicBezTo>
                <a:lnTo>
                  <a:pt x="5938832" y="830810"/>
                </a:lnTo>
                <a:cubicBezTo>
                  <a:pt x="5938832" y="546408"/>
                  <a:pt x="5793272" y="412046"/>
                  <a:pt x="5564856" y="412046"/>
                </a:cubicBezTo>
                <a:cubicBezTo>
                  <a:pt x="5399142" y="412046"/>
                  <a:pt x="5269258" y="490424"/>
                  <a:pt x="5217752" y="566563"/>
                </a:cubicBezTo>
                <a:lnTo>
                  <a:pt x="5217752" y="438918"/>
                </a:lnTo>
                <a:lnTo>
                  <a:pt x="4940069" y="438918"/>
                </a:lnTo>
                <a:lnTo>
                  <a:pt x="4940069" y="1581001"/>
                </a:lnTo>
                <a:lnTo>
                  <a:pt x="5217752" y="1581001"/>
                </a:lnTo>
                <a:lnTo>
                  <a:pt x="5217752" y="958454"/>
                </a:lnTo>
                <a:cubicBezTo>
                  <a:pt x="5217752" y="770346"/>
                  <a:pt x="5329721" y="662856"/>
                  <a:pt x="5484238" y="662856"/>
                </a:cubicBezTo>
                <a:cubicBezTo>
                  <a:pt x="5611882" y="662856"/>
                  <a:pt x="5661149" y="750192"/>
                  <a:pt x="5661149" y="902470"/>
                </a:cubicBezTo>
                <a:lnTo>
                  <a:pt x="5661149" y="1294361"/>
                </a:lnTo>
                <a:cubicBezTo>
                  <a:pt x="5661149" y="1482469"/>
                  <a:pt x="5755203" y="1587720"/>
                  <a:pt x="5941071" y="1587720"/>
                </a:cubicBezTo>
                <a:close/>
                <a:moveTo>
                  <a:pt x="4416054" y="438918"/>
                </a:moveTo>
                <a:lnTo>
                  <a:pt x="4416054" y="1294361"/>
                </a:lnTo>
                <a:cubicBezTo>
                  <a:pt x="4416054" y="1482469"/>
                  <a:pt x="4510109" y="1587720"/>
                  <a:pt x="4695977" y="1587720"/>
                </a:cubicBezTo>
                <a:cubicBezTo>
                  <a:pt x="4734046" y="1587720"/>
                  <a:pt x="4776594" y="1587720"/>
                  <a:pt x="4814664" y="1578762"/>
                </a:cubicBezTo>
                <a:lnTo>
                  <a:pt x="4814664" y="1359303"/>
                </a:lnTo>
                <a:lnTo>
                  <a:pt x="4803467" y="1359303"/>
                </a:lnTo>
                <a:cubicBezTo>
                  <a:pt x="4747482" y="1359303"/>
                  <a:pt x="4693737" y="1348106"/>
                  <a:pt x="4693737" y="1256292"/>
                </a:cubicBezTo>
                <a:lnTo>
                  <a:pt x="4693737" y="438918"/>
                </a:lnTo>
                <a:lnTo>
                  <a:pt x="4416054" y="438918"/>
                </a:lnTo>
                <a:close/>
                <a:moveTo>
                  <a:pt x="3638990" y="1581001"/>
                </a:moveTo>
                <a:lnTo>
                  <a:pt x="3916673" y="1581001"/>
                </a:lnTo>
                <a:lnTo>
                  <a:pt x="3916673" y="1001002"/>
                </a:lnTo>
                <a:cubicBezTo>
                  <a:pt x="3916673" y="761389"/>
                  <a:pt x="4026403" y="687489"/>
                  <a:pt x="4212271" y="687489"/>
                </a:cubicBezTo>
                <a:cubicBezTo>
                  <a:pt x="4234665" y="687489"/>
                  <a:pt x="4259298" y="689729"/>
                  <a:pt x="4270495" y="691968"/>
                </a:cubicBezTo>
                <a:lnTo>
                  <a:pt x="4270495" y="427721"/>
                </a:lnTo>
                <a:cubicBezTo>
                  <a:pt x="4254819" y="425482"/>
                  <a:pt x="4241383" y="425482"/>
                  <a:pt x="4227947" y="425482"/>
                </a:cubicBezTo>
                <a:cubicBezTo>
                  <a:pt x="4057754" y="425482"/>
                  <a:pt x="3968179" y="492663"/>
                  <a:pt x="3914433" y="566563"/>
                </a:cubicBezTo>
                <a:lnTo>
                  <a:pt x="3914433" y="438918"/>
                </a:lnTo>
                <a:lnTo>
                  <a:pt x="3638990" y="438918"/>
                </a:lnTo>
                <a:lnTo>
                  <a:pt x="3638990" y="1581001"/>
                </a:lnTo>
                <a:close/>
                <a:moveTo>
                  <a:pt x="2891038" y="1374979"/>
                </a:moveTo>
                <a:cubicBezTo>
                  <a:pt x="2810420" y="1374979"/>
                  <a:pt x="2727563" y="1334670"/>
                  <a:pt x="2727563" y="1240616"/>
                </a:cubicBezTo>
                <a:cubicBezTo>
                  <a:pt x="2727563" y="1110732"/>
                  <a:pt x="2852968" y="1059226"/>
                  <a:pt x="3153045" y="1059226"/>
                </a:cubicBezTo>
                <a:cubicBezTo>
                  <a:pt x="3153045" y="1269728"/>
                  <a:pt x="3058991" y="1374979"/>
                  <a:pt x="2891038" y="1374979"/>
                </a:cubicBezTo>
                <a:close/>
                <a:moveTo>
                  <a:pt x="2864165" y="1607874"/>
                </a:moveTo>
                <a:cubicBezTo>
                  <a:pt x="3043315" y="1607874"/>
                  <a:pt x="3146327" y="1538453"/>
                  <a:pt x="3202311" y="1471272"/>
                </a:cubicBezTo>
                <a:cubicBezTo>
                  <a:pt x="3222466" y="1525017"/>
                  <a:pt x="3282929" y="1587720"/>
                  <a:pt x="3410573" y="1587720"/>
                </a:cubicBezTo>
                <a:cubicBezTo>
                  <a:pt x="3437446" y="1587720"/>
                  <a:pt x="3477755" y="1585480"/>
                  <a:pt x="3515824" y="1574283"/>
                </a:cubicBezTo>
                <a:lnTo>
                  <a:pt x="3515824" y="1352585"/>
                </a:lnTo>
                <a:cubicBezTo>
                  <a:pt x="3482233" y="1352585"/>
                  <a:pt x="3417291" y="1359303"/>
                  <a:pt x="3417291" y="1240616"/>
                </a:cubicBezTo>
                <a:lnTo>
                  <a:pt x="3417291" y="904709"/>
                </a:lnTo>
                <a:cubicBezTo>
                  <a:pt x="3417291" y="535212"/>
                  <a:pt x="3204551" y="412046"/>
                  <a:pt x="2906713" y="412046"/>
                </a:cubicBezTo>
                <a:cubicBezTo>
                  <a:pt x="2669339" y="412046"/>
                  <a:pt x="2510343" y="528493"/>
                  <a:pt x="2456598" y="571042"/>
                </a:cubicBezTo>
                <a:lnTo>
                  <a:pt x="2588722" y="786022"/>
                </a:lnTo>
                <a:cubicBezTo>
                  <a:pt x="2642467" y="743474"/>
                  <a:pt x="2756675" y="662856"/>
                  <a:pt x="2906713" y="662856"/>
                </a:cubicBezTo>
                <a:cubicBezTo>
                  <a:pt x="3052273" y="662856"/>
                  <a:pt x="3137369" y="718841"/>
                  <a:pt x="3148566" y="839767"/>
                </a:cubicBezTo>
                <a:cubicBezTo>
                  <a:pt x="2976134" y="839767"/>
                  <a:pt x="2445401" y="833049"/>
                  <a:pt x="2445401" y="1242855"/>
                </a:cubicBezTo>
                <a:cubicBezTo>
                  <a:pt x="2445401" y="1480229"/>
                  <a:pt x="2637988" y="1607874"/>
                  <a:pt x="2864165" y="1607874"/>
                </a:cubicBezTo>
                <a:close/>
                <a:moveTo>
                  <a:pt x="1549650" y="857682"/>
                </a:moveTo>
                <a:cubicBezTo>
                  <a:pt x="1585480" y="721080"/>
                  <a:pt x="1692970" y="653899"/>
                  <a:pt x="1818375" y="653899"/>
                </a:cubicBezTo>
                <a:cubicBezTo>
                  <a:pt x="1925865" y="653899"/>
                  <a:pt x="2040074" y="705404"/>
                  <a:pt x="2051271" y="857682"/>
                </a:cubicBezTo>
                <a:lnTo>
                  <a:pt x="1549650" y="857682"/>
                </a:lnTo>
                <a:close/>
                <a:moveTo>
                  <a:pt x="1845248" y="1607874"/>
                </a:moveTo>
                <a:cubicBezTo>
                  <a:pt x="2087101" y="1607874"/>
                  <a:pt x="2266251" y="1477990"/>
                  <a:pt x="2346869" y="1370500"/>
                </a:cubicBezTo>
                <a:lnTo>
                  <a:pt x="2149803" y="1198068"/>
                </a:lnTo>
                <a:cubicBezTo>
                  <a:pt x="2098298" y="1263010"/>
                  <a:pt x="2004244" y="1357064"/>
                  <a:pt x="1845248" y="1357064"/>
                </a:cubicBezTo>
                <a:cubicBezTo>
                  <a:pt x="1670576" y="1357064"/>
                  <a:pt x="1549650" y="1236137"/>
                  <a:pt x="1540692" y="1081620"/>
                </a:cubicBezTo>
                <a:lnTo>
                  <a:pt x="2324475" y="1081620"/>
                </a:lnTo>
                <a:cubicBezTo>
                  <a:pt x="2331193" y="1034593"/>
                  <a:pt x="2333433" y="1001002"/>
                  <a:pt x="2333433" y="936060"/>
                </a:cubicBezTo>
                <a:cubicBezTo>
                  <a:pt x="2333433" y="660617"/>
                  <a:pt x="2174437" y="412046"/>
                  <a:pt x="1818375" y="412046"/>
                </a:cubicBezTo>
                <a:cubicBezTo>
                  <a:pt x="1493665" y="412046"/>
                  <a:pt x="1260770" y="665096"/>
                  <a:pt x="1260770" y="1014439"/>
                </a:cubicBezTo>
                <a:cubicBezTo>
                  <a:pt x="1260770" y="1357064"/>
                  <a:pt x="1500384" y="1607874"/>
                  <a:pt x="1845248" y="1607874"/>
                </a:cubicBezTo>
                <a:close/>
                <a:moveTo>
                  <a:pt x="282162" y="644941"/>
                </a:moveTo>
                <a:lnTo>
                  <a:pt x="282162" y="264247"/>
                </a:lnTo>
                <a:lnTo>
                  <a:pt x="618068" y="264247"/>
                </a:lnTo>
                <a:cubicBezTo>
                  <a:pt x="759149" y="264247"/>
                  <a:pt x="828570" y="338146"/>
                  <a:pt x="828570" y="454594"/>
                </a:cubicBezTo>
                <a:cubicBezTo>
                  <a:pt x="828570" y="571042"/>
                  <a:pt x="756910" y="644941"/>
                  <a:pt x="620308" y="644941"/>
                </a:cubicBezTo>
                <a:lnTo>
                  <a:pt x="282162" y="644941"/>
                </a:lnTo>
                <a:close/>
                <a:moveTo>
                  <a:pt x="282162" y="1330191"/>
                </a:moveTo>
                <a:lnTo>
                  <a:pt x="282162" y="895752"/>
                </a:lnTo>
                <a:lnTo>
                  <a:pt x="633744" y="895752"/>
                </a:lnTo>
                <a:cubicBezTo>
                  <a:pt x="792740" y="895752"/>
                  <a:pt x="880076" y="976369"/>
                  <a:pt x="880076" y="1112971"/>
                </a:cubicBezTo>
                <a:cubicBezTo>
                  <a:pt x="880076" y="1249573"/>
                  <a:pt x="797219" y="1330191"/>
                  <a:pt x="633744" y="1330191"/>
                </a:cubicBezTo>
                <a:lnTo>
                  <a:pt x="282162" y="1330191"/>
                </a:lnTo>
                <a:close/>
                <a:moveTo>
                  <a:pt x="0" y="1581001"/>
                </a:moveTo>
                <a:lnTo>
                  <a:pt x="627026" y="1581001"/>
                </a:lnTo>
                <a:cubicBezTo>
                  <a:pt x="985327" y="1581001"/>
                  <a:pt x="1166716" y="1395133"/>
                  <a:pt x="1166716" y="1119689"/>
                </a:cubicBezTo>
                <a:cubicBezTo>
                  <a:pt x="1166716" y="962933"/>
                  <a:pt x="1099535" y="821852"/>
                  <a:pt x="967412" y="747953"/>
                </a:cubicBezTo>
                <a:cubicBezTo>
                  <a:pt x="1065944" y="674053"/>
                  <a:pt x="1110732" y="562084"/>
                  <a:pt x="1110732" y="438918"/>
                </a:cubicBezTo>
                <a:cubicBezTo>
                  <a:pt x="1110732" y="192587"/>
                  <a:pt x="945018" y="13436"/>
                  <a:pt x="611350" y="13436"/>
                </a:cubicBezTo>
                <a:lnTo>
                  <a:pt x="0" y="13436"/>
                </a:lnTo>
                <a:lnTo>
                  <a:pt x="0" y="1581001"/>
                </a:lnTo>
                <a:close/>
                <a:moveTo>
                  <a:pt x="6664390" y="2033356"/>
                </a:moveTo>
                <a:cubicBezTo>
                  <a:pt x="6879371" y="2033356"/>
                  <a:pt x="7221996" y="1919148"/>
                  <a:pt x="7221996" y="1520538"/>
                </a:cubicBezTo>
                <a:lnTo>
                  <a:pt x="7221996" y="438918"/>
                </a:lnTo>
                <a:lnTo>
                  <a:pt x="6944313" y="438918"/>
                </a:lnTo>
                <a:lnTo>
                  <a:pt x="6944313" y="546408"/>
                </a:lnTo>
                <a:cubicBezTo>
                  <a:pt x="6886089" y="472509"/>
                  <a:pt x="6798753" y="412046"/>
                  <a:pt x="6635278" y="412046"/>
                </a:cubicBezTo>
                <a:cubicBezTo>
                  <a:pt x="6350877" y="412046"/>
                  <a:pt x="6106785" y="640462"/>
                  <a:pt x="6106785" y="998763"/>
                </a:cubicBezTo>
                <a:cubicBezTo>
                  <a:pt x="6106785" y="1357064"/>
                  <a:pt x="6350877" y="1585480"/>
                  <a:pt x="6635278" y="1585480"/>
                </a:cubicBezTo>
                <a:cubicBezTo>
                  <a:pt x="6798753" y="1585480"/>
                  <a:pt x="6886089" y="1527256"/>
                  <a:pt x="6944313" y="1451118"/>
                </a:cubicBezTo>
                <a:lnTo>
                  <a:pt x="6944313" y="1525017"/>
                </a:lnTo>
                <a:cubicBezTo>
                  <a:pt x="6944313" y="1692970"/>
                  <a:pt x="6823386" y="1782546"/>
                  <a:pt x="6664390" y="1782546"/>
                </a:cubicBezTo>
                <a:cubicBezTo>
                  <a:pt x="6489719" y="1782546"/>
                  <a:pt x="6377750" y="1684013"/>
                  <a:pt x="6330723" y="1630268"/>
                </a:cubicBezTo>
                <a:lnTo>
                  <a:pt x="6124700" y="1802700"/>
                </a:lnTo>
                <a:cubicBezTo>
                  <a:pt x="6171727" y="1856445"/>
                  <a:pt x="6330723" y="2033356"/>
                  <a:pt x="6664390" y="2033356"/>
                </a:cubicBezTo>
                <a:close/>
              </a:path>
            </a:pathLst>
          </a:custGeom>
          <a:solidFill>
            <a:srgbClr val="000000"/>
          </a:solidFill>
          <a:ln w="8133" cap="flat">
            <a:noFill/>
            <a:prstDash val="solid"/>
            <a:miter/>
          </a:ln>
        </p:spPr>
        <p:txBody>
          <a:bodyPr rtlCol="0" anchor="ctr"/>
          <a:lstStyle/>
          <a:p>
            <a:endParaRPr lang="en-US"/>
          </a:p>
        </p:txBody>
      </p:sp>
      <p:sp>
        <p:nvSpPr>
          <p:cNvPr id="3" name="BearingPoint Logo">
            <a:extLst>
              <a:ext uri="{FF2B5EF4-FFF2-40B4-BE49-F238E27FC236}">
                <a16:creationId xmlns:a16="http://schemas.microsoft.com/office/drawing/2014/main" id="{8F4CA689-9756-4F65-835B-193C02D18443}"/>
              </a:ext>
            </a:extLst>
          </p:cNvPr>
          <p:cNvSpPr/>
          <p:nvPr userDrawn="1">
            <p:custDataLst>
              <p:tags r:id="rId4"/>
            </p:custDataLst>
          </p:nvPr>
        </p:nvSpPr>
        <p:spPr>
          <a:xfrm>
            <a:off x="384175" y="358775"/>
            <a:ext cx="1747838" cy="291574"/>
          </a:xfrm>
          <a:custGeom>
            <a:avLst/>
            <a:gdLst>
              <a:gd name="connsiteX0" fmla="*/ 12014265 w 12188936"/>
              <a:gd name="connsiteY0" fmla="*/ 1587720 h 2033355"/>
              <a:gd name="connsiteX1" fmla="*/ 12188936 w 12188936"/>
              <a:gd name="connsiteY1" fmla="*/ 1572044 h 2033355"/>
              <a:gd name="connsiteX2" fmla="*/ 12188936 w 12188936"/>
              <a:gd name="connsiteY2" fmla="*/ 1330191 h 2033355"/>
              <a:gd name="connsiteX3" fmla="*/ 12070250 w 12188936"/>
              <a:gd name="connsiteY3" fmla="*/ 1341388 h 2033355"/>
              <a:gd name="connsiteX4" fmla="*/ 11909014 w 12188936"/>
              <a:gd name="connsiteY4" fmla="*/ 1177913 h 2033355"/>
              <a:gd name="connsiteX5" fmla="*/ 11909014 w 12188936"/>
              <a:gd name="connsiteY5" fmla="*/ 667335 h 2033355"/>
              <a:gd name="connsiteX6" fmla="*/ 12171021 w 12188936"/>
              <a:gd name="connsiteY6" fmla="*/ 667335 h 2033355"/>
              <a:gd name="connsiteX7" fmla="*/ 12171021 w 12188936"/>
              <a:gd name="connsiteY7" fmla="*/ 438918 h 2033355"/>
              <a:gd name="connsiteX8" fmla="*/ 11909014 w 12188936"/>
              <a:gd name="connsiteY8" fmla="*/ 438918 h 2033355"/>
              <a:gd name="connsiteX9" fmla="*/ 11909014 w 12188936"/>
              <a:gd name="connsiteY9" fmla="*/ 125405 h 2033355"/>
              <a:gd name="connsiteX10" fmla="*/ 11631331 w 12188936"/>
              <a:gd name="connsiteY10" fmla="*/ 125405 h 2033355"/>
              <a:gd name="connsiteX11" fmla="*/ 11631331 w 12188936"/>
              <a:gd name="connsiteY11" fmla="*/ 438918 h 2033355"/>
              <a:gd name="connsiteX12" fmla="*/ 11474575 w 12188936"/>
              <a:gd name="connsiteY12" fmla="*/ 438918 h 2033355"/>
              <a:gd name="connsiteX13" fmla="*/ 11474575 w 12188936"/>
              <a:gd name="connsiteY13" fmla="*/ 667335 h 2033355"/>
              <a:gd name="connsiteX14" fmla="*/ 11631331 w 12188936"/>
              <a:gd name="connsiteY14" fmla="*/ 667335 h 2033355"/>
              <a:gd name="connsiteX15" fmla="*/ 11631331 w 12188936"/>
              <a:gd name="connsiteY15" fmla="*/ 1207025 h 2033355"/>
              <a:gd name="connsiteX16" fmla="*/ 12014265 w 12188936"/>
              <a:gd name="connsiteY16" fmla="*/ 1587720 h 2033355"/>
              <a:gd name="connsiteX17" fmla="*/ 9962995 w 12188936"/>
              <a:gd name="connsiteY17" fmla="*/ 344864 h 2033355"/>
              <a:gd name="connsiteX18" fmla="*/ 10137666 w 12188936"/>
              <a:gd name="connsiteY18" fmla="*/ 172432 h 2033355"/>
              <a:gd name="connsiteX19" fmla="*/ 9962995 w 12188936"/>
              <a:gd name="connsiteY19" fmla="*/ 0 h 2033355"/>
              <a:gd name="connsiteX20" fmla="*/ 9788323 w 12188936"/>
              <a:gd name="connsiteY20" fmla="*/ 172432 h 2033355"/>
              <a:gd name="connsiteX21" fmla="*/ 9962995 w 12188936"/>
              <a:gd name="connsiteY21" fmla="*/ 344864 h 2033355"/>
              <a:gd name="connsiteX22" fmla="*/ 10348167 w 12188936"/>
              <a:gd name="connsiteY22" fmla="*/ 1581001 h 2033355"/>
              <a:gd name="connsiteX23" fmla="*/ 10625851 w 12188936"/>
              <a:gd name="connsiteY23" fmla="*/ 1581001 h 2033355"/>
              <a:gd name="connsiteX24" fmla="*/ 10625851 w 12188936"/>
              <a:gd name="connsiteY24" fmla="*/ 958454 h 2033355"/>
              <a:gd name="connsiteX25" fmla="*/ 10892336 w 12188936"/>
              <a:gd name="connsiteY25" fmla="*/ 662856 h 2033355"/>
              <a:gd name="connsiteX26" fmla="*/ 11069247 w 12188936"/>
              <a:gd name="connsiteY26" fmla="*/ 902470 h 2033355"/>
              <a:gd name="connsiteX27" fmla="*/ 11069247 w 12188936"/>
              <a:gd name="connsiteY27" fmla="*/ 1294361 h 2033355"/>
              <a:gd name="connsiteX28" fmla="*/ 11349169 w 12188936"/>
              <a:gd name="connsiteY28" fmla="*/ 1587720 h 2033355"/>
              <a:gd name="connsiteX29" fmla="*/ 11467856 w 12188936"/>
              <a:gd name="connsiteY29" fmla="*/ 1578762 h 2033355"/>
              <a:gd name="connsiteX30" fmla="*/ 11467856 w 12188936"/>
              <a:gd name="connsiteY30" fmla="*/ 1359303 h 2033355"/>
              <a:gd name="connsiteX31" fmla="*/ 11456660 w 12188936"/>
              <a:gd name="connsiteY31" fmla="*/ 1359303 h 2033355"/>
              <a:gd name="connsiteX32" fmla="*/ 11346930 w 12188936"/>
              <a:gd name="connsiteY32" fmla="*/ 1256292 h 2033355"/>
              <a:gd name="connsiteX33" fmla="*/ 11346930 w 12188936"/>
              <a:gd name="connsiteY33" fmla="*/ 830810 h 2033355"/>
              <a:gd name="connsiteX34" fmla="*/ 10972954 w 12188936"/>
              <a:gd name="connsiteY34" fmla="*/ 412046 h 2033355"/>
              <a:gd name="connsiteX35" fmla="*/ 10625851 w 12188936"/>
              <a:gd name="connsiteY35" fmla="*/ 566563 h 2033355"/>
              <a:gd name="connsiteX36" fmla="*/ 10625851 w 12188936"/>
              <a:gd name="connsiteY36" fmla="*/ 438918 h 2033355"/>
              <a:gd name="connsiteX37" fmla="*/ 10348167 w 12188936"/>
              <a:gd name="connsiteY37" fmla="*/ 438918 h 2033355"/>
              <a:gd name="connsiteX38" fmla="*/ 10348167 w 12188936"/>
              <a:gd name="connsiteY38" fmla="*/ 1581001 h 2033355"/>
              <a:gd name="connsiteX39" fmla="*/ 9824152 w 12188936"/>
              <a:gd name="connsiteY39" fmla="*/ 438918 h 2033355"/>
              <a:gd name="connsiteX40" fmla="*/ 9824152 w 12188936"/>
              <a:gd name="connsiteY40" fmla="*/ 1294361 h 2033355"/>
              <a:gd name="connsiteX41" fmla="*/ 10104075 w 12188936"/>
              <a:gd name="connsiteY41" fmla="*/ 1587720 h 2033355"/>
              <a:gd name="connsiteX42" fmla="*/ 10222763 w 12188936"/>
              <a:gd name="connsiteY42" fmla="*/ 1578762 h 2033355"/>
              <a:gd name="connsiteX43" fmla="*/ 10222763 w 12188936"/>
              <a:gd name="connsiteY43" fmla="*/ 1359303 h 2033355"/>
              <a:gd name="connsiteX44" fmla="*/ 10211565 w 12188936"/>
              <a:gd name="connsiteY44" fmla="*/ 1359303 h 2033355"/>
              <a:gd name="connsiteX45" fmla="*/ 10101836 w 12188936"/>
              <a:gd name="connsiteY45" fmla="*/ 1256292 h 2033355"/>
              <a:gd name="connsiteX46" fmla="*/ 10101836 w 12188936"/>
              <a:gd name="connsiteY46" fmla="*/ 438918 h 2033355"/>
              <a:gd name="connsiteX47" fmla="*/ 9824152 w 12188936"/>
              <a:gd name="connsiteY47" fmla="*/ 438918 h 2033355"/>
              <a:gd name="connsiteX48" fmla="*/ 9103073 w 12188936"/>
              <a:gd name="connsiteY48" fmla="*/ 1357064 h 2033355"/>
              <a:gd name="connsiteX49" fmla="*/ 8809715 w 12188936"/>
              <a:gd name="connsiteY49" fmla="*/ 1009960 h 2033355"/>
              <a:gd name="connsiteX50" fmla="*/ 9103073 w 12188936"/>
              <a:gd name="connsiteY50" fmla="*/ 662856 h 2033355"/>
              <a:gd name="connsiteX51" fmla="*/ 9396432 w 12188936"/>
              <a:gd name="connsiteY51" fmla="*/ 1009960 h 2033355"/>
              <a:gd name="connsiteX52" fmla="*/ 9103073 w 12188936"/>
              <a:gd name="connsiteY52" fmla="*/ 1357064 h 2033355"/>
              <a:gd name="connsiteX53" fmla="*/ 9103073 w 12188936"/>
              <a:gd name="connsiteY53" fmla="*/ 1607874 h 2033355"/>
              <a:gd name="connsiteX54" fmla="*/ 9678594 w 12188936"/>
              <a:gd name="connsiteY54" fmla="*/ 1009960 h 2033355"/>
              <a:gd name="connsiteX55" fmla="*/ 9103073 w 12188936"/>
              <a:gd name="connsiteY55" fmla="*/ 412046 h 2033355"/>
              <a:gd name="connsiteX56" fmla="*/ 8527553 w 12188936"/>
              <a:gd name="connsiteY56" fmla="*/ 1009960 h 2033355"/>
              <a:gd name="connsiteX57" fmla="*/ 9103073 w 12188936"/>
              <a:gd name="connsiteY57" fmla="*/ 1607874 h 2033355"/>
              <a:gd name="connsiteX58" fmla="*/ 7705701 w 12188936"/>
              <a:gd name="connsiteY58" fmla="*/ 747953 h 2033355"/>
              <a:gd name="connsiteX59" fmla="*/ 7705701 w 12188936"/>
              <a:gd name="connsiteY59" fmla="*/ 264247 h 2033355"/>
              <a:gd name="connsiteX60" fmla="*/ 7945315 w 12188936"/>
              <a:gd name="connsiteY60" fmla="*/ 264247 h 2033355"/>
              <a:gd name="connsiteX61" fmla="*/ 8218519 w 12188936"/>
              <a:gd name="connsiteY61" fmla="*/ 506100 h 2033355"/>
              <a:gd name="connsiteX62" fmla="*/ 7945315 w 12188936"/>
              <a:gd name="connsiteY62" fmla="*/ 747953 h 2033355"/>
              <a:gd name="connsiteX63" fmla="*/ 7705701 w 12188936"/>
              <a:gd name="connsiteY63" fmla="*/ 747953 h 2033355"/>
              <a:gd name="connsiteX64" fmla="*/ 7423540 w 12188936"/>
              <a:gd name="connsiteY64" fmla="*/ 1581001 h 2033355"/>
              <a:gd name="connsiteX65" fmla="*/ 7705701 w 12188936"/>
              <a:gd name="connsiteY65" fmla="*/ 1581001 h 2033355"/>
              <a:gd name="connsiteX66" fmla="*/ 7705701 w 12188936"/>
              <a:gd name="connsiteY66" fmla="*/ 998763 h 2033355"/>
              <a:gd name="connsiteX67" fmla="*/ 7958751 w 12188936"/>
              <a:gd name="connsiteY67" fmla="*/ 998763 h 2033355"/>
              <a:gd name="connsiteX68" fmla="*/ 8505159 w 12188936"/>
              <a:gd name="connsiteY68" fmla="*/ 506100 h 2033355"/>
              <a:gd name="connsiteX69" fmla="*/ 7958751 w 12188936"/>
              <a:gd name="connsiteY69" fmla="*/ 13436 h 2033355"/>
              <a:gd name="connsiteX70" fmla="*/ 7423540 w 12188936"/>
              <a:gd name="connsiteY70" fmla="*/ 13436 h 2033355"/>
              <a:gd name="connsiteX71" fmla="*/ 7423540 w 12188936"/>
              <a:gd name="connsiteY71" fmla="*/ 1581001 h 2033355"/>
              <a:gd name="connsiteX72" fmla="*/ 6671108 w 12188936"/>
              <a:gd name="connsiteY72" fmla="*/ 1334670 h 2033355"/>
              <a:gd name="connsiteX73" fmla="*/ 6388947 w 12188936"/>
              <a:gd name="connsiteY73" fmla="*/ 998763 h 2033355"/>
              <a:gd name="connsiteX74" fmla="*/ 6671108 w 12188936"/>
              <a:gd name="connsiteY74" fmla="*/ 662856 h 2033355"/>
              <a:gd name="connsiteX75" fmla="*/ 6953270 w 12188936"/>
              <a:gd name="connsiteY75" fmla="*/ 998763 h 2033355"/>
              <a:gd name="connsiteX76" fmla="*/ 6671108 w 12188936"/>
              <a:gd name="connsiteY76" fmla="*/ 1334670 h 2033355"/>
              <a:gd name="connsiteX77" fmla="*/ 4554896 w 12188936"/>
              <a:gd name="connsiteY77" fmla="*/ 344864 h 2033355"/>
              <a:gd name="connsiteX78" fmla="*/ 4729567 w 12188936"/>
              <a:gd name="connsiteY78" fmla="*/ 172432 h 2033355"/>
              <a:gd name="connsiteX79" fmla="*/ 4554896 w 12188936"/>
              <a:gd name="connsiteY79" fmla="*/ 0 h 2033355"/>
              <a:gd name="connsiteX80" fmla="*/ 4380224 w 12188936"/>
              <a:gd name="connsiteY80" fmla="*/ 172432 h 2033355"/>
              <a:gd name="connsiteX81" fmla="*/ 4554896 w 12188936"/>
              <a:gd name="connsiteY81" fmla="*/ 344864 h 2033355"/>
              <a:gd name="connsiteX82" fmla="*/ 5941071 w 12188936"/>
              <a:gd name="connsiteY82" fmla="*/ 1587720 h 2033355"/>
              <a:gd name="connsiteX83" fmla="*/ 6059758 w 12188936"/>
              <a:gd name="connsiteY83" fmla="*/ 1578762 h 2033355"/>
              <a:gd name="connsiteX84" fmla="*/ 6059758 w 12188936"/>
              <a:gd name="connsiteY84" fmla="*/ 1359303 h 2033355"/>
              <a:gd name="connsiteX85" fmla="*/ 6048561 w 12188936"/>
              <a:gd name="connsiteY85" fmla="*/ 1359303 h 2033355"/>
              <a:gd name="connsiteX86" fmla="*/ 5938832 w 12188936"/>
              <a:gd name="connsiteY86" fmla="*/ 1256292 h 2033355"/>
              <a:gd name="connsiteX87" fmla="*/ 5938832 w 12188936"/>
              <a:gd name="connsiteY87" fmla="*/ 830810 h 2033355"/>
              <a:gd name="connsiteX88" fmla="*/ 5564856 w 12188936"/>
              <a:gd name="connsiteY88" fmla="*/ 412046 h 2033355"/>
              <a:gd name="connsiteX89" fmla="*/ 5217752 w 12188936"/>
              <a:gd name="connsiteY89" fmla="*/ 566563 h 2033355"/>
              <a:gd name="connsiteX90" fmla="*/ 5217752 w 12188936"/>
              <a:gd name="connsiteY90" fmla="*/ 438918 h 2033355"/>
              <a:gd name="connsiteX91" fmla="*/ 4940069 w 12188936"/>
              <a:gd name="connsiteY91" fmla="*/ 438918 h 2033355"/>
              <a:gd name="connsiteX92" fmla="*/ 4940069 w 12188936"/>
              <a:gd name="connsiteY92" fmla="*/ 1581001 h 2033355"/>
              <a:gd name="connsiteX93" fmla="*/ 5217752 w 12188936"/>
              <a:gd name="connsiteY93" fmla="*/ 1581001 h 2033355"/>
              <a:gd name="connsiteX94" fmla="*/ 5217752 w 12188936"/>
              <a:gd name="connsiteY94" fmla="*/ 958454 h 2033355"/>
              <a:gd name="connsiteX95" fmla="*/ 5484238 w 12188936"/>
              <a:gd name="connsiteY95" fmla="*/ 662856 h 2033355"/>
              <a:gd name="connsiteX96" fmla="*/ 5661149 w 12188936"/>
              <a:gd name="connsiteY96" fmla="*/ 902470 h 2033355"/>
              <a:gd name="connsiteX97" fmla="*/ 5661149 w 12188936"/>
              <a:gd name="connsiteY97" fmla="*/ 1294361 h 2033355"/>
              <a:gd name="connsiteX98" fmla="*/ 5941071 w 12188936"/>
              <a:gd name="connsiteY98" fmla="*/ 1587720 h 2033355"/>
              <a:gd name="connsiteX99" fmla="*/ 4416054 w 12188936"/>
              <a:gd name="connsiteY99" fmla="*/ 438918 h 2033355"/>
              <a:gd name="connsiteX100" fmla="*/ 4416054 w 12188936"/>
              <a:gd name="connsiteY100" fmla="*/ 1294361 h 2033355"/>
              <a:gd name="connsiteX101" fmla="*/ 4695977 w 12188936"/>
              <a:gd name="connsiteY101" fmla="*/ 1587720 h 2033355"/>
              <a:gd name="connsiteX102" fmla="*/ 4814664 w 12188936"/>
              <a:gd name="connsiteY102" fmla="*/ 1578762 h 2033355"/>
              <a:gd name="connsiteX103" fmla="*/ 4814664 w 12188936"/>
              <a:gd name="connsiteY103" fmla="*/ 1359303 h 2033355"/>
              <a:gd name="connsiteX104" fmla="*/ 4803467 w 12188936"/>
              <a:gd name="connsiteY104" fmla="*/ 1359303 h 2033355"/>
              <a:gd name="connsiteX105" fmla="*/ 4693737 w 12188936"/>
              <a:gd name="connsiteY105" fmla="*/ 1256292 h 2033355"/>
              <a:gd name="connsiteX106" fmla="*/ 4693737 w 12188936"/>
              <a:gd name="connsiteY106" fmla="*/ 438918 h 2033355"/>
              <a:gd name="connsiteX107" fmla="*/ 4416054 w 12188936"/>
              <a:gd name="connsiteY107" fmla="*/ 438918 h 2033355"/>
              <a:gd name="connsiteX108" fmla="*/ 3638990 w 12188936"/>
              <a:gd name="connsiteY108" fmla="*/ 1581001 h 2033355"/>
              <a:gd name="connsiteX109" fmla="*/ 3916673 w 12188936"/>
              <a:gd name="connsiteY109" fmla="*/ 1581001 h 2033355"/>
              <a:gd name="connsiteX110" fmla="*/ 3916673 w 12188936"/>
              <a:gd name="connsiteY110" fmla="*/ 1001002 h 2033355"/>
              <a:gd name="connsiteX111" fmla="*/ 4212271 w 12188936"/>
              <a:gd name="connsiteY111" fmla="*/ 687489 h 2033355"/>
              <a:gd name="connsiteX112" fmla="*/ 4270495 w 12188936"/>
              <a:gd name="connsiteY112" fmla="*/ 691968 h 2033355"/>
              <a:gd name="connsiteX113" fmla="*/ 4270495 w 12188936"/>
              <a:gd name="connsiteY113" fmla="*/ 427721 h 2033355"/>
              <a:gd name="connsiteX114" fmla="*/ 4227947 w 12188936"/>
              <a:gd name="connsiteY114" fmla="*/ 425482 h 2033355"/>
              <a:gd name="connsiteX115" fmla="*/ 3914433 w 12188936"/>
              <a:gd name="connsiteY115" fmla="*/ 566563 h 2033355"/>
              <a:gd name="connsiteX116" fmla="*/ 3914433 w 12188936"/>
              <a:gd name="connsiteY116" fmla="*/ 438918 h 2033355"/>
              <a:gd name="connsiteX117" fmla="*/ 3638990 w 12188936"/>
              <a:gd name="connsiteY117" fmla="*/ 438918 h 2033355"/>
              <a:gd name="connsiteX118" fmla="*/ 3638990 w 12188936"/>
              <a:gd name="connsiteY118" fmla="*/ 1581001 h 2033355"/>
              <a:gd name="connsiteX119" fmla="*/ 2891038 w 12188936"/>
              <a:gd name="connsiteY119" fmla="*/ 1374979 h 2033355"/>
              <a:gd name="connsiteX120" fmla="*/ 2727563 w 12188936"/>
              <a:gd name="connsiteY120" fmla="*/ 1240616 h 2033355"/>
              <a:gd name="connsiteX121" fmla="*/ 3153045 w 12188936"/>
              <a:gd name="connsiteY121" fmla="*/ 1059226 h 2033355"/>
              <a:gd name="connsiteX122" fmla="*/ 2891038 w 12188936"/>
              <a:gd name="connsiteY122" fmla="*/ 1374979 h 2033355"/>
              <a:gd name="connsiteX123" fmla="*/ 2864165 w 12188936"/>
              <a:gd name="connsiteY123" fmla="*/ 1607874 h 2033355"/>
              <a:gd name="connsiteX124" fmla="*/ 3202311 w 12188936"/>
              <a:gd name="connsiteY124" fmla="*/ 1471272 h 2033355"/>
              <a:gd name="connsiteX125" fmla="*/ 3410573 w 12188936"/>
              <a:gd name="connsiteY125" fmla="*/ 1587720 h 2033355"/>
              <a:gd name="connsiteX126" fmla="*/ 3515824 w 12188936"/>
              <a:gd name="connsiteY126" fmla="*/ 1574283 h 2033355"/>
              <a:gd name="connsiteX127" fmla="*/ 3515824 w 12188936"/>
              <a:gd name="connsiteY127" fmla="*/ 1352585 h 2033355"/>
              <a:gd name="connsiteX128" fmla="*/ 3417291 w 12188936"/>
              <a:gd name="connsiteY128" fmla="*/ 1240616 h 2033355"/>
              <a:gd name="connsiteX129" fmla="*/ 3417291 w 12188936"/>
              <a:gd name="connsiteY129" fmla="*/ 904709 h 2033355"/>
              <a:gd name="connsiteX130" fmla="*/ 2906713 w 12188936"/>
              <a:gd name="connsiteY130" fmla="*/ 412046 h 2033355"/>
              <a:gd name="connsiteX131" fmla="*/ 2456598 w 12188936"/>
              <a:gd name="connsiteY131" fmla="*/ 571042 h 2033355"/>
              <a:gd name="connsiteX132" fmla="*/ 2588722 w 12188936"/>
              <a:gd name="connsiteY132" fmla="*/ 786022 h 2033355"/>
              <a:gd name="connsiteX133" fmla="*/ 2906713 w 12188936"/>
              <a:gd name="connsiteY133" fmla="*/ 662856 h 2033355"/>
              <a:gd name="connsiteX134" fmla="*/ 3148566 w 12188936"/>
              <a:gd name="connsiteY134" fmla="*/ 839767 h 2033355"/>
              <a:gd name="connsiteX135" fmla="*/ 2445401 w 12188936"/>
              <a:gd name="connsiteY135" fmla="*/ 1242855 h 2033355"/>
              <a:gd name="connsiteX136" fmla="*/ 2864165 w 12188936"/>
              <a:gd name="connsiteY136" fmla="*/ 1607874 h 2033355"/>
              <a:gd name="connsiteX137" fmla="*/ 1549650 w 12188936"/>
              <a:gd name="connsiteY137" fmla="*/ 857682 h 2033355"/>
              <a:gd name="connsiteX138" fmla="*/ 1818375 w 12188936"/>
              <a:gd name="connsiteY138" fmla="*/ 653899 h 2033355"/>
              <a:gd name="connsiteX139" fmla="*/ 2051271 w 12188936"/>
              <a:gd name="connsiteY139" fmla="*/ 857682 h 2033355"/>
              <a:gd name="connsiteX140" fmla="*/ 1549650 w 12188936"/>
              <a:gd name="connsiteY140" fmla="*/ 857682 h 2033355"/>
              <a:gd name="connsiteX141" fmla="*/ 1845248 w 12188936"/>
              <a:gd name="connsiteY141" fmla="*/ 1607874 h 2033355"/>
              <a:gd name="connsiteX142" fmla="*/ 2346869 w 12188936"/>
              <a:gd name="connsiteY142" fmla="*/ 1370500 h 2033355"/>
              <a:gd name="connsiteX143" fmla="*/ 2149803 w 12188936"/>
              <a:gd name="connsiteY143" fmla="*/ 1198068 h 2033355"/>
              <a:gd name="connsiteX144" fmla="*/ 1845248 w 12188936"/>
              <a:gd name="connsiteY144" fmla="*/ 1357064 h 2033355"/>
              <a:gd name="connsiteX145" fmla="*/ 1540692 w 12188936"/>
              <a:gd name="connsiteY145" fmla="*/ 1081620 h 2033355"/>
              <a:gd name="connsiteX146" fmla="*/ 2324475 w 12188936"/>
              <a:gd name="connsiteY146" fmla="*/ 1081620 h 2033355"/>
              <a:gd name="connsiteX147" fmla="*/ 2333433 w 12188936"/>
              <a:gd name="connsiteY147" fmla="*/ 936060 h 2033355"/>
              <a:gd name="connsiteX148" fmla="*/ 1818375 w 12188936"/>
              <a:gd name="connsiteY148" fmla="*/ 412046 h 2033355"/>
              <a:gd name="connsiteX149" fmla="*/ 1260770 w 12188936"/>
              <a:gd name="connsiteY149" fmla="*/ 1014439 h 2033355"/>
              <a:gd name="connsiteX150" fmla="*/ 1845248 w 12188936"/>
              <a:gd name="connsiteY150" fmla="*/ 1607874 h 2033355"/>
              <a:gd name="connsiteX151" fmla="*/ 282162 w 12188936"/>
              <a:gd name="connsiteY151" fmla="*/ 644941 h 2033355"/>
              <a:gd name="connsiteX152" fmla="*/ 282162 w 12188936"/>
              <a:gd name="connsiteY152" fmla="*/ 264247 h 2033355"/>
              <a:gd name="connsiteX153" fmla="*/ 618068 w 12188936"/>
              <a:gd name="connsiteY153" fmla="*/ 264247 h 2033355"/>
              <a:gd name="connsiteX154" fmla="*/ 828570 w 12188936"/>
              <a:gd name="connsiteY154" fmla="*/ 454594 h 2033355"/>
              <a:gd name="connsiteX155" fmla="*/ 620308 w 12188936"/>
              <a:gd name="connsiteY155" fmla="*/ 644941 h 2033355"/>
              <a:gd name="connsiteX156" fmla="*/ 282162 w 12188936"/>
              <a:gd name="connsiteY156" fmla="*/ 644941 h 2033355"/>
              <a:gd name="connsiteX157" fmla="*/ 282162 w 12188936"/>
              <a:gd name="connsiteY157" fmla="*/ 1330191 h 2033355"/>
              <a:gd name="connsiteX158" fmla="*/ 282162 w 12188936"/>
              <a:gd name="connsiteY158" fmla="*/ 895752 h 2033355"/>
              <a:gd name="connsiteX159" fmla="*/ 633744 w 12188936"/>
              <a:gd name="connsiteY159" fmla="*/ 895752 h 2033355"/>
              <a:gd name="connsiteX160" fmla="*/ 880076 w 12188936"/>
              <a:gd name="connsiteY160" fmla="*/ 1112971 h 2033355"/>
              <a:gd name="connsiteX161" fmla="*/ 633744 w 12188936"/>
              <a:gd name="connsiteY161" fmla="*/ 1330191 h 2033355"/>
              <a:gd name="connsiteX162" fmla="*/ 282162 w 12188936"/>
              <a:gd name="connsiteY162" fmla="*/ 1330191 h 2033355"/>
              <a:gd name="connsiteX163" fmla="*/ 0 w 12188936"/>
              <a:gd name="connsiteY163" fmla="*/ 1581001 h 2033355"/>
              <a:gd name="connsiteX164" fmla="*/ 627026 w 12188936"/>
              <a:gd name="connsiteY164" fmla="*/ 1581001 h 2033355"/>
              <a:gd name="connsiteX165" fmla="*/ 1166716 w 12188936"/>
              <a:gd name="connsiteY165" fmla="*/ 1119689 h 2033355"/>
              <a:gd name="connsiteX166" fmla="*/ 967412 w 12188936"/>
              <a:gd name="connsiteY166" fmla="*/ 747953 h 2033355"/>
              <a:gd name="connsiteX167" fmla="*/ 1110732 w 12188936"/>
              <a:gd name="connsiteY167" fmla="*/ 438918 h 2033355"/>
              <a:gd name="connsiteX168" fmla="*/ 611350 w 12188936"/>
              <a:gd name="connsiteY168" fmla="*/ 13436 h 2033355"/>
              <a:gd name="connsiteX169" fmla="*/ 0 w 12188936"/>
              <a:gd name="connsiteY169" fmla="*/ 13436 h 2033355"/>
              <a:gd name="connsiteX170" fmla="*/ 0 w 12188936"/>
              <a:gd name="connsiteY170" fmla="*/ 1581001 h 2033355"/>
              <a:gd name="connsiteX171" fmla="*/ 6664390 w 12188936"/>
              <a:gd name="connsiteY171" fmla="*/ 2033356 h 2033355"/>
              <a:gd name="connsiteX172" fmla="*/ 7221996 w 12188936"/>
              <a:gd name="connsiteY172" fmla="*/ 1520538 h 2033355"/>
              <a:gd name="connsiteX173" fmla="*/ 7221996 w 12188936"/>
              <a:gd name="connsiteY173" fmla="*/ 438918 h 2033355"/>
              <a:gd name="connsiteX174" fmla="*/ 6944313 w 12188936"/>
              <a:gd name="connsiteY174" fmla="*/ 438918 h 2033355"/>
              <a:gd name="connsiteX175" fmla="*/ 6944313 w 12188936"/>
              <a:gd name="connsiteY175" fmla="*/ 546408 h 2033355"/>
              <a:gd name="connsiteX176" fmla="*/ 6635278 w 12188936"/>
              <a:gd name="connsiteY176" fmla="*/ 412046 h 2033355"/>
              <a:gd name="connsiteX177" fmla="*/ 6106785 w 12188936"/>
              <a:gd name="connsiteY177" fmla="*/ 998763 h 2033355"/>
              <a:gd name="connsiteX178" fmla="*/ 6635278 w 12188936"/>
              <a:gd name="connsiteY178" fmla="*/ 1585480 h 2033355"/>
              <a:gd name="connsiteX179" fmla="*/ 6944313 w 12188936"/>
              <a:gd name="connsiteY179" fmla="*/ 1451118 h 2033355"/>
              <a:gd name="connsiteX180" fmla="*/ 6944313 w 12188936"/>
              <a:gd name="connsiteY180" fmla="*/ 1525017 h 2033355"/>
              <a:gd name="connsiteX181" fmla="*/ 6664390 w 12188936"/>
              <a:gd name="connsiteY181" fmla="*/ 1782546 h 2033355"/>
              <a:gd name="connsiteX182" fmla="*/ 6330723 w 12188936"/>
              <a:gd name="connsiteY182" fmla="*/ 1630268 h 2033355"/>
              <a:gd name="connsiteX183" fmla="*/ 6124700 w 12188936"/>
              <a:gd name="connsiteY183" fmla="*/ 1802700 h 2033355"/>
              <a:gd name="connsiteX184" fmla="*/ 6664390 w 12188936"/>
              <a:gd name="connsiteY184" fmla="*/ 2033356 h 2033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Lst>
            <a:rect l="l" t="t" r="r" b="b"/>
            <a:pathLst>
              <a:path w="12188936" h="2033355">
                <a:moveTo>
                  <a:pt x="12014265" y="1587720"/>
                </a:moveTo>
                <a:cubicBezTo>
                  <a:pt x="12061292" y="1587720"/>
                  <a:pt x="12139670" y="1581001"/>
                  <a:pt x="12188936" y="1572044"/>
                </a:cubicBezTo>
                <a:lnTo>
                  <a:pt x="12188936" y="1330191"/>
                </a:lnTo>
                <a:cubicBezTo>
                  <a:pt x="12150867" y="1334670"/>
                  <a:pt x="12110559" y="1341388"/>
                  <a:pt x="12070250" y="1341388"/>
                </a:cubicBezTo>
                <a:cubicBezTo>
                  <a:pt x="11969478" y="1341388"/>
                  <a:pt x="11909014" y="1294361"/>
                  <a:pt x="11909014" y="1177913"/>
                </a:cubicBezTo>
                <a:lnTo>
                  <a:pt x="11909014" y="667335"/>
                </a:lnTo>
                <a:lnTo>
                  <a:pt x="12171021" y="667335"/>
                </a:lnTo>
                <a:lnTo>
                  <a:pt x="12171021" y="438918"/>
                </a:lnTo>
                <a:lnTo>
                  <a:pt x="11909014" y="438918"/>
                </a:lnTo>
                <a:lnTo>
                  <a:pt x="11909014" y="125405"/>
                </a:lnTo>
                <a:lnTo>
                  <a:pt x="11631331" y="125405"/>
                </a:lnTo>
                <a:lnTo>
                  <a:pt x="11631331" y="438918"/>
                </a:lnTo>
                <a:lnTo>
                  <a:pt x="11474575" y="438918"/>
                </a:lnTo>
                <a:lnTo>
                  <a:pt x="11474575" y="667335"/>
                </a:lnTo>
                <a:lnTo>
                  <a:pt x="11631331" y="667335"/>
                </a:lnTo>
                <a:lnTo>
                  <a:pt x="11631331" y="1207025"/>
                </a:lnTo>
                <a:cubicBezTo>
                  <a:pt x="11631331" y="1464554"/>
                  <a:pt x="11776891" y="1587720"/>
                  <a:pt x="12014265" y="1587720"/>
                </a:cubicBezTo>
                <a:close/>
                <a:moveTo>
                  <a:pt x="9962995" y="344864"/>
                </a:moveTo>
                <a:cubicBezTo>
                  <a:pt x="10059288" y="344864"/>
                  <a:pt x="10137666" y="275444"/>
                  <a:pt x="10137666" y="172432"/>
                </a:cubicBezTo>
                <a:cubicBezTo>
                  <a:pt x="10137666" y="69421"/>
                  <a:pt x="10059288" y="0"/>
                  <a:pt x="9962995" y="0"/>
                </a:cubicBezTo>
                <a:cubicBezTo>
                  <a:pt x="9866701" y="0"/>
                  <a:pt x="9788323" y="69421"/>
                  <a:pt x="9788323" y="172432"/>
                </a:cubicBezTo>
                <a:cubicBezTo>
                  <a:pt x="9788323" y="275444"/>
                  <a:pt x="9866701" y="344864"/>
                  <a:pt x="9962995" y="344864"/>
                </a:cubicBezTo>
                <a:close/>
                <a:moveTo>
                  <a:pt x="10348167" y="1581001"/>
                </a:moveTo>
                <a:lnTo>
                  <a:pt x="10625851" y="1581001"/>
                </a:lnTo>
                <a:lnTo>
                  <a:pt x="10625851" y="958454"/>
                </a:lnTo>
                <a:cubicBezTo>
                  <a:pt x="10625851" y="770346"/>
                  <a:pt x="10737819" y="662856"/>
                  <a:pt x="10892336" y="662856"/>
                </a:cubicBezTo>
                <a:cubicBezTo>
                  <a:pt x="11019981" y="662856"/>
                  <a:pt x="11069247" y="750192"/>
                  <a:pt x="11069247" y="902470"/>
                </a:cubicBezTo>
                <a:lnTo>
                  <a:pt x="11069247" y="1294361"/>
                </a:lnTo>
                <a:cubicBezTo>
                  <a:pt x="11069247" y="1482469"/>
                  <a:pt x="11163301" y="1587720"/>
                  <a:pt x="11349169" y="1587720"/>
                </a:cubicBezTo>
                <a:cubicBezTo>
                  <a:pt x="11387239" y="1587720"/>
                  <a:pt x="11429788" y="1587720"/>
                  <a:pt x="11467856" y="1578762"/>
                </a:cubicBezTo>
                <a:lnTo>
                  <a:pt x="11467856" y="1359303"/>
                </a:lnTo>
                <a:lnTo>
                  <a:pt x="11456660" y="1359303"/>
                </a:lnTo>
                <a:cubicBezTo>
                  <a:pt x="11400675" y="1359303"/>
                  <a:pt x="11346930" y="1348106"/>
                  <a:pt x="11346930" y="1256292"/>
                </a:cubicBezTo>
                <a:lnTo>
                  <a:pt x="11346930" y="830810"/>
                </a:lnTo>
                <a:cubicBezTo>
                  <a:pt x="11346930" y="546408"/>
                  <a:pt x="11201371" y="412046"/>
                  <a:pt x="10972954" y="412046"/>
                </a:cubicBezTo>
                <a:cubicBezTo>
                  <a:pt x="10807240" y="412046"/>
                  <a:pt x="10677357" y="490424"/>
                  <a:pt x="10625851" y="566563"/>
                </a:cubicBezTo>
                <a:lnTo>
                  <a:pt x="10625851" y="438918"/>
                </a:lnTo>
                <a:lnTo>
                  <a:pt x="10348167" y="438918"/>
                </a:lnTo>
                <a:lnTo>
                  <a:pt x="10348167" y="1581001"/>
                </a:lnTo>
                <a:close/>
                <a:moveTo>
                  <a:pt x="9824152" y="438918"/>
                </a:moveTo>
                <a:lnTo>
                  <a:pt x="9824152" y="1294361"/>
                </a:lnTo>
                <a:cubicBezTo>
                  <a:pt x="9824152" y="1482469"/>
                  <a:pt x="9918207" y="1587720"/>
                  <a:pt x="10104075" y="1587720"/>
                </a:cubicBezTo>
                <a:cubicBezTo>
                  <a:pt x="10142144" y="1587720"/>
                  <a:pt x="10184693" y="1587720"/>
                  <a:pt x="10222763" y="1578762"/>
                </a:cubicBezTo>
                <a:lnTo>
                  <a:pt x="10222763" y="1359303"/>
                </a:lnTo>
                <a:lnTo>
                  <a:pt x="10211565" y="1359303"/>
                </a:lnTo>
                <a:cubicBezTo>
                  <a:pt x="10155580" y="1359303"/>
                  <a:pt x="10101836" y="1348106"/>
                  <a:pt x="10101836" y="1256292"/>
                </a:cubicBezTo>
                <a:lnTo>
                  <a:pt x="10101836" y="438918"/>
                </a:lnTo>
                <a:lnTo>
                  <a:pt x="9824152" y="438918"/>
                </a:lnTo>
                <a:close/>
                <a:moveTo>
                  <a:pt x="9103073" y="1357064"/>
                </a:moveTo>
                <a:cubicBezTo>
                  <a:pt x="8932881" y="1357064"/>
                  <a:pt x="8809715" y="1222701"/>
                  <a:pt x="8809715" y="1009960"/>
                </a:cubicBezTo>
                <a:cubicBezTo>
                  <a:pt x="8809715" y="797219"/>
                  <a:pt x="8932881" y="662856"/>
                  <a:pt x="9103073" y="662856"/>
                </a:cubicBezTo>
                <a:cubicBezTo>
                  <a:pt x="9273266" y="662856"/>
                  <a:pt x="9396432" y="797219"/>
                  <a:pt x="9396432" y="1009960"/>
                </a:cubicBezTo>
                <a:cubicBezTo>
                  <a:pt x="9396432" y="1222701"/>
                  <a:pt x="9273266" y="1357064"/>
                  <a:pt x="9103073" y="1357064"/>
                </a:cubicBezTo>
                <a:close/>
                <a:moveTo>
                  <a:pt x="9103073" y="1607874"/>
                </a:moveTo>
                <a:cubicBezTo>
                  <a:pt x="9438980" y="1607874"/>
                  <a:pt x="9678594" y="1363782"/>
                  <a:pt x="9678594" y="1009960"/>
                </a:cubicBezTo>
                <a:cubicBezTo>
                  <a:pt x="9678594" y="656138"/>
                  <a:pt x="9438980" y="412046"/>
                  <a:pt x="9103073" y="412046"/>
                </a:cubicBezTo>
                <a:cubicBezTo>
                  <a:pt x="8767166" y="412046"/>
                  <a:pt x="8527553" y="656138"/>
                  <a:pt x="8527553" y="1009960"/>
                </a:cubicBezTo>
                <a:cubicBezTo>
                  <a:pt x="8527553" y="1363782"/>
                  <a:pt x="8767166" y="1607874"/>
                  <a:pt x="9103073" y="1607874"/>
                </a:cubicBezTo>
                <a:close/>
                <a:moveTo>
                  <a:pt x="7705701" y="747953"/>
                </a:moveTo>
                <a:lnTo>
                  <a:pt x="7705701" y="264247"/>
                </a:lnTo>
                <a:lnTo>
                  <a:pt x="7945315" y="264247"/>
                </a:lnTo>
                <a:cubicBezTo>
                  <a:pt x="8131183" y="264247"/>
                  <a:pt x="8218519" y="356061"/>
                  <a:pt x="8218519" y="506100"/>
                </a:cubicBezTo>
                <a:cubicBezTo>
                  <a:pt x="8218519" y="640462"/>
                  <a:pt x="8144619" y="747953"/>
                  <a:pt x="7945315" y="747953"/>
                </a:cubicBezTo>
                <a:lnTo>
                  <a:pt x="7705701" y="747953"/>
                </a:lnTo>
                <a:close/>
                <a:moveTo>
                  <a:pt x="7423540" y="1581001"/>
                </a:moveTo>
                <a:lnTo>
                  <a:pt x="7705701" y="1581001"/>
                </a:lnTo>
                <a:lnTo>
                  <a:pt x="7705701" y="998763"/>
                </a:lnTo>
                <a:lnTo>
                  <a:pt x="7958751" y="998763"/>
                </a:lnTo>
                <a:cubicBezTo>
                  <a:pt x="8308094" y="998763"/>
                  <a:pt x="8505159" y="797219"/>
                  <a:pt x="8505159" y="506100"/>
                </a:cubicBezTo>
                <a:cubicBezTo>
                  <a:pt x="8505159" y="214980"/>
                  <a:pt x="8308094" y="13436"/>
                  <a:pt x="7958751" y="13436"/>
                </a:cubicBezTo>
                <a:lnTo>
                  <a:pt x="7423540" y="13436"/>
                </a:lnTo>
                <a:lnTo>
                  <a:pt x="7423540" y="1581001"/>
                </a:lnTo>
                <a:close/>
                <a:moveTo>
                  <a:pt x="6671108" y="1334670"/>
                </a:moveTo>
                <a:cubicBezTo>
                  <a:pt x="6518830" y="1334670"/>
                  <a:pt x="6388947" y="1215983"/>
                  <a:pt x="6388947" y="998763"/>
                </a:cubicBezTo>
                <a:cubicBezTo>
                  <a:pt x="6388947" y="781543"/>
                  <a:pt x="6518830" y="662856"/>
                  <a:pt x="6671108" y="662856"/>
                </a:cubicBezTo>
                <a:cubicBezTo>
                  <a:pt x="6823386" y="662856"/>
                  <a:pt x="6953270" y="781543"/>
                  <a:pt x="6953270" y="998763"/>
                </a:cubicBezTo>
                <a:cubicBezTo>
                  <a:pt x="6953270" y="1215983"/>
                  <a:pt x="6823386" y="1334670"/>
                  <a:pt x="6671108" y="1334670"/>
                </a:cubicBezTo>
                <a:close/>
                <a:moveTo>
                  <a:pt x="4554896" y="344864"/>
                </a:moveTo>
                <a:cubicBezTo>
                  <a:pt x="4648950" y="344864"/>
                  <a:pt x="4729567" y="270965"/>
                  <a:pt x="4729567" y="172432"/>
                </a:cubicBezTo>
                <a:cubicBezTo>
                  <a:pt x="4729567" y="73900"/>
                  <a:pt x="4648950" y="0"/>
                  <a:pt x="4554896" y="0"/>
                </a:cubicBezTo>
                <a:cubicBezTo>
                  <a:pt x="4460842" y="0"/>
                  <a:pt x="4380224" y="73900"/>
                  <a:pt x="4380224" y="172432"/>
                </a:cubicBezTo>
                <a:cubicBezTo>
                  <a:pt x="4380224" y="270965"/>
                  <a:pt x="4460842" y="344864"/>
                  <a:pt x="4554896" y="344864"/>
                </a:cubicBezTo>
                <a:close/>
                <a:moveTo>
                  <a:pt x="5941071" y="1587720"/>
                </a:moveTo>
                <a:cubicBezTo>
                  <a:pt x="5979140" y="1587720"/>
                  <a:pt x="6021689" y="1587720"/>
                  <a:pt x="6059758" y="1578762"/>
                </a:cubicBezTo>
                <a:lnTo>
                  <a:pt x="6059758" y="1359303"/>
                </a:lnTo>
                <a:lnTo>
                  <a:pt x="6048561" y="1359303"/>
                </a:lnTo>
                <a:cubicBezTo>
                  <a:pt x="5992577" y="1359303"/>
                  <a:pt x="5938832" y="1348106"/>
                  <a:pt x="5938832" y="1256292"/>
                </a:cubicBezTo>
                <a:lnTo>
                  <a:pt x="5938832" y="830810"/>
                </a:lnTo>
                <a:cubicBezTo>
                  <a:pt x="5938832" y="546408"/>
                  <a:pt x="5793272" y="412046"/>
                  <a:pt x="5564856" y="412046"/>
                </a:cubicBezTo>
                <a:cubicBezTo>
                  <a:pt x="5399142" y="412046"/>
                  <a:pt x="5269258" y="490424"/>
                  <a:pt x="5217752" y="566563"/>
                </a:cubicBezTo>
                <a:lnTo>
                  <a:pt x="5217752" y="438918"/>
                </a:lnTo>
                <a:lnTo>
                  <a:pt x="4940069" y="438918"/>
                </a:lnTo>
                <a:lnTo>
                  <a:pt x="4940069" y="1581001"/>
                </a:lnTo>
                <a:lnTo>
                  <a:pt x="5217752" y="1581001"/>
                </a:lnTo>
                <a:lnTo>
                  <a:pt x="5217752" y="958454"/>
                </a:lnTo>
                <a:cubicBezTo>
                  <a:pt x="5217752" y="770346"/>
                  <a:pt x="5329721" y="662856"/>
                  <a:pt x="5484238" y="662856"/>
                </a:cubicBezTo>
                <a:cubicBezTo>
                  <a:pt x="5611882" y="662856"/>
                  <a:pt x="5661149" y="750192"/>
                  <a:pt x="5661149" y="902470"/>
                </a:cubicBezTo>
                <a:lnTo>
                  <a:pt x="5661149" y="1294361"/>
                </a:lnTo>
                <a:cubicBezTo>
                  <a:pt x="5661149" y="1482469"/>
                  <a:pt x="5755203" y="1587720"/>
                  <a:pt x="5941071" y="1587720"/>
                </a:cubicBezTo>
                <a:close/>
                <a:moveTo>
                  <a:pt x="4416054" y="438918"/>
                </a:moveTo>
                <a:lnTo>
                  <a:pt x="4416054" y="1294361"/>
                </a:lnTo>
                <a:cubicBezTo>
                  <a:pt x="4416054" y="1482469"/>
                  <a:pt x="4510109" y="1587720"/>
                  <a:pt x="4695977" y="1587720"/>
                </a:cubicBezTo>
                <a:cubicBezTo>
                  <a:pt x="4734046" y="1587720"/>
                  <a:pt x="4776594" y="1587720"/>
                  <a:pt x="4814664" y="1578762"/>
                </a:cubicBezTo>
                <a:lnTo>
                  <a:pt x="4814664" y="1359303"/>
                </a:lnTo>
                <a:lnTo>
                  <a:pt x="4803467" y="1359303"/>
                </a:lnTo>
                <a:cubicBezTo>
                  <a:pt x="4747482" y="1359303"/>
                  <a:pt x="4693737" y="1348106"/>
                  <a:pt x="4693737" y="1256292"/>
                </a:cubicBezTo>
                <a:lnTo>
                  <a:pt x="4693737" y="438918"/>
                </a:lnTo>
                <a:lnTo>
                  <a:pt x="4416054" y="438918"/>
                </a:lnTo>
                <a:close/>
                <a:moveTo>
                  <a:pt x="3638990" y="1581001"/>
                </a:moveTo>
                <a:lnTo>
                  <a:pt x="3916673" y="1581001"/>
                </a:lnTo>
                <a:lnTo>
                  <a:pt x="3916673" y="1001002"/>
                </a:lnTo>
                <a:cubicBezTo>
                  <a:pt x="3916673" y="761389"/>
                  <a:pt x="4026403" y="687489"/>
                  <a:pt x="4212271" y="687489"/>
                </a:cubicBezTo>
                <a:cubicBezTo>
                  <a:pt x="4234665" y="687489"/>
                  <a:pt x="4259298" y="689729"/>
                  <a:pt x="4270495" y="691968"/>
                </a:cubicBezTo>
                <a:lnTo>
                  <a:pt x="4270495" y="427721"/>
                </a:lnTo>
                <a:cubicBezTo>
                  <a:pt x="4254819" y="425482"/>
                  <a:pt x="4241383" y="425482"/>
                  <a:pt x="4227947" y="425482"/>
                </a:cubicBezTo>
                <a:cubicBezTo>
                  <a:pt x="4057754" y="425482"/>
                  <a:pt x="3968179" y="492663"/>
                  <a:pt x="3914433" y="566563"/>
                </a:cubicBezTo>
                <a:lnTo>
                  <a:pt x="3914433" y="438918"/>
                </a:lnTo>
                <a:lnTo>
                  <a:pt x="3638990" y="438918"/>
                </a:lnTo>
                <a:lnTo>
                  <a:pt x="3638990" y="1581001"/>
                </a:lnTo>
                <a:close/>
                <a:moveTo>
                  <a:pt x="2891038" y="1374979"/>
                </a:moveTo>
                <a:cubicBezTo>
                  <a:pt x="2810420" y="1374979"/>
                  <a:pt x="2727563" y="1334670"/>
                  <a:pt x="2727563" y="1240616"/>
                </a:cubicBezTo>
                <a:cubicBezTo>
                  <a:pt x="2727563" y="1110732"/>
                  <a:pt x="2852968" y="1059226"/>
                  <a:pt x="3153045" y="1059226"/>
                </a:cubicBezTo>
                <a:cubicBezTo>
                  <a:pt x="3153045" y="1269728"/>
                  <a:pt x="3058991" y="1374979"/>
                  <a:pt x="2891038" y="1374979"/>
                </a:cubicBezTo>
                <a:close/>
                <a:moveTo>
                  <a:pt x="2864165" y="1607874"/>
                </a:moveTo>
                <a:cubicBezTo>
                  <a:pt x="3043315" y="1607874"/>
                  <a:pt x="3146327" y="1538453"/>
                  <a:pt x="3202311" y="1471272"/>
                </a:cubicBezTo>
                <a:cubicBezTo>
                  <a:pt x="3222466" y="1525017"/>
                  <a:pt x="3282929" y="1587720"/>
                  <a:pt x="3410573" y="1587720"/>
                </a:cubicBezTo>
                <a:cubicBezTo>
                  <a:pt x="3437446" y="1587720"/>
                  <a:pt x="3477755" y="1585480"/>
                  <a:pt x="3515824" y="1574283"/>
                </a:cubicBezTo>
                <a:lnTo>
                  <a:pt x="3515824" y="1352585"/>
                </a:lnTo>
                <a:cubicBezTo>
                  <a:pt x="3482233" y="1352585"/>
                  <a:pt x="3417291" y="1359303"/>
                  <a:pt x="3417291" y="1240616"/>
                </a:cubicBezTo>
                <a:lnTo>
                  <a:pt x="3417291" y="904709"/>
                </a:lnTo>
                <a:cubicBezTo>
                  <a:pt x="3417291" y="535212"/>
                  <a:pt x="3204551" y="412046"/>
                  <a:pt x="2906713" y="412046"/>
                </a:cubicBezTo>
                <a:cubicBezTo>
                  <a:pt x="2669339" y="412046"/>
                  <a:pt x="2510343" y="528493"/>
                  <a:pt x="2456598" y="571042"/>
                </a:cubicBezTo>
                <a:lnTo>
                  <a:pt x="2588722" y="786022"/>
                </a:lnTo>
                <a:cubicBezTo>
                  <a:pt x="2642467" y="743474"/>
                  <a:pt x="2756675" y="662856"/>
                  <a:pt x="2906713" y="662856"/>
                </a:cubicBezTo>
                <a:cubicBezTo>
                  <a:pt x="3052273" y="662856"/>
                  <a:pt x="3137369" y="718841"/>
                  <a:pt x="3148566" y="839767"/>
                </a:cubicBezTo>
                <a:cubicBezTo>
                  <a:pt x="2976134" y="839767"/>
                  <a:pt x="2445401" y="833049"/>
                  <a:pt x="2445401" y="1242855"/>
                </a:cubicBezTo>
                <a:cubicBezTo>
                  <a:pt x="2445401" y="1480229"/>
                  <a:pt x="2637988" y="1607874"/>
                  <a:pt x="2864165" y="1607874"/>
                </a:cubicBezTo>
                <a:close/>
                <a:moveTo>
                  <a:pt x="1549650" y="857682"/>
                </a:moveTo>
                <a:cubicBezTo>
                  <a:pt x="1585480" y="721080"/>
                  <a:pt x="1692970" y="653899"/>
                  <a:pt x="1818375" y="653899"/>
                </a:cubicBezTo>
                <a:cubicBezTo>
                  <a:pt x="1925865" y="653899"/>
                  <a:pt x="2040074" y="705404"/>
                  <a:pt x="2051271" y="857682"/>
                </a:cubicBezTo>
                <a:lnTo>
                  <a:pt x="1549650" y="857682"/>
                </a:lnTo>
                <a:close/>
                <a:moveTo>
                  <a:pt x="1845248" y="1607874"/>
                </a:moveTo>
                <a:cubicBezTo>
                  <a:pt x="2087101" y="1607874"/>
                  <a:pt x="2266251" y="1477990"/>
                  <a:pt x="2346869" y="1370500"/>
                </a:cubicBezTo>
                <a:lnTo>
                  <a:pt x="2149803" y="1198068"/>
                </a:lnTo>
                <a:cubicBezTo>
                  <a:pt x="2098298" y="1263010"/>
                  <a:pt x="2004244" y="1357064"/>
                  <a:pt x="1845248" y="1357064"/>
                </a:cubicBezTo>
                <a:cubicBezTo>
                  <a:pt x="1670576" y="1357064"/>
                  <a:pt x="1549650" y="1236137"/>
                  <a:pt x="1540692" y="1081620"/>
                </a:cubicBezTo>
                <a:lnTo>
                  <a:pt x="2324475" y="1081620"/>
                </a:lnTo>
                <a:cubicBezTo>
                  <a:pt x="2331193" y="1034593"/>
                  <a:pt x="2333433" y="1001002"/>
                  <a:pt x="2333433" y="936060"/>
                </a:cubicBezTo>
                <a:cubicBezTo>
                  <a:pt x="2333433" y="660617"/>
                  <a:pt x="2174437" y="412046"/>
                  <a:pt x="1818375" y="412046"/>
                </a:cubicBezTo>
                <a:cubicBezTo>
                  <a:pt x="1493665" y="412046"/>
                  <a:pt x="1260770" y="665096"/>
                  <a:pt x="1260770" y="1014439"/>
                </a:cubicBezTo>
                <a:cubicBezTo>
                  <a:pt x="1260770" y="1357064"/>
                  <a:pt x="1500384" y="1607874"/>
                  <a:pt x="1845248" y="1607874"/>
                </a:cubicBezTo>
                <a:close/>
                <a:moveTo>
                  <a:pt x="282162" y="644941"/>
                </a:moveTo>
                <a:lnTo>
                  <a:pt x="282162" y="264247"/>
                </a:lnTo>
                <a:lnTo>
                  <a:pt x="618068" y="264247"/>
                </a:lnTo>
                <a:cubicBezTo>
                  <a:pt x="759149" y="264247"/>
                  <a:pt x="828570" y="338146"/>
                  <a:pt x="828570" y="454594"/>
                </a:cubicBezTo>
                <a:cubicBezTo>
                  <a:pt x="828570" y="571042"/>
                  <a:pt x="756910" y="644941"/>
                  <a:pt x="620308" y="644941"/>
                </a:cubicBezTo>
                <a:lnTo>
                  <a:pt x="282162" y="644941"/>
                </a:lnTo>
                <a:close/>
                <a:moveTo>
                  <a:pt x="282162" y="1330191"/>
                </a:moveTo>
                <a:lnTo>
                  <a:pt x="282162" y="895752"/>
                </a:lnTo>
                <a:lnTo>
                  <a:pt x="633744" y="895752"/>
                </a:lnTo>
                <a:cubicBezTo>
                  <a:pt x="792740" y="895752"/>
                  <a:pt x="880076" y="976369"/>
                  <a:pt x="880076" y="1112971"/>
                </a:cubicBezTo>
                <a:cubicBezTo>
                  <a:pt x="880076" y="1249573"/>
                  <a:pt x="797219" y="1330191"/>
                  <a:pt x="633744" y="1330191"/>
                </a:cubicBezTo>
                <a:lnTo>
                  <a:pt x="282162" y="1330191"/>
                </a:lnTo>
                <a:close/>
                <a:moveTo>
                  <a:pt x="0" y="1581001"/>
                </a:moveTo>
                <a:lnTo>
                  <a:pt x="627026" y="1581001"/>
                </a:lnTo>
                <a:cubicBezTo>
                  <a:pt x="985327" y="1581001"/>
                  <a:pt x="1166716" y="1395133"/>
                  <a:pt x="1166716" y="1119689"/>
                </a:cubicBezTo>
                <a:cubicBezTo>
                  <a:pt x="1166716" y="962933"/>
                  <a:pt x="1099535" y="821852"/>
                  <a:pt x="967412" y="747953"/>
                </a:cubicBezTo>
                <a:cubicBezTo>
                  <a:pt x="1065944" y="674053"/>
                  <a:pt x="1110732" y="562084"/>
                  <a:pt x="1110732" y="438918"/>
                </a:cubicBezTo>
                <a:cubicBezTo>
                  <a:pt x="1110732" y="192587"/>
                  <a:pt x="945018" y="13436"/>
                  <a:pt x="611350" y="13436"/>
                </a:cubicBezTo>
                <a:lnTo>
                  <a:pt x="0" y="13436"/>
                </a:lnTo>
                <a:lnTo>
                  <a:pt x="0" y="1581001"/>
                </a:lnTo>
                <a:close/>
                <a:moveTo>
                  <a:pt x="6664390" y="2033356"/>
                </a:moveTo>
                <a:cubicBezTo>
                  <a:pt x="6879371" y="2033356"/>
                  <a:pt x="7221996" y="1919148"/>
                  <a:pt x="7221996" y="1520538"/>
                </a:cubicBezTo>
                <a:lnTo>
                  <a:pt x="7221996" y="438918"/>
                </a:lnTo>
                <a:lnTo>
                  <a:pt x="6944313" y="438918"/>
                </a:lnTo>
                <a:lnTo>
                  <a:pt x="6944313" y="546408"/>
                </a:lnTo>
                <a:cubicBezTo>
                  <a:pt x="6886089" y="472509"/>
                  <a:pt x="6798753" y="412046"/>
                  <a:pt x="6635278" y="412046"/>
                </a:cubicBezTo>
                <a:cubicBezTo>
                  <a:pt x="6350877" y="412046"/>
                  <a:pt x="6106785" y="640462"/>
                  <a:pt x="6106785" y="998763"/>
                </a:cubicBezTo>
                <a:cubicBezTo>
                  <a:pt x="6106785" y="1357064"/>
                  <a:pt x="6350877" y="1585480"/>
                  <a:pt x="6635278" y="1585480"/>
                </a:cubicBezTo>
                <a:cubicBezTo>
                  <a:pt x="6798753" y="1585480"/>
                  <a:pt x="6886089" y="1527256"/>
                  <a:pt x="6944313" y="1451118"/>
                </a:cubicBezTo>
                <a:lnTo>
                  <a:pt x="6944313" y="1525017"/>
                </a:lnTo>
                <a:cubicBezTo>
                  <a:pt x="6944313" y="1692970"/>
                  <a:pt x="6823386" y="1782546"/>
                  <a:pt x="6664390" y="1782546"/>
                </a:cubicBezTo>
                <a:cubicBezTo>
                  <a:pt x="6489719" y="1782546"/>
                  <a:pt x="6377750" y="1684013"/>
                  <a:pt x="6330723" y="1630268"/>
                </a:cubicBezTo>
                <a:lnTo>
                  <a:pt x="6124700" y="1802700"/>
                </a:lnTo>
                <a:cubicBezTo>
                  <a:pt x="6171727" y="1856445"/>
                  <a:pt x="6330723" y="2033356"/>
                  <a:pt x="6664390" y="2033356"/>
                </a:cubicBezTo>
                <a:close/>
              </a:path>
            </a:pathLst>
          </a:custGeom>
          <a:solidFill>
            <a:schemeClr val="bg1"/>
          </a:solidFill>
          <a:ln w="8133" cap="flat">
            <a:noFill/>
            <a:prstDash val="solid"/>
            <a:miter/>
          </a:ln>
        </p:spPr>
        <p:txBody>
          <a:bodyPr rtlCol="0" anchor="ctr"/>
          <a:lstStyle/>
          <a:p>
            <a:endParaRPr lang="en-US"/>
          </a:p>
        </p:txBody>
      </p:sp>
    </p:spTree>
    <p:extLst>
      <p:ext uri="{BB962C8B-B14F-4D97-AF65-F5344CB8AC3E}">
        <p14:creationId xmlns:p14="http://schemas.microsoft.com/office/powerpoint/2010/main" val="30284375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A584FB-F7D7-10BC-CD8C-808026742CD2}"/>
              </a:ext>
            </a:extLst>
          </p:cNvPr>
          <p:cNvSpPr>
            <a:spLocks noGrp="1"/>
          </p:cNvSpPr>
          <p:nvPr>
            <p:ph type="title"/>
          </p:nvPr>
        </p:nvSpPr>
        <p:spPr>
          <a:xfrm>
            <a:off x="386555" y="311155"/>
            <a:ext cx="10453689" cy="866775"/>
          </a:xfrm>
          <a:prstGeom prst="rect">
            <a:avLst/>
          </a:prstGeom>
        </p:spPr>
        <p:txBody>
          <a:bodyPr vert="horz" lIns="0" tIns="0" rIns="0" bIns="0" anchor="t">
            <a:noAutofit/>
          </a:bodyPr>
          <a:lstStyle/>
          <a:p>
            <a:r>
              <a:t>Klikk for å redigere tittelstil</a:t>
            </a:r>
          </a:p>
        </p:txBody>
      </p:sp>
      <p:sp>
        <p:nvSpPr>
          <p:cNvPr id="3" name="Text Placeholder 2">
            <a:extLst>
              <a:ext uri="{FF2B5EF4-FFF2-40B4-BE49-F238E27FC236}">
                <a16:creationId xmlns:a16="http://schemas.microsoft.com/office/drawing/2014/main" id="{EFEC639F-D625-AFA2-C000-1E135A11BAE6}"/>
              </a:ext>
            </a:extLst>
          </p:cNvPr>
          <p:cNvSpPr>
            <a:spLocks noGrp="1"/>
          </p:cNvSpPr>
          <p:nvPr>
            <p:ph type="body" idx="1"/>
          </p:nvPr>
        </p:nvSpPr>
        <p:spPr>
          <a:xfrm>
            <a:off x="384174" y="1939925"/>
            <a:ext cx="11422063" cy="4030663"/>
          </a:xfrm>
          <a:prstGeom prst="rect">
            <a:avLst/>
          </a:prstGeom>
        </p:spPr>
        <p:txBody>
          <a:bodyPr vert="horz" lIns="0" tIns="0" rIns="108000" bIns="0">
            <a:noAutofit/>
          </a:bodyPr>
          <a:lstStyle/>
          <a:p>
            <a:pPr lvl="0">
              <a:buNone/>
            </a:pPr>
            <a:r>
              <a:t>Click to edit Master text styles</a:t>
            </a:r>
          </a:p>
          <a:p>
            <a:pPr lvl="1">
              <a:buNone/>
            </a:pPr>
            <a:r>
              <a:t>Second level</a:t>
            </a:r>
          </a:p>
          <a:p>
            <a:pPr lvl="2">
              <a:buNone/>
            </a:pPr>
            <a:r>
              <a:t>Third level</a:t>
            </a:r>
          </a:p>
        </p:txBody>
      </p:sp>
      <p:sp>
        <p:nvSpPr>
          <p:cNvPr id="4" name="Date Placeholder 3">
            <a:extLst>
              <a:ext uri="{FF2B5EF4-FFF2-40B4-BE49-F238E27FC236}">
                <a16:creationId xmlns:a16="http://schemas.microsoft.com/office/drawing/2014/main" id="{B3FBF493-923C-658E-AAD1-8D0637EB19A4}"/>
              </a:ext>
            </a:extLst>
          </p:cNvPr>
          <p:cNvSpPr>
            <a:spLocks noGrp="1"/>
          </p:cNvSpPr>
          <p:nvPr>
            <p:ph type="dt" idx="2"/>
          </p:nvPr>
        </p:nvSpPr>
        <p:spPr>
          <a:xfrm>
            <a:off x="7158039" y="6156327"/>
            <a:ext cx="1746249" cy="341311"/>
          </a:xfrm>
          <a:prstGeom prst="rect">
            <a:avLst/>
          </a:prstGeom>
        </p:spPr>
        <p:txBody>
          <a:bodyPr vert="horz" lIns="0" tIns="0" rIns="0" bIns="0" anchor="b"/>
          <a:lstStyle>
            <a:lvl1pPr algn="l">
              <a:buNone/>
              <a:defRPr sz="800" b="1" cap="all" spc="-40" baseline="0">
                <a:solidFill>
                  <a:schemeClr val="tx1"/>
                </a:solidFill>
              </a:defRPr>
            </a:lvl1pPr>
          </a:lstStyle>
          <a:p>
            <a:endParaRPr/>
          </a:p>
        </p:txBody>
      </p:sp>
      <p:sp>
        <p:nvSpPr>
          <p:cNvPr id="14" name="TextBox 13">
            <a:extLst>
              <a:ext uri="{FF2B5EF4-FFF2-40B4-BE49-F238E27FC236}">
                <a16:creationId xmlns:a16="http://schemas.microsoft.com/office/drawing/2014/main" id="{257175A1-EC10-6BAE-64C9-FE83A83C7B2E}"/>
              </a:ext>
            </a:extLst>
          </p:cNvPr>
          <p:cNvSpPr>
            <a:spLocks noGrp="1"/>
          </p:cNvSpPr>
          <p:nvPr/>
        </p:nvSpPr>
        <p:spPr>
          <a:xfrm>
            <a:off x="384174" y="6157913"/>
            <a:ext cx="1746249" cy="339724"/>
          </a:xfrm>
          <a:prstGeom prst="rect">
            <a:avLst/>
          </a:prstGeom>
          <a:noFill/>
        </p:spPr>
        <p:txBody>
          <a:bodyPr wrap="square" lIns="0" tIns="0" rIns="0" bIns="0" anchor="b">
            <a:noAutofit/>
          </a:bodyPr>
          <a:lstStyle/>
          <a:p>
            <a:pPr marL="0" algn="l" defTabSz="914400">
              <a:buNone/>
            </a:pPr>
            <a:r>
              <a:rPr sz="800" b="1" cap="all" spc="-40">
                <a:solidFill>
                  <a:schemeClr val="tx1"/>
                </a:solidFill>
                <a:latin typeface="+mn-lt"/>
                <a:ea typeface="+mn-lt"/>
                <a:cs typeface="+mn-lt"/>
              </a:rPr>
              <a:t>© Bearingpoint</a:t>
            </a:r>
            <a:endParaRPr sz="800" b="1" kern="1200" cap="all" spc="-40" baseline="0">
              <a:solidFill>
                <a:schemeClr val="tx1"/>
              </a:solidFill>
              <a:latin typeface="+mn-lt"/>
              <a:ea typeface="+mn-lt"/>
              <a:cs typeface="+mn-lt"/>
            </a:endParaRPr>
          </a:p>
        </p:txBody>
      </p:sp>
      <p:sp>
        <p:nvSpPr>
          <p:cNvPr id="10" name="Bearing B symbol">
            <a:extLst>
              <a:ext uri="{FF2B5EF4-FFF2-40B4-BE49-F238E27FC236}">
                <a16:creationId xmlns:a16="http://schemas.microsoft.com/office/drawing/2014/main" id="{74846B37-8E98-3A9F-CBA3-F85E0A474B40}"/>
              </a:ext>
            </a:extLst>
          </p:cNvPr>
          <p:cNvSpPr>
            <a:spLocks noGrp="1"/>
          </p:cNvSpPr>
          <p:nvPr/>
        </p:nvSpPr>
        <p:spPr>
          <a:xfrm>
            <a:off x="11538515" y="358775"/>
            <a:ext cx="269833" cy="244800"/>
          </a:xfrm>
          <a:custGeom>
            <a:avLst/>
            <a:gdLst>
              <a:gd name="connsiteX0" fmla="*/ 6435355 w 7561191"/>
              <a:gd name="connsiteY0" fmla="*/ 15 h 6859726"/>
              <a:gd name="connsiteX1" fmla="*/ 5309518 w 7561191"/>
              <a:gd name="connsiteY1" fmla="*/ 1125856 h 6859726"/>
              <a:gd name="connsiteX2" fmla="*/ 6435355 w 7561191"/>
              <a:gd name="connsiteY2" fmla="*/ 2251689 h 6859726"/>
              <a:gd name="connsiteX3" fmla="*/ 7561191 w 7561191"/>
              <a:gd name="connsiteY3" fmla="*/ 1125856 h 6859726"/>
              <a:gd name="connsiteX4" fmla="*/ 6435355 w 7561191"/>
              <a:gd name="connsiteY4" fmla="*/ 15 h 6859726"/>
              <a:gd name="connsiteX5" fmla="*/ 6435355 w 7561191"/>
              <a:gd name="connsiteY5" fmla="*/ 1666056 h 6859726"/>
              <a:gd name="connsiteX6" fmla="*/ 5895151 w 7561191"/>
              <a:gd name="connsiteY6" fmla="*/ 1125856 h 6859726"/>
              <a:gd name="connsiteX7" fmla="*/ 6435355 w 7561191"/>
              <a:gd name="connsiteY7" fmla="*/ 585656 h 6859726"/>
              <a:gd name="connsiteX8" fmla="*/ 6975540 w 7561191"/>
              <a:gd name="connsiteY8" fmla="*/ 1125856 h 6859726"/>
              <a:gd name="connsiteX9" fmla="*/ 6435355 w 7561191"/>
              <a:gd name="connsiteY9" fmla="*/ 1666056 h 6859726"/>
              <a:gd name="connsiteX10" fmla="*/ 4233431 w 7561191"/>
              <a:gd name="connsiteY10" fmla="*/ 3214272 h 6859726"/>
              <a:gd name="connsiteX11" fmla="*/ 4860606 w 7561191"/>
              <a:gd name="connsiteY11" fmla="*/ 1861926 h 6859726"/>
              <a:gd name="connsiteX12" fmla="*/ 2675294 w 7561191"/>
              <a:gd name="connsiteY12" fmla="*/ 0 h 6859726"/>
              <a:gd name="connsiteX13" fmla="*/ 0 w 7561191"/>
              <a:gd name="connsiteY13" fmla="*/ 0 h 6859726"/>
              <a:gd name="connsiteX14" fmla="*/ 0 w 7561191"/>
              <a:gd name="connsiteY14" fmla="*/ 6859727 h 6859726"/>
              <a:gd name="connsiteX15" fmla="*/ 2743891 w 7561191"/>
              <a:gd name="connsiteY15" fmla="*/ 6859727 h 6859726"/>
              <a:gd name="connsiteX16" fmla="*/ 5105598 w 7561191"/>
              <a:gd name="connsiteY16" fmla="*/ 4841007 h 6859726"/>
              <a:gd name="connsiteX17" fmla="*/ 4233431 w 7561191"/>
              <a:gd name="connsiteY17" fmla="*/ 3214272 h 6859726"/>
              <a:gd name="connsiteX18" fmla="*/ 1234751 w 7561191"/>
              <a:gd name="connsiteY18" fmla="*/ 1097556 h 6859726"/>
              <a:gd name="connsiteX19" fmla="*/ 2704692 w 7561191"/>
              <a:gd name="connsiteY19" fmla="*/ 1097556 h 6859726"/>
              <a:gd name="connsiteX20" fmla="*/ 3625856 w 7561191"/>
              <a:gd name="connsiteY20" fmla="*/ 1930523 h 6859726"/>
              <a:gd name="connsiteX21" fmla="*/ 2714492 w 7561191"/>
              <a:gd name="connsiteY21" fmla="*/ 2763491 h 6859726"/>
              <a:gd name="connsiteX22" fmla="*/ 1234751 w 7561191"/>
              <a:gd name="connsiteY22" fmla="*/ 2763491 h 6859726"/>
              <a:gd name="connsiteX23" fmla="*/ 1234751 w 7561191"/>
              <a:gd name="connsiteY23" fmla="*/ 1097556 h 6859726"/>
              <a:gd name="connsiteX24" fmla="*/ 2773289 w 7561191"/>
              <a:gd name="connsiteY24" fmla="*/ 5762171 h 6859726"/>
              <a:gd name="connsiteX25" fmla="*/ 1234751 w 7561191"/>
              <a:gd name="connsiteY25" fmla="*/ 5762171 h 6859726"/>
              <a:gd name="connsiteX26" fmla="*/ 1234751 w 7561191"/>
              <a:gd name="connsiteY26" fmla="*/ 3861046 h 6859726"/>
              <a:gd name="connsiteX27" fmla="*/ 2773289 w 7561191"/>
              <a:gd name="connsiteY27" fmla="*/ 3861046 h 6859726"/>
              <a:gd name="connsiteX28" fmla="*/ 3851247 w 7561191"/>
              <a:gd name="connsiteY28" fmla="*/ 4811609 h 6859726"/>
              <a:gd name="connsiteX29" fmla="*/ 2773289 w 7561191"/>
              <a:gd name="connsiteY29" fmla="*/ 5762171 h 6859726"/>
            </a:gdLst>
            <a:ahLst/>
            <a:cxnLst/>
            <a:rect l="l" t="t" r="r" b="b"/>
            <a:pathLst>
              <a:path w="7561191" h="6859726">
                <a:moveTo>
                  <a:pt x="6435355" y="15"/>
                </a:moveTo>
                <a:cubicBezTo>
                  <a:pt x="5813667" y="15"/>
                  <a:pt x="5309518" y="504176"/>
                  <a:pt x="5309518" y="1125856"/>
                </a:cubicBezTo>
                <a:cubicBezTo>
                  <a:pt x="5309518" y="1747536"/>
                  <a:pt x="5813667" y="2251689"/>
                  <a:pt x="6435355" y="2251689"/>
                </a:cubicBezTo>
                <a:cubicBezTo>
                  <a:pt x="7057024" y="2251689"/>
                  <a:pt x="7561191" y="1747536"/>
                  <a:pt x="7561191" y="1125856"/>
                </a:cubicBezTo>
                <a:cubicBezTo>
                  <a:pt x="7561191" y="504176"/>
                  <a:pt x="7057408" y="15"/>
                  <a:pt x="6435355" y="15"/>
                </a:cubicBezTo>
                <a:close/>
                <a:moveTo>
                  <a:pt x="6435355" y="1666056"/>
                </a:moveTo>
                <a:cubicBezTo>
                  <a:pt x="6136850" y="1666056"/>
                  <a:pt x="5895151" y="1423964"/>
                  <a:pt x="5895151" y="1125856"/>
                </a:cubicBezTo>
                <a:cubicBezTo>
                  <a:pt x="5895151" y="827747"/>
                  <a:pt x="6137235" y="585656"/>
                  <a:pt x="6435355" y="585656"/>
                </a:cubicBezTo>
                <a:cubicBezTo>
                  <a:pt x="6733456" y="585656"/>
                  <a:pt x="6975540" y="827747"/>
                  <a:pt x="6975540" y="1125856"/>
                </a:cubicBezTo>
                <a:cubicBezTo>
                  <a:pt x="6975540" y="1423964"/>
                  <a:pt x="6733456" y="1666056"/>
                  <a:pt x="6435355" y="1666056"/>
                </a:cubicBezTo>
                <a:close/>
                <a:moveTo>
                  <a:pt x="4233431" y="3214272"/>
                </a:moveTo>
                <a:cubicBezTo>
                  <a:pt x="4664614" y="2890885"/>
                  <a:pt x="4860606" y="2400905"/>
                  <a:pt x="4860606" y="1861926"/>
                </a:cubicBezTo>
                <a:cubicBezTo>
                  <a:pt x="4860606" y="783969"/>
                  <a:pt x="4135435" y="0"/>
                  <a:pt x="2675294" y="0"/>
                </a:cubicBezTo>
                <a:lnTo>
                  <a:pt x="0" y="0"/>
                </a:lnTo>
                <a:lnTo>
                  <a:pt x="0" y="6859727"/>
                </a:lnTo>
                <a:lnTo>
                  <a:pt x="2743891" y="6859727"/>
                </a:lnTo>
                <a:cubicBezTo>
                  <a:pt x="4311829" y="6859727"/>
                  <a:pt x="5105598" y="6046359"/>
                  <a:pt x="5105598" y="4841007"/>
                </a:cubicBezTo>
                <a:cubicBezTo>
                  <a:pt x="5105598" y="4155035"/>
                  <a:pt x="4811609" y="3537659"/>
                  <a:pt x="4233431" y="3214272"/>
                </a:cubicBezTo>
                <a:close/>
                <a:moveTo>
                  <a:pt x="1234751" y="1097556"/>
                </a:moveTo>
                <a:lnTo>
                  <a:pt x="2704692" y="1097556"/>
                </a:lnTo>
                <a:cubicBezTo>
                  <a:pt x="3322068" y="1097556"/>
                  <a:pt x="3625856" y="1420944"/>
                  <a:pt x="3625856" y="1930523"/>
                </a:cubicBezTo>
                <a:cubicBezTo>
                  <a:pt x="3625856" y="2440104"/>
                  <a:pt x="3312267" y="2763491"/>
                  <a:pt x="2714492" y="2763491"/>
                </a:cubicBezTo>
                <a:lnTo>
                  <a:pt x="1234751" y="2763491"/>
                </a:lnTo>
                <a:lnTo>
                  <a:pt x="1234751" y="1097556"/>
                </a:lnTo>
                <a:close/>
                <a:moveTo>
                  <a:pt x="2773289" y="5762171"/>
                </a:moveTo>
                <a:lnTo>
                  <a:pt x="1234751" y="5762171"/>
                </a:lnTo>
                <a:lnTo>
                  <a:pt x="1234751" y="3861046"/>
                </a:lnTo>
                <a:lnTo>
                  <a:pt x="2773289" y="3861046"/>
                </a:lnTo>
                <a:cubicBezTo>
                  <a:pt x="3469063" y="3861046"/>
                  <a:pt x="3851247" y="4213833"/>
                  <a:pt x="3851247" y="4811609"/>
                </a:cubicBezTo>
                <a:cubicBezTo>
                  <a:pt x="3851247" y="5409385"/>
                  <a:pt x="3488661" y="5762171"/>
                  <a:pt x="2773289" y="5762171"/>
                </a:cubicBezTo>
                <a:close/>
              </a:path>
            </a:pathLst>
          </a:custGeom>
          <a:solidFill>
            <a:srgbClr val="000000"/>
          </a:solidFill>
          <a:ln w="7553">
            <a:noFill/>
            <a:prstDash val="solid"/>
          </a:ln>
        </p:spPr>
        <p:txBody>
          <a:bodyPr anchor="ctr"/>
          <a:lstStyle/>
          <a:p>
            <a:endParaRPr/>
          </a:p>
        </p:txBody>
      </p:sp>
      <p:sp>
        <p:nvSpPr>
          <p:cNvPr id="7" name="Masterfeld Pagenumber EN">
            <a:extLst>
              <a:ext uri="{FF2B5EF4-FFF2-40B4-BE49-F238E27FC236}">
                <a16:creationId xmlns:a16="http://schemas.microsoft.com/office/drawing/2014/main" id="{58BB8631-F162-4EE5-6E16-E5BFFE17E9D3}"/>
              </a:ext>
            </a:extLst>
          </p:cNvPr>
          <p:cNvSpPr>
            <a:spLocks noGrp="1"/>
          </p:cNvSpPr>
          <p:nvPr/>
        </p:nvSpPr>
        <p:spPr>
          <a:xfrm>
            <a:off x="11025037" y="6159600"/>
            <a:ext cx="781200" cy="342000"/>
          </a:xfrm>
          <a:prstGeom prst="rect">
            <a:avLst/>
          </a:prstGeom>
        </p:spPr>
        <p:txBody>
          <a:bodyPr vert="horz" lIns="0" tIns="0" rIns="0" bIns="0" anchor="b"/>
          <a:lstStyle/>
          <a:p>
            <a:pPr lvl="0" algn="r">
              <a:buNone/>
            </a:pPr>
            <a:fld id="{06E63411-1BF7-4D8D-8D9A-18407A12D80C}" type="slidenum">
              <a:rPr sz="800" b="1">
                <a:solidFill>
                  <a:schemeClr val="tx1"/>
                </a:solidFill>
              </a:rPr>
              <a:t>‹#›</a:t>
            </a:fld>
            <a:endParaRPr sz="800" b="1">
              <a:solidFill>
                <a:schemeClr val="tx1"/>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Lst>
  <p:hf hdr="0" ftr="0" dt="0"/>
  <p:txStyles>
    <p:titleStyle>
      <a:lvl1pPr algn="l" defTabSz="914400">
        <a:lnSpc>
          <a:spcPct val="90000"/>
        </a:lnSpc>
        <a:spcBef>
          <a:spcPct val="0"/>
        </a:spcBef>
        <a:buNone/>
        <a:defRPr sz="2600" b="1" kern="1200">
          <a:solidFill>
            <a:schemeClr val="tx1"/>
          </a:solidFill>
          <a:latin typeface="+mj-lt"/>
          <a:ea typeface="+mj-lt"/>
          <a:cs typeface="+mj-lt"/>
        </a:defRPr>
      </a:lvl1pPr>
    </p:titleStyle>
    <p:bodyStyle>
      <a:lvl1pPr marL="0" indent="0" algn="l" defTabSz="914400">
        <a:lnSpc>
          <a:spcPct val="100000"/>
        </a:lnSpc>
        <a:spcBef>
          <a:spcPts val="0"/>
        </a:spcBef>
        <a:spcAft>
          <a:spcPts val="600"/>
        </a:spcAft>
        <a:buFont typeface="Arial"/>
        <a:buNone/>
        <a:defRPr sz="1600" kern="1200">
          <a:solidFill>
            <a:schemeClr val="tx1"/>
          </a:solidFill>
          <a:latin typeface="+mn-lt"/>
          <a:ea typeface="+mn-lt"/>
          <a:cs typeface="+mn-lt"/>
        </a:defRPr>
      </a:lvl1pPr>
      <a:lvl2pPr marL="234000" indent="-234000" algn="l" defTabSz="914400">
        <a:lnSpc>
          <a:spcPct val="100000"/>
        </a:lnSpc>
        <a:spcBef>
          <a:spcPts val="0"/>
        </a:spcBef>
        <a:spcAft>
          <a:spcPts val="600"/>
        </a:spcAft>
        <a:buFont typeface="Arial"/>
        <a:buChar char="•"/>
        <a:defRPr sz="1600" kern="1200">
          <a:solidFill>
            <a:schemeClr val="tx1"/>
          </a:solidFill>
          <a:latin typeface="+mn-lt"/>
          <a:ea typeface="+mn-lt"/>
          <a:cs typeface="+mn-lt"/>
        </a:defRPr>
      </a:lvl2pPr>
      <a:lvl3pPr marL="468000" indent="-234000" algn="l" defTabSz="914400">
        <a:lnSpc>
          <a:spcPct val="100000"/>
        </a:lnSpc>
        <a:spcBef>
          <a:spcPts val="0"/>
        </a:spcBef>
        <a:spcAft>
          <a:spcPts val="600"/>
        </a:spcAft>
        <a:buFont typeface="Aptos"/>
        <a:buChar char="−"/>
        <a:defRPr sz="1600" kern="1200">
          <a:solidFill>
            <a:schemeClr val="tx1"/>
          </a:solidFill>
          <a:latin typeface="+mn-lt"/>
          <a:ea typeface="+mn-lt"/>
          <a:cs typeface="+mn-lt"/>
        </a:defRPr>
      </a:lvl3pPr>
      <a:lvl4pPr marL="893763" indent="-174625" algn="l" defTabSz="914400">
        <a:lnSpc>
          <a:spcPct val="100000"/>
        </a:lnSpc>
        <a:spcBef>
          <a:spcPts val="0"/>
        </a:spcBef>
        <a:spcAft>
          <a:spcPts val="600"/>
        </a:spcAft>
        <a:buFont typeface="Aptos"/>
        <a:buChar char="−"/>
        <a:defRPr sz="1800" kern="1200">
          <a:solidFill>
            <a:schemeClr val="tx1"/>
          </a:solidFill>
          <a:latin typeface="+mn-lt"/>
          <a:ea typeface="+mn-lt"/>
          <a:cs typeface="+mn-lt"/>
        </a:defRPr>
      </a:lvl4pPr>
      <a:lvl5pPr marL="1076325" indent="-182563" algn="l" defTabSz="914400">
        <a:lnSpc>
          <a:spcPct val="100000"/>
        </a:lnSpc>
        <a:spcBef>
          <a:spcPts val="0"/>
        </a:spcBef>
        <a:spcAft>
          <a:spcPts val="600"/>
        </a:spcAft>
        <a:buFont typeface="Aptos"/>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53" userDrawn="1">
          <p15:clr>
            <a:srgbClr val="FC736C"/>
          </p15:clr>
        </p15:guide>
        <p15:guide id="54" pos="7680" userDrawn="1">
          <p15:clr>
            <a:srgbClr val="FC736C"/>
          </p15:clr>
        </p15:guide>
        <p15:guide id="55" pos="242" userDrawn="1">
          <p15:clr>
            <a:srgbClr val="FC736C"/>
          </p15:clr>
        </p15:guide>
        <p15:guide id="56" pos="734" userDrawn="1">
          <p15:clr>
            <a:srgbClr val="FC736C"/>
          </p15:clr>
        </p15:guide>
        <p15:guide id="57" pos="852" userDrawn="1">
          <p15:clr>
            <a:srgbClr val="FC736C"/>
          </p15:clr>
        </p15:guide>
        <p15:guide id="58" pos="1343" userDrawn="1">
          <p15:clr>
            <a:srgbClr val="FC736C"/>
          </p15:clr>
        </p15:guide>
        <p15:guide id="59" pos="1461" userDrawn="1">
          <p15:clr>
            <a:srgbClr val="FC736C"/>
          </p15:clr>
        </p15:guide>
        <p15:guide id="60" pos="1952" userDrawn="1">
          <p15:clr>
            <a:srgbClr val="FC736C"/>
          </p15:clr>
        </p15:guide>
        <p15:guide id="61" pos="2070" userDrawn="1">
          <p15:clr>
            <a:srgbClr val="FC736C"/>
          </p15:clr>
        </p15:guide>
        <p15:guide id="62" pos="2562" userDrawn="1">
          <p15:clr>
            <a:srgbClr val="FC736C"/>
          </p15:clr>
        </p15:guide>
        <p15:guide id="63" pos="2680" userDrawn="1">
          <p15:clr>
            <a:srgbClr val="FC736C"/>
          </p15:clr>
        </p15:guide>
        <p15:guide id="64" pos="3171" userDrawn="1">
          <p15:clr>
            <a:srgbClr val="FC736C"/>
          </p15:clr>
        </p15:guide>
        <p15:guide id="65" pos="3289" userDrawn="1">
          <p15:clr>
            <a:srgbClr val="FC736C"/>
          </p15:clr>
        </p15:guide>
        <p15:guide id="66" pos="3781" userDrawn="1">
          <p15:clr>
            <a:srgbClr val="FC736C"/>
          </p15:clr>
        </p15:guide>
        <p15:guide id="67" pos="3898" userDrawn="1">
          <p15:clr>
            <a:srgbClr val="FC736C"/>
          </p15:clr>
        </p15:guide>
        <p15:guide id="68" pos="4390" userDrawn="1">
          <p15:clr>
            <a:srgbClr val="FC736C"/>
          </p15:clr>
        </p15:guide>
        <p15:guide id="69" pos="4508" userDrawn="1">
          <p15:clr>
            <a:srgbClr val="FC736C"/>
          </p15:clr>
        </p15:guide>
        <p15:guide id="70" pos="4999" userDrawn="1">
          <p15:clr>
            <a:srgbClr val="FC736C"/>
          </p15:clr>
        </p15:guide>
        <p15:guide id="71" pos="5117" userDrawn="1">
          <p15:clr>
            <a:srgbClr val="FC736C"/>
          </p15:clr>
        </p15:guide>
        <p15:guide id="72" pos="5609" userDrawn="1">
          <p15:clr>
            <a:srgbClr val="FC736C"/>
          </p15:clr>
        </p15:guide>
        <p15:guide id="73" pos="5727" userDrawn="1">
          <p15:clr>
            <a:srgbClr val="FC736C"/>
          </p15:clr>
        </p15:guide>
        <p15:guide id="74" pos="6218" userDrawn="1">
          <p15:clr>
            <a:srgbClr val="FC736C"/>
          </p15:clr>
        </p15:guide>
        <p15:guide id="75" pos="6336" userDrawn="1">
          <p15:clr>
            <a:srgbClr val="FC736C"/>
          </p15:clr>
        </p15:guide>
        <p15:guide id="76" pos="6827" userDrawn="1">
          <p15:clr>
            <a:srgbClr val="FC736C"/>
          </p15:clr>
        </p15:guide>
        <p15:guide id="77" pos="6945" userDrawn="1">
          <p15:clr>
            <a:srgbClr val="FC736C"/>
          </p15:clr>
        </p15:guide>
        <p15:guide id="78" pos="7437" userDrawn="1">
          <p15:clr>
            <a:srgbClr val="FC736C"/>
          </p15:clr>
        </p15:guide>
        <p15:guide id="79" orient="horz" userDrawn="1">
          <p15:clr>
            <a:srgbClr val="FC736C"/>
          </p15:clr>
        </p15:guide>
        <p15:guide id="80" orient="horz" pos="4320" userDrawn="1">
          <p15:clr>
            <a:srgbClr val="FC736C"/>
          </p15:clr>
        </p15:guide>
        <p15:guide id="81" orient="horz" pos="226" userDrawn="1">
          <p15:clr>
            <a:srgbClr val="FC736C"/>
          </p15:clr>
        </p15:guide>
        <p15:guide id="82" orient="horz" pos="440" userDrawn="1">
          <p15:clr>
            <a:srgbClr val="FC736C"/>
          </p15:clr>
        </p15:guide>
        <p15:guide id="83" orient="horz" pos="558" userDrawn="1">
          <p15:clr>
            <a:srgbClr val="FC736C"/>
          </p15:clr>
        </p15:guide>
        <p15:guide id="84" orient="horz" pos="772" userDrawn="1">
          <p15:clr>
            <a:srgbClr val="FC736C"/>
          </p15:clr>
        </p15:guide>
        <p15:guide id="85" orient="horz" pos="890" userDrawn="1">
          <p15:clr>
            <a:srgbClr val="FC736C"/>
          </p15:clr>
        </p15:guide>
        <p15:guide id="86" orient="horz" pos="1104" userDrawn="1">
          <p15:clr>
            <a:srgbClr val="FC736C"/>
          </p15:clr>
        </p15:guide>
        <p15:guide id="87" orient="horz" pos="1222" userDrawn="1">
          <p15:clr>
            <a:srgbClr val="FC736C"/>
          </p15:clr>
        </p15:guide>
        <p15:guide id="88" orient="horz" pos="1436" userDrawn="1">
          <p15:clr>
            <a:srgbClr val="FC736C"/>
          </p15:clr>
        </p15:guide>
        <p15:guide id="89" orient="horz" pos="1554" userDrawn="1">
          <p15:clr>
            <a:srgbClr val="FC736C"/>
          </p15:clr>
        </p15:guide>
        <p15:guide id="90" orient="horz" pos="1769" userDrawn="1">
          <p15:clr>
            <a:srgbClr val="FC736C"/>
          </p15:clr>
        </p15:guide>
        <p15:guide id="91" orient="horz" pos="1886" userDrawn="1">
          <p15:clr>
            <a:srgbClr val="FC736C"/>
          </p15:clr>
        </p15:guide>
        <p15:guide id="92" orient="horz" pos="2101" userDrawn="1">
          <p15:clr>
            <a:srgbClr val="FC736C"/>
          </p15:clr>
        </p15:guide>
        <p15:guide id="93" orient="horz" pos="2228" userDrawn="1">
          <p15:clr>
            <a:srgbClr val="FC736C"/>
          </p15:clr>
        </p15:guide>
        <p15:guide id="94" orient="horz" pos="2433" userDrawn="1">
          <p15:clr>
            <a:srgbClr val="FC736C"/>
          </p15:clr>
        </p15:guide>
        <p15:guide id="95" orient="horz" pos="2550" userDrawn="1">
          <p15:clr>
            <a:srgbClr val="FC736C"/>
          </p15:clr>
        </p15:guide>
        <p15:guide id="96" orient="horz" pos="2765" userDrawn="1">
          <p15:clr>
            <a:srgbClr val="FC736C"/>
          </p15:clr>
        </p15:guide>
        <p15:guide id="97" orient="horz" pos="2883" userDrawn="1">
          <p15:clr>
            <a:srgbClr val="FC736C"/>
          </p15:clr>
        </p15:guide>
        <p15:guide id="98" orient="horz" pos="3097" userDrawn="1">
          <p15:clr>
            <a:srgbClr val="FC736C"/>
          </p15:clr>
        </p15:guide>
        <p15:guide id="99" orient="horz" pos="3215" userDrawn="1">
          <p15:clr>
            <a:srgbClr val="FC736C"/>
          </p15:clr>
        </p15:guide>
        <p15:guide id="100" orient="horz" pos="3429" userDrawn="1">
          <p15:clr>
            <a:srgbClr val="FC736C"/>
          </p15:clr>
        </p15:guide>
        <p15:guide id="101" orient="horz" pos="3547" userDrawn="1">
          <p15:clr>
            <a:srgbClr val="FC736C"/>
          </p15:clr>
        </p15:guide>
        <p15:guide id="102" orient="horz" pos="3770" userDrawn="1">
          <p15:clr>
            <a:srgbClr val="FC736C"/>
          </p15:clr>
        </p15:guide>
        <p15:guide id="103" orient="horz" pos="3879" userDrawn="1">
          <p15:clr>
            <a:srgbClr val="FC736C"/>
          </p15:clr>
        </p15:guide>
        <p15:guide id="104" orient="horz" pos="4093" userDrawn="1">
          <p15:clr>
            <a:srgbClr val="FC736C"/>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0.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6.xml"/><Relationship Id="rId1" Type="http://schemas.openxmlformats.org/officeDocument/2006/relationships/tags" Target="../tags/tag5.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4.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video" Target="https://www.youtube.com/embed/SPIyRrohl88?feature=oembed" TargetMode="External"/><Relationship Id="rId4" Type="http://schemas.openxmlformats.org/officeDocument/2006/relationships/image" Target="../media/image3.jpeg"/></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Layout" Target="../slideLayouts/slideLayout13.xml"/><Relationship Id="rId1" Type="http://schemas.openxmlformats.org/officeDocument/2006/relationships/tags" Target="../tags/tag10.xml"/><Relationship Id="rId4" Type="http://schemas.openxmlformats.org/officeDocument/2006/relationships/image" Target="../media/image5.svg"/></Relationships>
</file>

<file path=ppt/slides/_rels/slide7.xml.rels><?xml version="1.0" encoding="UTF-8" standalone="yes"?>
<Relationships xmlns="http://schemas.openxmlformats.org/package/2006/relationships"><Relationship Id="rId8" Type="http://schemas.openxmlformats.org/officeDocument/2006/relationships/tags" Target="../tags/tag18.xml"/><Relationship Id="rId13" Type="http://schemas.openxmlformats.org/officeDocument/2006/relationships/tags" Target="../tags/tag23.xml"/><Relationship Id="rId18" Type="http://schemas.openxmlformats.org/officeDocument/2006/relationships/tags" Target="../tags/tag28.xml"/><Relationship Id="rId3" Type="http://schemas.openxmlformats.org/officeDocument/2006/relationships/tags" Target="../tags/tag13.xml"/><Relationship Id="rId21" Type="http://schemas.openxmlformats.org/officeDocument/2006/relationships/slideLayout" Target="../slideLayouts/slideLayout12.xml"/><Relationship Id="rId7" Type="http://schemas.openxmlformats.org/officeDocument/2006/relationships/tags" Target="../tags/tag17.xml"/><Relationship Id="rId12" Type="http://schemas.openxmlformats.org/officeDocument/2006/relationships/tags" Target="../tags/tag22.xml"/><Relationship Id="rId17" Type="http://schemas.openxmlformats.org/officeDocument/2006/relationships/tags" Target="../tags/tag27.xml"/><Relationship Id="rId2" Type="http://schemas.openxmlformats.org/officeDocument/2006/relationships/tags" Target="../tags/tag12.xml"/><Relationship Id="rId16" Type="http://schemas.openxmlformats.org/officeDocument/2006/relationships/tags" Target="../tags/tag26.xml"/><Relationship Id="rId20" Type="http://schemas.openxmlformats.org/officeDocument/2006/relationships/tags" Target="../tags/tag30.xml"/><Relationship Id="rId1" Type="http://schemas.openxmlformats.org/officeDocument/2006/relationships/tags" Target="../tags/tag11.xml"/><Relationship Id="rId6" Type="http://schemas.openxmlformats.org/officeDocument/2006/relationships/tags" Target="../tags/tag16.xml"/><Relationship Id="rId11" Type="http://schemas.openxmlformats.org/officeDocument/2006/relationships/tags" Target="../tags/tag21.xml"/><Relationship Id="rId5" Type="http://schemas.openxmlformats.org/officeDocument/2006/relationships/tags" Target="../tags/tag15.xml"/><Relationship Id="rId15" Type="http://schemas.openxmlformats.org/officeDocument/2006/relationships/tags" Target="../tags/tag25.xml"/><Relationship Id="rId10" Type="http://schemas.openxmlformats.org/officeDocument/2006/relationships/tags" Target="../tags/tag20.xml"/><Relationship Id="rId19" Type="http://schemas.openxmlformats.org/officeDocument/2006/relationships/tags" Target="../tags/tag29.xml"/><Relationship Id="rId4" Type="http://schemas.openxmlformats.org/officeDocument/2006/relationships/tags" Target="../tags/tag14.xml"/><Relationship Id="rId9" Type="http://schemas.openxmlformats.org/officeDocument/2006/relationships/tags" Target="../tags/tag19.xml"/><Relationship Id="rId14" Type="http://schemas.openxmlformats.org/officeDocument/2006/relationships/tags" Target="../tags/tag24.xml"/><Relationship Id="rId22" Type="http://schemas.openxmlformats.org/officeDocument/2006/relationships/image" Target="../media/image6.png"/></Relationships>
</file>

<file path=ppt/slides/_rels/slide8.xml.rels><?xml version="1.0" encoding="UTF-8" standalone="yes"?>
<Relationships xmlns="http://schemas.openxmlformats.org/package/2006/relationships"><Relationship Id="rId8" Type="http://schemas.openxmlformats.org/officeDocument/2006/relationships/tags" Target="../tags/tag38.xml"/><Relationship Id="rId3" Type="http://schemas.openxmlformats.org/officeDocument/2006/relationships/tags" Target="../tags/tag33.xml"/><Relationship Id="rId7" Type="http://schemas.openxmlformats.org/officeDocument/2006/relationships/tags" Target="../tags/tag37.xml"/><Relationship Id="rId12" Type="http://schemas.openxmlformats.org/officeDocument/2006/relationships/notesSlide" Target="../notesSlides/notesSlide6.xml"/><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tags" Target="../tags/tag36.xml"/><Relationship Id="rId11" Type="http://schemas.openxmlformats.org/officeDocument/2006/relationships/slideLayout" Target="../slideLayouts/slideLayout12.xml"/><Relationship Id="rId5" Type="http://schemas.openxmlformats.org/officeDocument/2006/relationships/tags" Target="../tags/tag35.xml"/><Relationship Id="rId10" Type="http://schemas.openxmlformats.org/officeDocument/2006/relationships/tags" Target="../tags/tag40.xml"/><Relationship Id="rId4" Type="http://schemas.openxmlformats.org/officeDocument/2006/relationships/tags" Target="../tags/tag34.xml"/><Relationship Id="rId9" Type="http://schemas.openxmlformats.org/officeDocument/2006/relationships/tags" Target="../tags/tag39.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3.xml"/><Relationship Id="rId1" Type="http://schemas.openxmlformats.org/officeDocument/2006/relationships/tags" Target="../tags/tag41.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43.xml"/><Relationship Id="rId1" Type="http://schemas.openxmlformats.org/officeDocument/2006/relationships/tags" Target="../tags/tag4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45.xml"/><Relationship Id="rId1" Type="http://schemas.openxmlformats.org/officeDocument/2006/relationships/tags" Target="../tags/tag44.xml"/><Relationship Id="rId5" Type="http://schemas.openxmlformats.org/officeDocument/2006/relationships/image" Target="../media/image12.png"/><Relationship Id="rId4" Type="http://schemas.openxmlformats.org/officeDocument/2006/relationships/image" Target="../media/image11.jpe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47.xml"/><Relationship Id="rId1" Type="http://schemas.openxmlformats.org/officeDocument/2006/relationships/tags" Target="../tags/tag46.xml"/><Relationship Id="rId4"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0.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0.xml"/><Relationship Id="rId5" Type="http://schemas.openxmlformats.org/officeDocument/2006/relationships/image" Target="../media/image15.png"/><Relationship Id="rId4" Type="http://schemas.openxmlformats.org/officeDocument/2006/relationships/hyperlink" Target="https://github.com/lmaustad"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0.xml"/><Relationship Id="rId5" Type="http://schemas.openxmlformats.org/officeDocument/2006/relationships/image" Target="../media/image19.png"/><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3" name="Title 1">
            <a:extLst>
              <a:ext uri="{FF2B5EF4-FFF2-40B4-BE49-F238E27FC236}">
                <a16:creationId xmlns:a16="http://schemas.microsoft.com/office/drawing/2014/main" id="{2F620DAD-1B61-93C3-530B-9B622B667CD8}"/>
              </a:ext>
            </a:extLst>
          </p:cNvPr>
          <p:cNvSpPr>
            <a:spLocks noGrp="1"/>
          </p:cNvSpPr>
          <p:nvPr>
            <p:ph type="title"/>
          </p:nvPr>
        </p:nvSpPr>
        <p:spPr/>
        <p:txBody>
          <a:bodyPr>
            <a:noAutofit/>
          </a:bodyPr>
          <a:lstStyle>
            <a:lvl1pPr>
              <a:lnSpc>
                <a:spcPct val="80000"/>
              </a:lnSpc>
              <a:buNone/>
              <a:defRPr sz="7000"/>
            </a:lvl1pPr>
          </a:lstStyle>
          <a:p>
            <a:r>
              <a:t>Data engineering</a:t>
            </a:r>
          </a:p>
          <a:p>
            <a:r>
              <a:rPr err="1"/>
              <a:t>i</a:t>
            </a:r>
            <a:r>
              <a:t> </a:t>
            </a:r>
            <a:r>
              <a:rPr err="1"/>
              <a:t>praksis</a:t>
            </a:r>
            <a:endParaRPr/>
          </a:p>
        </p:txBody>
      </p:sp>
      <p:sp>
        <p:nvSpPr>
          <p:cNvPr id="2" name="Text Placeholder 6">
            <a:extLst>
              <a:ext uri="{FF2B5EF4-FFF2-40B4-BE49-F238E27FC236}">
                <a16:creationId xmlns:a16="http://schemas.microsoft.com/office/drawing/2014/main" id="{CEC21A32-3B29-FB79-375A-AFF484FAE380}"/>
              </a:ext>
            </a:extLst>
          </p:cNvPr>
          <p:cNvSpPr>
            <a:spLocks noGrp="1"/>
          </p:cNvSpPr>
          <p:nvPr>
            <p:ph type="body" idx="10"/>
          </p:nvPr>
        </p:nvSpPr>
        <p:spPr/>
        <p:txBody>
          <a:bodyPr/>
          <a:lstStyle>
            <a:lvl1pPr marL="0" indent="0">
              <a:spcAft>
                <a:spcPts val="1800"/>
              </a:spcAft>
              <a:buNone/>
              <a:defRPr/>
            </a:lvl1pPr>
            <a:lvl2pPr marL="180975" indent="0">
              <a:buNone/>
              <a:defRPr/>
            </a:lvl2pPr>
            <a:lvl3pPr marL="361950" indent="0">
              <a:buNone/>
              <a:defRPr/>
            </a:lvl3pPr>
            <a:lvl4pPr marL="542925" indent="0">
              <a:buNone/>
              <a:defRPr/>
            </a:lvl4pPr>
            <a:lvl5pPr marL="714375" indent="0">
              <a:buNone/>
              <a:defRPr/>
            </a:lvl5pPr>
          </a:lstStyle>
          <a:p>
            <a:pPr lvl="0">
              <a:buNone/>
            </a:pPr>
            <a:r>
              <a:t>Fra </a:t>
            </a:r>
            <a:r>
              <a:rPr err="1"/>
              <a:t>rå</a:t>
            </a:r>
            <a:r>
              <a:t> </a:t>
            </a:r>
            <a:r>
              <a:rPr err="1"/>
              <a:t>fiskeridata</a:t>
            </a:r>
            <a:r>
              <a:t> </a:t>
            </a:r>
            <a:r>
              <a:rPr err="1"/>
              <a:t>til</a:t>
            </a:r>
            <a:r>
              <a:t> prognose </a:t>
            </a:r>
            <a:r>
              <a:rPr err="1"/>
              <a:t>og</a:t>
            </a:r>
            <a:r>
              <a:t> dashboard</a:t>
            </a:r>
            <a:r>
              <a:rPr lang="nb-NO"/>
              <a:t> gjennom </a:t>
            </a:r>
            <a:r>
              <a:rPr lang="nb-NO" err="1"/>
              <a:t>Databricks</a:t>
            </a:r>
            <a:endParaRPr/>
          </a:p>
          <a:p>
            <a:pPr lvl="0">
              <a:buNone/>
            </a:pPr>
            <a:r>
              <a:rPr err="1"/>
              <a:t>Abakus</a:t>
            </a:r>
            <a:r>
              <a:t>, NTNU</a:t>
            </a:r>
          </a:p>
          <a:p>
            <a:pPr lvl="0">
              <a:buNone/>
            </a:pPr>
            <a:r>
              <a:rPr err="1"/>
              <a:t>Torsdag</a:t>
            </a:r>
            <a:r>
              <a:t> 24. </a:t>
            </a:r>
            <a:r>
              <a:rPr err="1"/>
              <a:t>september</a:t>
            </a:r>
            <a:r>
              <a:t> 2026  |  16.15–19.15</a:t>
            </a:r>
          </a:p>
        </p:txBody>
      </p:sp>
    </p:spTree>
    <p:extLst>
      <p:ext uri="{BB962C8B-B14F-4D97-AF65-F5344CB8AC3E}">
        <p14:creationId xmlns:p14="http://schemas.microsoft.com/office/powerpoint/2010/main" val="7028334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24" name="eyebrow">
            <a:extLst>
              <a:ext uri="{FF2B5EF4-FFF2-40B4-BE49-F238E27FC236}">
                <a16:creationId xmlns:a16="http://schemas.microsoft.com/office/drawing/2014/main" id="{037C41A4-F259-4C6B-8735-1186056DF9A0}"/>
              </a:ext>
            </a:extLst>
          </p:cNvPr>
          <p:cNvSpPr>
            <a:spLocks noGrp="1"/>
          </p:cNvSpPr>
          <p:nvPr/>
        </p:nvSpPr>
        <p:spPr>
          <a:xfrm>
            <a:off x="400050" y="228600"/>
            <a:ext cx="3143250" cy="209550"/>
          </a:xfrm>
          <a:prstGeom prst="rect">
            <a:avLst/>
          </a:prstGeom>
          <a:noFill/>
          <a:ln w="0">
            <a:noFill/>
          </a:ln>
        </p:spPr>
        <p:txBody>
          <a:bodyPr anchor="t">
            <a:noAutofit/>
          </a:bodyPr>
          <a:lstStyle/>
          <a:p>
            <a:pPr algn="l">
              <a:lnSpc>
                <a:spcPct val="100000"/>
              </a:lnSpc>
              <a:buNone/>
              <a:defRPr sz="975" b="1">
                <a:solidFill>
                  <a:srgbClr val="E55158"/>
                </a:solidFill>
                <a:latin typeface="Aptos"/>
                <a:ea typeface="Aptos"/>
                <a:cs typeface="Aptos"/>
              </a:defRPr>
            </a:pPr>
            <a:r>
              <a:rPr sz="975" b="1">
                <a:solidFill>
                  <a:srgbClr val="E55158"/>
                </a:solidFill>
                <a:latin typeface="Aptos"/>
                <a:ea typeface="Aptos"/>
                <a:cs typeface="Aptos"/>
              </a:rPr>
              <a:t>16.15–19.15</a:t>
            </a:r>
          </a:p>
        </p:txBody>
      </p:sp>
      <p:sp>
        <p:nvSpPr>
          <p:cNvPr id="2" name="slide-title">
            <a:extLst>
              <a:ext uri="{FF2B5EF4-FFF2-40B4-BE49-F238E27FC236}">
                <a16:creationId xmlns:a16="http://schemas.microsoft.com/office/drawing/2014/main" id="{C2A26D0B-FD1A-4857-9468-526DE41AE741}"/>
              </a:ext>
            </a:extLst>
          </p:cNvPr>
          <p:cNvSpPr>
            <a:spLocks noGrp="1"/>
          </p:cNvSpPr>
          <p:nvPr/>
        </p:nvSpPr>
        <p:spPr>
          <a:xfrm>
            <a:off x="400050" y="476250"/>
            <a:ext cx="10668000" cy="609600"/>
          </a:xfrm>
          <a:prstGeom prst="rect">
            <a:avLst/>
          </a:prstGeom>
          <a:noFill/>
          <a:ln w="0">
            <a:noFill/>
          </a:ln>
        </p:spPr>
        <p:txBody>
          <a:bodyPr anchor="t">
            <a:noAutofit/>
          </a:bodyPr>
          <a:lstStyle/>
          <a:p>
            <a:pPr algn="l">
              <a:lnSpc>
                <a:spcPct val="100000"/>
              </a:lnSpc>
              <a:buNone/>
              <a:defRPr sz="2850" b="1">
                <a:solidFill>
                  <a:srgbClr val="000000"/>
                </a:solidFill>
                <a:latin typeface="Aptos Display"/>
                <a:ea typeface="Aptos Display"/>
                <a:cs typeface="Aptos Display"/>
              </a:defRPr>
            </a:pPr>
            <a:r>
              <a:rPr sz="2850" b="1">
                <a:solidFill>
                  <a:srgbClr val="000000"/>
                </a:solidFill>
                <a:latin typeface="Aptos Display"/>
                <a:ea typeface="Aptos Display"/>
                <a:cs typeface="Aptos Display"/>
              </a:rPr>
              <a:t>Program for ettermiddagen</a:t>
            </a:r>
          </a:p>
        </p:txBody>
      </p:sp>
      <p:sp>
        <p:nvSpPr>
          <p:cNvPr id="3" name="Rett linje 2">
            <a:extLst>
              <a:ext uri="{FF2B5EF4-FFF2-40B4-BE49-F238E27FC236}">
                <a16:creationId xmlns:a16="http://schemas.microsoft.com/office/drawing/2014/main" id="{D63D8929-48FA-4B77-8A9F-16848D7F8138}"/>
              </a:ext>
            </a:extLst>
          </p:cNvPr>
          <p:cNvSpPr>
            <a:spLocks noGrp="1"/>
          </p:cNvSpPr>
          <p:nvPr/>
        </p:nvSpPr>
        <p:spPr>
          <a:xfrm>
            <a:off x="400050" y="1152525"/>
            <a:ext cx="1171575" cy="1"/>
          </a:xfrm>
          <a:prstGeom prst="line">
            <a:avLst/>
          </a:prstGeom>
          <a:noFill/>
          <a:ln w="19050">
            <a:solidFill>
              <a:srgbClr val="FF3D47"/>
            </a:solidFill>
          </a:ln>
        </p:spPr>
        <p:txBody>
          <a:bodyPr/>
          <a:lstStyle/>
          <a:p>
            <a:endParaRPr lang="nb-NO"/>
          </a:p>
        </p:txBody>
      </p:sp>
      <p:sp>
        <p:nvSpPr>
          <p:cNvPr id="4" name="Rett linje 3">
            <a:extLst>
              <a:ext uri="{FF2B5EF4-FFF2-40B4-BE49-F238E27FC236}">
                <a16:creationId xmlns:a16="http://schemas.microsoft.com/office/drawing/2014/main" id="{A3A5D04E-73C8-43F5-9894-E398835F118A}"/>
              </a:ext>
            </a:extLst>
          </p:cNvPr>
          <p:cNvSpPr>
            <a:spLocks noGrp="1"/>
          </p:cNvSpPr>
          <p:nvPr/>
        </p:nvSpPr>
        <p:spPr>
          <a:xfrm>
            <a:off x="1123950" y="2305050"/>
            <a:ext cx="9925050" cy="1"/>
          </a:xfrm>
          <a:prstGeom prst="line">
            <a:avLst/>
          </a:prstGeom>
          <a:noFill/>
          <a:ln w="47625">
            <a:solidFill>
              <a:srgbClr val="CCC1BC"/>
            </a:solidFill>
          </a:ln>
        </p:spPr>
        <p:txBody>
          <a:bodyPr/>
          <a:lstStyle/>
          <a:p>
            <a:endParaRPr lang="nb-NO"/>
          </a:p>
        </p:txBody>
      </p:sp>
      <p:sp>
        <p:nvSpPr>
          <p:cNvPr id="5" name="Ellipse 4">
            <a:extLst>
              <a:ext uri="{FF2B5EF4-FFF2-40B4-BE49-F238E27FC236}">
                <a16:creationId xmlns:a16="http://schemas.microsoft.com/office/drawing/2014/main" id="{8EBD8F82-2482-4B3A-A2B4-477C98AEFF6C}"/>
              </a:ext>
            </a:extLst>
          </p:cNvPr>
          <p:cNvSpPr>
            <a:spLocks noGrp="1"/>
          </p:cNvSpPr>
          <p:nvPr/>
        </p:nvSpPr>
        <p:spPr>
          <a:xfrm>
            <a:off x="1009650" y="2190750"/>
            <a:ext cx="228600" cy="228600"/>
          </a:xfrm>
          <a:prstGeom prst="ellipse">
            <a:avLst/>
          </a:prstGeom>
          <a:solidFill>
            <a:srgbClr val="FF3D47"/>
          </a:solidFill>
          <a:ln w="0">
            <a:noFill/>
          </a:ln>
        </p:spPr>
        <p:txBody>
          <a:bodyPr/>
          <a:lstStyle/>
          <a:p>
            <a:endParaRPr lang="nb-NO"/>
          </a:p>
        </p:txBody>
      </p:sp>
      <p:sp>
        <p:nvSpPr>
          <p:cNvPr id="6" name="Rektangel 5">
            <a:extLst>
              <a:ext uri="{FF2B5EF4-FFF2-40B4-BE49-F238E27FC236}">
                <a16:creationId xmlns:a16="http://schemas.microsoft.com/office/drawing/2014/main" id="{2017EF6D-AAF2-4D91-B91E-EF77787D7084}"/>
              </a:ext>
            </a:extLst>
          </p:cNvPr>
          <p:cNvSpPr>
            <a:spLocks noGrp="1"/>
          </p:cNvSpPr>
          <p:nvPr/>
        </p:nvSpPr>
        <p:spPr>
          <a:xfrm>
            <a:off x="400050" y="2647950"/>
            <a:ext cx="1447800" cy="266700"/>
          </a:xfrm>
          <a:prstGeom prst="rect">
            <a:avLst/>
          </a:prstGeom>
          <a:noFill/>
          <a:ln w="0">
            <a:noFill/>
          </a:ln>
        </p:spPr>
        <p:txBody>
          <a:bodyPr anchor="t">
            <a:noAutofit/>
          </a:bodyPr>
          <a:lstStyle/>
          <a:p>
            <a:pPr algn="ctr">
              <a:lnSpc>
                <a:spcPct val="100000"/>
              </a:lnSpc>
              <a:buNone/>
              <a:defRPr sz="1275" b="1">
                <a:solidFill>
                  <a:srgbClr val="000000"/>
                </a:solidFill>
                <a:latin typeface="Aptos"/>
                <a:ea typeface="Aptos"/>
                <a:cs typeface="Aptos"/>
              </a:defRPr>
            </a:pPr>
            <a:r>
              <a:rPr sz="1275" b="1">
                <a:solidFill>
                  <a:srgbClr val="000000"/>
                </a:solidFill>
                <a:latin typeface="Aptos"/>
                <a:ea typeface="Aptos"/>
                <a:cs typeface="Aptos"/>
              </a:rPr>
              <a:t>16.15</a:t>
            </a:r>
          </a:p>
        </p:txBody>
      </p:sp>
      <p:sp>
        <p:nvSpPr>
          <p:cNvPr id="7" name="Rektangel 6">
            <a:extLst>
              <a:ext uri="{FF2B5EF4-FFF2-40B4-BE49-F238E27FC236}">
                <a16:creationId xmlns:a16="http://schemas.microsoft.com/office/drawing/2014/main" id="{53A5F876-466B-4DFF-9247-CAE3E460262E}"/>
              </a:ext>
            </a:extLst>
          </p:cNvPr>
          <p:cNvSpPr>
            <a:spLocks noGrp="1"/>
          </p:cNvSpPr>
          <p:nvPr/>
        </p:nvSpPr>
        <p:spPr>
          <a:xfrm>
            <a:off x="266700" y="3009900"/>
            <a:ext cx="1714500" cy="704850"/>
          </a:xfrm>
          <a:prstGeom prst="rect">
            <a:avLst/>
          </a:prstGeom>
          <a:noFill/>
          <a:ln w="0">
            <a:noFill/>
          </a:ln>
        </p:spPr>
        <p:txBody>
          <a:bodyPr anchor="t">
            <a:noAutofit/>
          </a:bodyPr>
          <a:lstStyle/>
          <a:p>
            <a:pPr algn="ctr">
              <a:lnSpc>
                <a:spcPct val="100000"/>
              </a:lnSpc>
              <a:buNone/>
              <a:defRPr sz="1425" b="0">
                <a:solidFill>
                  <a:srgbClr val="000000"/>
                </a:solidFill>
                <a:latin typeface="Aptos"/>
                <a:ea typeface="Aptos"/>
                <a:cs typeface="Aptos"/>
              </a:defRPr>
            </a:pPr>
            <a:r>
              <a:rPr sz="1425" b="0">
                <a:solidFill>
                  <a:srgbClr val="000000"/>
                </a:solidFill>
                <a:latin typeface="Aptos"/>
                <a:ea typeface="Aptos"/>
                <a:cs typeface="Aptos"/>
              </a:rPr>
              <a:t>Intro </a:t>
            </a:r>
            <a:r>
              <a:rPr lang="nb-NO" sz="1425" b="0">
                <a:solidFill>
                  <a:srgbClr val="000000"/>
                </a:solidFill>
                <a:latin typeface="Aptos"/>
                <a:ea typeface="Aptos"/>
                <a:cs typeface="Aptos"/>
              </a:rPr>
              <a:t>til </a:t>
            </a:r>
            <a:r>
              <a:rPr lang="nb-NO" sz="1425" b="0" err="1">
                <a:solidFill>
                  <a:srgbClr val="000000"/>
                </a:solidFill>
                <a:latin typeface="Aptos"/>
                <a:ea typeface="Aptos"/>
                <a:cs typeface="Aptos"/>
              </a:rPr>
              <a:t>BearingPoint</a:t>
            </a:r>
            <a:r>
              <a:rPr lang="nb-NO" sz="1425" b="0">
                <a:solidFill>
                  <a:srgbClr val="000000"/>
                </a:solidFill>
                <a:latin typeface="Aptos"/>
                <a:ea typeface="Aptos"/>
                <a:cs typeface="Aptos"/>
              </a:rPr>
              <a:t> </a:t>
            </a:r>
            <a:r>
              <a:rPr sz="1425" b="0" err="1">
                <a:solidFill>
                  <a:srgbClr val="000000"/>
                </a:solidFill>
                <a:latin typeface="Aptos"/>
                <a:ea typeface="Aptos"/>
                <a:cs typeface="Aptos"/>
              </a:rPr>
              <a:t>og</a:t>
            </a:r>
            <a:r>
              <a:rPr lang="nb-NO" sz="1425" b="0">
                <a:solidFill>
                  <a:srgbClr val="000000"/>
                </a:solidFill>
                <a:latin typeface="Aptos"/>
                <a:ea typeface="Aptos"/>
                <a:cs typeface="Aptos"/>
              </a:rPr>
              <a:t> kurs</a:t>
            </a:r>
            <a:r>
              <a:rPr sz="1425" b="0" err="1">
                <a:solidFill>
                  <a:srgbClr val="000000"/>
                </a:solidFill>
                <a:latin typeface="Aptos"/>
                <a:ea typeface="Aptos"/>
                <a:cs typeface="Aptos"/>
              </a:rPr>
              <a:t>oppsett</a:t>
            </a:r>
            <a:endParaRPr sz="1425" b="0">
              <a:solidFill>
                <a:srgbClr val="000000"/>
              </a:solidFill>
              <a:latin typeface="Aptos"/>
              <a:ea typeface="Aptos"/>
              <a:cs typeface="Aptos"/>
            </a:endParaRPr>
          </a:p>
        </p:txBody>
      </p:sp>
      <p:sp>
        <p:nvSpPr>
          <p:cNvPr id="8" name="Ellipse 7">
            <a:extLst>
              <a:ext uri="{FF2B5EF4-FFF2-40B4-BE49-F238E27FC236}">
                <a16:creationId xmlns:a16="http://schemas.microsoft.com/office/drawing/2014/main" id="{4869FACA-9603-4374-9C65-948236C35038}"/>
              </a:ext>
            </a:extLst>
          </p:cNvPr>
          <p:cNvSpPr>
            <a:spLocks noGrp="1"/>
          </p:cNvSpPr>
          <p:nvPr/>
        </p:nvSpPr>
        <p:spPr>
          <a:xfrm>
            <a:off x="3219450" y="2190750"/>
            <a:ext cx="228600" cy="228600"/>
          </a:xfrm>
          <a:prstGeom prst="ellipse">
            <a:avLst/>
          </a:prstGeom>
          <a:solidFill>
            <a:srgbClr val="FF3D47"/>
          </a:solidFill>
          <a:ln w="0">
            <a:noFill/>
          </a:ln>
        </p:spPr>
        <p:txBody>
          <a:bodyPr/>
          <a:lstStyle/>
          <a:p>
            <a:endParaRPr lang="nb-NO"/>
          </a:p>
        </p:txBody>
      </p:sp>
      <p:sp>
        <p:nvSpPr>
          <p:cNvPr id="9" name="Rektangel 8">
            <a:extLst>
              <a:ext uri="{FF2B5EF4-FFF2-40B4-BE49-F238E27FC236}">
                <a16:creationId xmlns:a16="http://schemas.microsoft.com/office/drawing/2014/main" id="{0BBB3A49-862B-44EC-AEEA-9ED365B63EE2}"/>
              </a:ext>
            </a:extLst>
          </p:cNvPr>
          <p:cNvSpPr>
            <a:spLocks noGrp="1"/>
          </p:cNvSpPr>
          <p:nvPr/>
        </p:nvSpPr>
        <p:spPr>
          <a:xfrm>
            <a:off x="2609850" y="2647950"/>
            <a:ext cx="1447800" cy="266700"/>
          </a:xfrm>
          <a:prstGeom prst="rect">
            <a:avLst/>
          </a:prstGeom>
          <a:noFill/>
          <a:ln w="0">
            <a:noFill/>
          </a:ln>
        </p:spPr>
        <p:txBody>
          <a:bodyPr anchor="t">
            <a:noAutofit/>
          </a:bodyPr>
          <a:lstStyle/>
          <a:p>
            <a:pPr algn="ctr">
              <a:lnSpc>
                <a:spcPct val="100000"/>
              </a:lnSpc>
              <a:buNone/>
              <a:defRPr sz="1275" b="1">
                <a:solidFill>
                  <a:srgbClr val="000000"/>
                </a:solidFill>
                <a:latin typeface="Aptos"/>
                <a:ea typeface="Aptos"/>
                <a:cs typeface="Aptos"/>
              </a:defRPr>
            </a:pPr>
            <a:r>
              <a:rPr sz="1275" b="1">
                <a:solidFill>
                  <a:srgbClr val="000000"/>
                </a:solidFill>
                <a:latin typeface="Aptos"/>
                <a:ea typeface="Aptos"/>
                <a:cs typeface="Aptos"/>
              </a:rPr>
              <a:t>Del 1</a:t>
            </a:r>
          </a:p>
        </p:txBody>
      </p:sp>
      <p:sp>
        <p:nvSpPr>
          <p:cNvPr id="10" name="Rektangel 9">
            <a:extLst>
              <a:ext uri="{FF2B5EF4-FFF2-40B4-BE49-F238E27FC236}">
                <a16:creationId xmlns:a16="http://schemas.microsoft.com/office/drawing/2014/main" id="{1D58BB2B-E234-4B38-9E25-5F5B7164E87E}"/>
              </a:ext>
            </a:extLst>
          </p:cNvPr>
          <p:cNvSpPr>
            <a:spLocks noGrp="1"/>
          </p:cNvSpPr>
          <p:nvPr/>
        </p:nvSpPr>
        <p:spPr>
          <a:xfrm>
            <a:off x="2476500" y="3009900"/>
            <a:ext cx="1714500" cy="704850"/>
          </a:xfrm>
          <a:prstGeom prst="rect">
            <a:avLst/>
          </a:prstGeom>
          <a:noFill/>
          <a:ln w="0">
            <a:noFill/>
          </a:ln>
        </p:spPr>
        <p:txBody>
          <a:bodyPr anchor="t">
            <a:noAutofit/>
          </a:bodyPr>
          <a:lstStyle/>
          <a:p>
            <a:pPr algn="ctr">
              <a:lnSpc>
                <a:spcPct val="100000"/>
              </a:lnSpc>
              <a:buNone/>
              <a:defRPr sz="1425" b="0">
                <a:solidFill>
                  <a:srgbClr val="000000"/>
                </a:solidFill>
                <a:latin typeface="Aptos"/>
                <a:ea typeface="Aptos"/>
                <a:cs typeface="Aptos"/>
              </a:defRPr>
            </a:pPr>
            <a:r>
              <a:rPr lang="nb-NO" sz="1425" b="0">
                <a:solidFill>
                  <a:srgbClr val="000000"/>
                </a:solidFill>
                <a:latin typeface="Aptos"/>
                <a:ea typeface="Aptos"/>
                <a:cs typeface="Aptos"/>
              </a:rPr>
              <a:t>Behandling av  rådata: </a:t>
            </a:r>
            <a:r>
              <a:rPr sz="1425" b="0">
                <a:solidFill>
                  <a:srgbClr val="000000"/>
                </a:solidFill>
                <a:latin typeface="Aptos"/>
                <a:ea typeface="Aptos"/>
                <a:cs typeface="Aptos"/>
              </a:rPr>
              <a:t>Bronze </a:t>
            </a:r>
            <a:r>
              <a:rPr sz="1425" b="0" err="1">
                <a:solidFill>
                  <a:srgbClr val="000000"/>
                </a:solidFill>
                <a:latin typeface="Aptos"/>
                <a:ea typeface="Aptos"/>
                <a:cs typeface="Aptos"/>
              </a:rPr>
              <a:t>og</a:t>
            </a:r>
            <a:r>
              <a:rPr sz="1425" b="0">
                <a:solidFill>
                  <a:srgbClr val="000000"/>
                </a:solidFill>
                <a:latin typeface="Aptos"/>
                <a:ea typeface="Aptos"/>
                <a:cs typeface="Aptos"/>
              </a:rPr>
              <a:t> Silver</a:t>
            </a:r>
            <a:r>
              <a:rPr lang="nb-NO" sz="1425" b="0">
                <a:solidFill>
                  <a:srgbClr val="000000"/>
                </a:solidFill>
                <a:latin typeface="Aptos"/>
                <a:ea typeface="Aptos"/>
                <a:cs typeface="Aptos"/>
              </a:rPr>
              <a:t> -lagene</a:t>
            </a:r>
            <a:endParaRPr sz="1425" b="0">
              <a:solidFill>
                <a:srgbClr val="000000"/>
              </a:solidFill>
              <a:latin typeface="Aptos"/>
              <a:ea typeface="Aptos"/>
              <a:cs typeface="Aptos"/>
            </a:endParaRPr>
          </a:p>
        </p:txBody>
      </p:sp>
      <p:sp>
        <p:nvSpPr>
          <p:cNvPr id="11" name="Ellipse 10">
            <a:extLst>
              <a:ext uri="{FF2B5EF4-FFF2-40B4-BE49-F238E27FC236}">
                <a16:creationId xmlns:a16="http://schemas.microsoft.com/office/drawing/2014/main" id="{639A46DB-B72A-443A-960C-4B972A300013}"/>
              </a:ext>
            </a:extLst>
          </p:cNvPr>
          <p:cNvSpPr>
            <a:spLocks noGrp="1"/>
          </p:cNvSpPr>
          <p:nvPr/>
        </p:nvSpPr>
        <p:spPr>
          <a:xfrm>
            <a:off x="5505450" y="2190750"/>
            <a:ext cx="228600" cy="228600"/>
          </a:xfrm>
          <a:prstGeom prst="ellipse">
            <a:avLst/>
          </a:prstGeom>
          <a:solidFill>
            <a:srgbClr val="FF3D47"/>
          </a:solidFill>
          <a:ln w="0">
            <a:noFill/>
          </a:ln>
        </p:spPr>
        <p:txBody>
          <a:bodyPr/>
          <a:lstStyle/>
          <a:p>
            <a:endParaRPr lang="nb-NO"/>
          </a:p>
        </p:txBody>
      </p:sp>
      <p:sp>
        <p:nvSpPr>
          <p:cNvPr id="12" name="Rektangel 11">
            <a:extLst>
              <a:ext uri="{FF2B5EF4-FFF2-40B4-BE49-F238E27FC236}">
                <a16:creationId xmlns:a16="http://schemas.microsoft.com/office/drawing/2014/main" id="{E92E1623-FAB1-45FB-9B5A-61BCB6B90117}"/>
              </a:ext>
            </a:extLst>
          </p:cNvPr>
          <p:cNvSpPr>
            <a:spLocks noGrp="1"/>
          </p:cNvSpPr>
          <p:nvPr/>
        </p:nvSpPr>
        <p:spPr>
          <a:xfrm>
            <a:off x="6934200" y="2599145"/>
            <a:ext cx="1447800" cy="266700"/>
          </a:xfrm>
          <a:prstGeom prst="rect">
            <a:avLst/>
          </a:prstGeom>
          <a:noFill/>
          <a:ln w="0">
            <a:noFill/>
          </a:ln>
        </p:spPr>
        <p:txBody>
          <a:bodyPr anchor="t">
            <a:noAutofit/>
          </a:bodyPr>
          <a:lstStyle/>
          <a:p>
            <a:pPr algn="ctr">
              <a:lnSpc>
                <a:spcPct val="100000"/>
              </a:lnSpc>
              <a:buNone/>
              <a:defRPr sz="1275" b="1">
                <a:solidFill>
                  <a:srgbClr val="000000"/>
                </a:solidFill>
                <a:latin typeface="Aptos"/>
                <a:ea typeface="Aptos"/>
                <a:cs typeface="Aptos"/>
              </a:defRPr>
            </a:pPr>
            <a:r>
              <a:rPr sz="1275" b="1">
                <a:solidFill>
                  <a:srgbClr val="000000"/>
                </a:solidFill>
                <a:latin typeface="Aptos"/>
                <a:ea typeface="Aptos"/>
                <a:cs typeface="Aptos"/>
              </a:rPr>
              <a:t>Del 2</a:t>
            </a:r>
          </a:p>
        </p:txBody>
      </p:sp>
      <p:sp>
        <p:nvSpPr>
          <p:cNvPr id="13" name="Rektangel 12">
            <a:extLst>
              <a:ext uri="{FF2B5EF4-FFF2-40B4-BE49-F238E27FC236}">
                <a16:creationId xmlns:a16="http://schemas.microsoft.com/office/drawing/2014/main" id="{C7234881-7B1A-47A0-8988-6EA4327D0B4B}"/>
              </a:ext>
            </a:extLst>
          </p:cNvPr>
          <p:cNvSpPr>
            <a:spLocks noGrp="1"/>
          </p:cNvSpPr>
          <p:nvPr/>
        </p:nvSpPr>
        <p:spPr>
          <a:xfrm>
            <a:off x="6800850" y="2961095"/>
            <a:ext cx="1714500" cy="704850"/>
          </a:xfrm>
          <a:prstGeom prst="rect">
            <a:avLst/>
          </a:prstGeom>
          <a:noFill/>
          <a:ln w="0">
            <a:noFill/>
          </a:ln>
        </p:spPr>
        <p:txBody>
          <a:bodyPr anchor="t">
            <a:noAutofit/>
          </a:bodyPr>
          <a:lstStyle/>
          <a:p>
            <a:pPr algn="ctr">
              <a:lnSpc>
                <a:spcPct val="100000"/>
              </a:lnSpc>
              <a:buNone/>
              <a:defRPr sz="1425" b="0">
                <a:solidFill>
                  <a:srgbClr val="000000"/>
                </a:solidFill>
                <a:latin typeface="Aptos"/>
                <a:ea typeface="Aptos"/>
                <a:cs typeface="Aptos"/>
              </a:defRPr>
            </a:pPr>
            <a:r>
              <a:rPr lang="nb-NO" sz="1425" b="0">
                <a:solidFill>
                  <a:srgbClr val="000000"/>
                </a:solidFill>
                <a:latin typeface="Aptos"/>
                <a:ea typeface="Aptos"/>
                <a:cs typeface="Aptos"/>
              </a:rPr>
              <a:t>Forretningsinnsikt: </a:t>
            </a:r>
            <a:r>
              <a:rPr sz="1425" b="0">
                <a:solidFill>
                  <a:srgbClr val="000000"/>
                </a:solidFill>
                <a:latin typeface="Aptos"/>
                <a:ea typeface="Aptos"/>
                <a:cs typeface="Aptos"/>
              </a:rPr>
              <a:t>Gold</a:t>
            </a:r>
            <a:r>
              <a:rPr lang="nb-NO" sz="1425" b="0">
                <a:solidFill>
                  <a:srgbClr val="000000"/>
                </a:solidFill>
                <a:latin typeface="Aptos"/>
                <a:ea typeface="Aptos"/>
                <a:cs typeface="Aptos"/>
              </a:rPr>
              <a:t>-laget</a:t>
            </a:r>
            <a:endParaRPr sz="1425" b="0">
              <a:solidFill>
                <a:srgbClr val="000000"/>
              </a:solidFill>
              <a:latin typeface="Aptos"/>
              <a:ea typeface="Aptos"/>
              <a:cs typeface="Aptos"/>
            </a:endParaRPr>
          </a:p>
        </p:txBody>
      </p:sp>
      <p:sp>
        <p:nvSpPr>
          <p:cNvPr id="14" name="Ellipse 13">
            <a:extLst>
              <a:ext uri="{FF2B5EF4-FFF2-40B4-BE49-F238E27FC236}">
                <a16:creationId xmlns:a16="http://schemas.microsoft.com/office/drawing/2014/main" id="{CE6686E6-6923-4348-B78A-F49D53ED574E}"/>
              </a:ext>
            </a:extLst>
          </p:cNvPr>
          <p:cNvSpPr>
            <a:spLocks noGrp="1"/>
          </p:cNvSpPr>
          <p:nvPr/>
        </p:nvSpPr>
        <p:spPr>
          <a:xfrm>
            <a:off x="7562850" y="2212182"/>
            <a:ext cx="228600" cy="228600"/>
          </a:xfrm>
          <a:prstGeom prst="ellipse">
            <a:avLst/>
          </a:prstGeom>
          <a:solidFill>
            <a:srgbClr val="E55158"/>
          </a:solidFill>
          <a:ln w="0">
            <a:noFill/>
          </a:ln>
        </p:spPr>
        <p:txBody>
          <a:bodyPr/>
          <a:lstStyle/>
          <a:p>
            <a:endParaRPr lang="nb-NO"/>
          </a:p>
        </p:txBody>
      </p:sp>
      <p:sp>
        <p:nvSpPr>
          <p:cNvPr id="15" name="Rektangel 14">
            <a:extLst>
              <a:ext uri="{FF2B5EF4-FFF2-40B4-BE49-F238E27FC236}">
                <a16:creationId xmlns:a16="http://schemas.microsoft.com/office/drawing/2014/main" id="{B644CFAF-5685-4CFD-9C37-4F58AFD1BE59}"/>
              </a:ext>
            </a:extLst>
          </p:cNvPr>
          <p:cNvSpPr>
            <a:spLocks noGrp="1"/>
          </p:cNvSpPr>
          <p:nvPr/>
        </p:nvSpPr>
        <p:spPr>
          <a:xfrm>
            <a:off x="4819650" y="2647950"/>
            <a:ext cx="1447800" cy="266700"/>
          </a:xfrm>
          <a:prstGeom prst="rect">
            <a:avLst/>
          </a:prstGeom>
          <a:noFill/>
          <a:ln w="0">
            <a:noFill/>
          </a:ln>
        </p:spPr>
        <p:txBody>
          <a:bodyPr anchor="t">
            <a:noAutofit/>
          </a:bodyPr>
          <a:lstStyle/>
          <a:p>
            <a:pPr algn="ctr">
              <a:lnSpc>
                <a:spcPct val="100000"/>
              </a:lnSpc>
              <a:buNone/>
              <a:defRPr sz="1275" b="1">
                <a:solidFill>
                  <a:srgbClr val="E55158"/>
                </a:solidFill>
                <a:latin typeface="Aptos"/>
                <a:ea typeface="Aptos"/>
                <a:cs typeface="Aptos"/>
              </a:defRPr>
            </a:pPr>
            <a:r>
              <a:rPr sz="1275" b="1">
                <a:solidFill>
                  <a:srgbClr val="E55158"/>
                </a:solidFill>
                <a:latin typeface="Aptos"/>
                <a:ea typeface="Aptos"/>
                <a:cs typeface="Aptos"/>
              </a:rPr>
              <a:t>Pause</a:t>
            </a:r>
          </a:p>
        </p:txBody>
      </p:sp>
      <p:sp>
        <p:nvSpPr>
          <p:cNvPr id="16" name="Rektangel 15">
            <a:extLst>
              <a:ext uri="{FF2B5EF4-FFF2-40B4-BE49-F238E27FC236}">
                <a16:creationId xmlns:a16="http://schemas.microsoft.com/office/drawing/2014/main" id="{B8E6D431-C4B7-4EEE-917A-EA728B38E501}"/>
              </a:ext>
            </a:extLst>
          </p:cNvPr>
          <p:cNvSpPr>
            <a:spLocks noGrp="1"/>
          </p:cNvSpPr>
          <p:nvPr/>
        </p:nvSpPr>
        <p:spPr>
          <a:xfrm>
            <a:off x="4686300" y="3009900"/>
            <a:ext cx="1714500" cy="704850"/>
          </a:xfrm>
          <a:prstGeom prst="rect">
            <a:avLst/>
          </a:prstGeom>
          <a:noFill/>
          <a:ln w="0">
            <a:noFill/>
          </a:ln>
        </p:spPr>
        <p:txBody>
          <a:bodyPr anchor="t">
            <a:noAutofit/>
          </a:bodyPr>
          <a:lstStyle/>
          <a:p>
            <a:pPr algn="ctr">
              <a:lnSpc>
                <a:spcPct val="100000"/>
              </a:lnSpc>
              <a:buNone/>
              <a:defRPr sz="1425" b="0">
                <a:solidFill>
                  <a:srgbClr val="000000"/>
                </a:solidFill>
                <a:latin typeface="Aptos"/>
                <a:ea typeface="Aptos"/>
                <a:cs typeface="Aptos"/>
              </a:defRPr>
            </a:pPr>
            <a:r>
              <a:rPr sz="1425" b="0">
                <a:solidFill>
                  <a:srgbClr val="000000"/>
                </a:solidFill>
                <a:latin typeface="Aptos"/>
                <a:ea typeface="Aptos"/>
                <a:cs typeface="Aptos"/>
              </a:rPr>
              <a:t>Middag</a:t>
            </a:r>
            <a:r>
              <a:rPr lang="nb-NO" sz="1425" b="0">
                <a:solidFill>
                  <a:srgbClr val="000000"/>
                </a:solidFill>
                <a:latin typeface="Aptos"/>
                <a:ea typeface="Aptos"/>
                <a:cs typeface="Aptos"/>
              </a:rPr>
              <a:t>:</a:t>
            </a:r>
            <a:br>
              <a:rPr lang="nb-NO" sz="1425" b="0">
                <a:solidFill>
                  <a:srgbClr val="000000"/>
                </a:solidFill>
                <a:latin typeface="Aptos"/>
                <a:ea typeface="Aptos"/>
                <a:cs typeface="Aptos"/>
              </a:rPr>
            </a:br>
            <a:r>
              <a:rPr lang="nb-NO" sz="1425" b="0" err="1">
                <a:solidFill>
                  <a:srgbClr val="000000"/>
                </a:solidFill>
                <a:latin typeface="Aptos"/>
                <a:ea typeface="Aptos"/>
                <a:cs typeface="Aptos"/>
              </a:rPr>
              <a:t>Burritos</a:t>
            </a:r>
            <a:r>
              <a:rPr lang="nb-NO" sz="1425" b="0">
                <a:solidFill>
                  <a:srgbClr val="000000"/>
                </a:solidFill>
                <a:latin typeface="Aptos"/>
                <a:ea typeface="Aptos"/>
                <a:cs typeface="Aptos"/>
              </a:rPr>
              <a:t> fra Hector</a:t>
            </a:r>
            <a:endParaRPr sz="1425" b="0">
              <a:solidFill>
                <a:srgbClr val="000000"/>
              </a:solidFill>
              <a:latin typeface="Aptos"/>
              <a:ea typeface="Aptos"/>
              <a:cs typeface="Aptos"/>
            </a:endParaRPr>
          </a:p>
        </p:txBody>
      </p:sp>
      <p:sp>
        <p:nvSpPr>
          <p:cNvPr id="17" name="Ellipse 16">
            <a:extLst>
              <a:ext uri="{FF2B5EF4-FFF2-40B4-BE49-F238E27FC236}">
                <a16:creationId xmlns:a16="http://schemas.microsoft.com/office/drawing/2014/main" id="{73A93260-DFD5-4130-ADD4-D8FB80D9A12D}"/>
              </a:ext>
            </a:extLst>
          </p:cNvPr>
          <p:cNvSpPr>
            <a:spLocks noGrp="1"/>
          </p:cNvSpPr>
          <p:nvPr/>
        </p:nvSpPr>
        <p:spPr>
          <a:xfrm>
            <a:off x="9467850" y="2214770"/>
            <a:ext cx="228600" cy="228600"/>
          </a:xfrm>
          <a:prstGeom prst="ellipse">
            <a:avLst/>
          </a:prstGeom>
          <a:solidFill>
            <a:srgbClr val="FF3D47"/>
          </a:solidFill>
          <a:ln w="0">
            <a:noFill/>
          </a:ln>
        </p:spPr>
        <p:txBody>
          <a:bodyPr/>
          <a:lstStyle/>
          <a:p>
            <a:endParaRPr lang="nb-NO"/>
          </a:p>
        </p:txBody>
      </p:sp>
      <p:sp>
        <p:nvSpPr>
          <p:cNvPr id="18" name="Rektangel 17">
            <a:extLst>
              <a:ext uri="{FF2B5EF4-FFF2-40B4-BE49-F238E27FC236}">
                <a16:creationId xmlns:a16="http://schemas.microsoft.com/office/drawing/2014/main" id="{4A36A538-798D-4D3F-84CC-D5E89965C64A}"/>
              </a:ext>
            </a:extLst>
          </p:cNvPr>
          <p:cNvSpPr>
            <a:spLocks noGrp="1"/>
          </p:cNvSpPr>
          <p:nvPr/>
        </p:nvSpPr>
        <p:spPr>
          <a:xfrm>
            <a:off x="8858250" y="2671970"/>
            <a:ext cx="1447800" cy="266700"/>
          </a:xfrm>
          <a:prstGeom prst="rect">
            <a:avLst/>
          </a:prstGeom>
          <a:noFill/>
          <a:ln w="0">
            <a:noFill/>
          </a:ln>
        </p:spPr>
        <p:txBody>
          <a:bodyPr anchor="t">
            <a:noAutofit/>
          </a:bodyPr>
          <a:lstStyle/>
          <a:p>
            <a:pPr algn="ctr">
              <a:lnSpc>
                <a:spcPct val="100000"/>
              </a:lnSpc>
              <a:buNone/>
              <a:defRPr sz="1275" b="1">
                <a:solidFill>
                  <a:srgbClr val="000000"/>
                </a:solidFill>
                <a:latin typeface="Aptos"/>
                <a:ea typeface="Aptos"/>
                <a:cs typeface="Aptos"/>
              </a:defRPr>
            </a:pPr>
            <a:r>
              <a:rPr sz="1275" b="1">
                <a:solidFill>
                  <a:srgbClr val="000000"/>
                </a:solidFill>
                <a:latin typeface="Aptos"/>
                <a:ea typeface="Aptos"/>
                <a:cs typeface="Aptos"/>
              </a:rPr>
              <a:t>Del 3</a:t>
            </a:r>
          </a:p>
        </p:txBody>
      </p:sp>
      <p:sp>
        <p:nvSpPr>
          <p:cNvPr id="19" name="Rektangel 18">
            <a:extLst>
              <a:ext uri="{FF2B5EF4-FFF2-40B4-BE49-F238E27FC236}">
                <a16:creationId xmlns:a16="http://schemas.microsoft.com/office/drawing/2014/main" id="{41B3D3E6-A7FB-4EAD-BEB2-3690668E8B1D}"/>
              </a:ext>
            </a:extLst>
          </p:cNvPr>
          <p:cNvSpPr>
            <a:spLocks noGrp="1"/>
          </p:cNvSpPr>
          <p:nvPr/>
        </p:nvSpPr>
        <p:spPr>
          <a:xfrm>
            <a:off x="8724900" y="3033920"/>
            <a:ext cx="1714500" cy="704850"/>
          </a:xfrm>
          <a:prstGeom prst="rect">
            <a:avLst/>
          </a:prstGeom>
          <a:noFill/>
          <a:ln w="0">
            <a:noFill/>
          </a:ln>
        </p:spPr>
        <p:txBody>
          <a:bodyPr anchor="t">
            <a:noAutofit/>
          </a:bodyPr>
          <a:lstStyle/>
          <a:p>
            <a:pPr algn="ctr">
              <a:lnSpc>
                <a:spcPct val="100000"/>
              </a:lnSpc>
              <a:buNone/>
              <a:defRPr sz="1425" b="0">
                <a:solidFill>
                  <a:srgbClr val="000000"/>
                </a:solidFill>
                <a:latin typeface="Aptos"/>
                <a:ea typeface="Aptos"/>
                <a:cs typeface="Aptos"/>
              </a:defRPr>
            </a:pPr>
            <a:r>
              <a:rPr sz="1425" b="0">
                <a:solidFill>
                  <a:srgbClr val="000000"/>
                </a:solidFill>
                <a:latin typeface="Aptos"/>
                <a:ea typeface="Aptos"/>
                <a:cs typeface="Aptos"/>
              </a:rPr>
              <a:t>Maskinlæring og dashboard</a:t>
            </a:r>
          </a:p>
        </p:txBody>
      </p:sp>
      <p:sp>
        <p:nvSpPr>
          <p:cNvPr id="20" name="Ellipse 19">
            <a:extLst>
              <a:ext uri="{FF2B5EF4-FFF2-40B4-BE49-F238E27FC236}">
                <a16:creationId xmlns:a16="http://schemas.microsoft.com/office/drawing/2014/main" id="{8564A3AC-F5E2-4808-B0BF-9FA6A62ED586}"/>
              </a:ext>
            </a:extLst>
          </p:cNvPr>
          <p:cNvSpPr>
            <a:spLocks noGrp="1"/>
          </p:cNvSpPr>
          <p:nvPr/>
        </p:nvSpPr>
        <p:spPr>
          <a:xfrm>
            <a:off x="10934700" y="2190750"/>
            <a:ext cx="228600" cy="228600"/>
          </a:xfrm>
          <a:prstGeom prst="ellipse">
            <a:avLst/>
          </a:prstGeom>
          <a:solidFill>
            <a:srgbClr val="FF3D47"/>
          </a:solidFill>
          <a:ln w="0">
            <a:noFill/>
          </a:ln>
        </p:spPr>
        <p:txBody>
          <a:bodyPr/>
          <a:lstStyle/>
          <a:p>
            <a:endParaRPr lang="nb-NO"/>
          </a:p>
        </p:txBody>
      </p:sp>
      <p:sp>
        <p:nvSpPr>
          <p:cNvPr id="21" name="Rektangel 20">
            <a:extLst>
              <a:ext uri="{FF2B5EF4-FFF2-40B4-BE49-F238E27FC236}">
                <a16:creationId xmlns:a16="http://schemas.microsoft.com/office/drawing/2014/main" id="{CF800032-1C4B-423E-A650-CC3699E10AB9}"/>
              </a:ext>
            </a:extLst>
          </p:cNvPr>
          <p:cNvSpPr>
            <a:spLocks noGrp="1"/>
          </p:cNvSpPr>
          <p:nvPr/>
        </p:nvSpPr>
        <p:spPr>
          <a:xfrm>
            <a:off x="10325100" y="2647950"/>
            <a:ext cx="1447800" cy="266700"/>
          </a:xfrm>
          <a:prstGeom prst="rect">
            <a:avLst/>
          </a:prstGeom>
          <a:noFill/>
          <a:ln w="0">
            <a:noFill/>
          </a:ln>
        </p:spPr>
        <p:txBody>
          <a:bodyPr anchor="t">
            <a:noAutofit/>
          </a:bodyPr>
          <a:lstStyle/>
          <a:p>
            <a:pPr algn="ctr">
              <a:lnSpc>
                <a:spcPct val="100000"/>
              </a:lnSpc>
              <a:buNone/>
              <a:defRPr sz="1275" b="1">
                <a:solidFill>
                  <a:srgbClr val="000000"/>
                </a:solidFill>
                <a:latin typeface="Aptos"/>
                <a:ea typeface="Aptos"/>
                <a:cs typeface="Aptos"/>
              </a:defRPr>
            </a:pPr>
            <a:r>
              <a:rPr sz="1275" b="1">
                <a:solidFill>
                  <a:srgbClr val="000000"/>
                </a:solidFill>
                <a:latin typeface="Aptos"/>
                <a:ea typeface="Aptos"/>
                <a:cs typeface="Aptos"/>
              </a:rPr>
              <a:t>19.15</a:t>
            </a:r>
          </a:p>
        </p:txBody>
      </p:sp>
      <p:sp>
        <p:nvSpPr>
          <p:cNvPr id="22" name="Rektangel 21">
            <a:extLst>
              <a:ext uri="{FF2B5EF4-FFF2-40B4-BE49-F238E27FC236}">
                <a16:creationId xmlns:a16="http://schemas.microsoft.com/office/drawing/2014/main" id="{8F4570B1-E1AB-4E2D-98DC-B8BDA14DC1C1}"/>
              </a:ext>
            </a:extLst>
          </p:cNvPr>
          <p:cNvSpPr>
            <a:spLocks noGrp="1"/>
          </p:cNvSpPr>
          <p:nvPr/>
        </p:nvSpPr>
        <p:spPr>
          <a:xfrm>
            <a:off x="10191750" y="3009900"/>
            <a:ext cx="1714500" cy="704850"/>
          </a:xfrm>
          <a:prstGeom prst="rect">
            <a:avLst/>
          </a:prstGeom>
          <a:noFill/>
          <a:ln w="0">
            <a:noFill/>
          </a:ln>
        </p:spPr>
        <p:txBody>
          <a:bodyPr anchor="t">
            <a:noAutofit/>
          </a:bodyPr>
          <a:lstStyle/>
          <a:p>
            <a:pPr algn="ctr">
              <a:lnSpc>
                <a:spcPct val="100000"/>
              </a:lnSpc>
              <a:buNone/>
              <a:defRPr sz="1425" b="0">
                <a:solidFill>
                  <a:srgbClr val="000000"/>
                </a:solidFill>
                <a:latin typeface="Aptos"/>
                <a:ea typeface="Aptos"/>
                <a:cs typeface="Aptos"/>
              </a:defRPr>
            </a:pPr>
            <a:r>
              <a:rPr sz="1425" b="0" err="1">
                <a:solidFill>
                  <a:srgbClr val="000000"/>
                </a:solidFill>
                <a:latin typeface="Aptos"/>
                <a:ea typeface="Aptos"/>
                <a:cs typeface="Aptos"/>
              </a:rPr>
              <a:t>Avslutning</a:t>
            </a:r>
            <a:br>
              <a:rPr lang="nb-NO" sz="1425" b="0">
                <a:solidFill>
                  <a:srgbClr val="000000"/>
                </a:solidFill>
                <a:latin typeface="Aptos"/>
                <a:ea typeface="Aptos"/>
                <a:cs typeface="Aptos"/>
              </a:rPr>
            </a:br>
            <a:r>
              <a:rPr lang="nb-NO" sz="1425" b="0">
                <a:solidFill>
                  <a:srgbClr val="000000"/>
                </a:solidFill>
                <a:latin typeface="Aptos"/>
                <a:ea typeface="Aptos"/>
                <a:cs typeface="Aptos"/>
              </a:rPr>
              <a:t>Bussen går til ØX Solsiden 19.30</a:t>
            </a:r>
          </a:p>
          <a:p>
            <a:pPr algn="ctr">
              <a:lnSpc>
                <a:spcPct val="100000"/>
              </a:lnSpc>
              <a:buNone/>
              <a:defRPr sz="1425" b="0">
                <a:solidFill>
                  <a:srgbClr val="000000"/>
                </a:solidFill>
                <a:latin typeface="Aptos"/>
                <a:ea typeface="Aptos"/>
                <a:cs typeface="Aptos"/>
              </a:defRPr>
            </a:pPr>
            <a:endParaRPr sz="1425" b="0">
              <a:solidFill>
                <a:srgbClr val="000000"/>
              </a:solidFill>
              <a:latin typeface="Aptos"/>
              <a:ea typeface="Aptos"/>
              <a:cs typeface="Aptos"/>
            </a:endParaRPr>
          </a:p>
        </p:txBody>
      </p:sp>
      <p:sp>
        <p:nvSpPr>
          <p:cNvPr id="23" name="Rektangel 22">
            <a:extLst>
              <a:ext uri="{FF2B5EF4-FFF2-40B4-BE49-F238E27FC236}">
                <a16:creationId xmlns:a16="http://schemas.microsoft.com/office/drawing/2014/main" id="{7FE569A8-2CB3-46D0-A9FB-95D515787618}"/>
              </a:ext>
            </a:extLst>
          </p:cNvPr>
          <p:cNvSpPr>
            <a:spLocks noGrp="1"/>
          </p:cNvSpPr>
          <p:nvPr/>
        </p:nvSpPr>
        <p:spPr>
          <a:xfrm>
            <a:off x="1619250" y="4524375"/>
            <a:ext cx="8953500" cy="762000"/>
          </a:xfrm>
          <a:prstGeom prst="rect">
            <a:avLst/>
          </a:prstGeom>
          <a:noFill/>
          <a:ln w="0">
            <a:noFill/>
          </a:ln>
        </p:spPr>
        <p:txBody>
          <a:bodyPr anchor="t">
            <a:noAutofit/>
          </a:bodyPr>
          <a:lstStyle/>
          <a:p>
            <a:pPr algn="ctr">
              <a:lnSpc>
                <a:spcPct val="100000"/>
              </a:lnSpc>
              <a:buNone/>
              <a:defRPr sz="2250" b="1">
                <a:solidFill>
                  <a:srgbClr val="000000"/>
                </a:solidFill>
                <a:latin typeface="Aptos Display"/>
                <a:ea typeface="Aptos Display"/>
                <a:cs typeface="Aptos Display"/>
              </a:defRPr>
            </a:pPr>
            <a:r>
              <a:rPr sz="2250" b="1">
                <a:solidFill>
                  <a:srgbClr val="000000"/>
                </a:solidFill>
                <a:latin typeface="Aptos Display"/>
                <a:ea typeface="Aptos Display"/>
                <a:cs typeface="Aptos Display"/>
              </a:rPr>
              <a:t>Vi veksler mellom korte faglige gjennomganger og arbeid i Databricks</a:t>
            </a:r>
          </a:p>
        </p:txBody>
      </p:sp>
    </p:spTree>
    <p:extLst>
      <p:ext uri="{BB962C8B-B14F-4D97-AF65-F5344CB8AC3E}">
        <p14:creationId xmlns:p14="http://schemas.microsoft.com/office/powerpoint/2010/main" val="215922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2" name="Title 1">
            <a:extLst>
              <a:ext uri="{FF2B5EF4-FFF2-40B4-BE49-F238E27FC236}">
                <a16:creationId xmlns:a16="http://schemas.microsoft.com/office/drawing/2014/main" id="{20E3D3D7-B4F7-83AB-8E76-63C06F71B346}"/>
              </a:ext>
            </a:extLst>
          </p:cNvPr>
          <p:cNvSpPr>
            <a:spLocks noGrp="1"/>
          </p:cNvSpPr>
          <p:nvPr>
            <p:ph type="title"/>
            <p:custDataLst>
              <p:tags r:id="rId1"/>
            </p:custDataLst>
          </p:nvPr>
        </p:nvSpPr>
        <p:spPr>
          <a:xfrm>
            <a:off x="7158039" y="3615162"/>
            <a:ext cx="3679824" cy="1921740"/>
          </a:xfrm>
        </p:spPr>
        <p:txBody>
          <a:bodyPr/>
          <a:lstStyle/>
          <a:p>
            <a:r>
              <a:rPr lang="en-US"/>
              <a:t>Om BearingPoint</a:t>
            </a:r>
            <a:endParaRPr lang="en-US" noProof="0"/>
          </a:p>
        </p:txBody>
      </p:sp>
      <p:sp>
        <p:nvSpPr>
          <p:cNvPr id="3" name="Text Placeholder 2">
            <a:extLst>
              <a:ext uri="{FF2B5EF4-FFF2-40B4-BE49-F238E27FC236}">
                <a16:creationId xmlns:a16="http://schemas.microsoft.com/office/drawing/2014/main" id="{8B3516E9-B783-C474-51FA-DAC36180C190}"/>
              </a:ext>
            </a:extLst>
          </p:cNvPr>
          <p:cNvSpPr>
            <a:spLocks noGrp="1"/>
          </p:cNvSpPr>
          <p:nvPr>
            <p:ph type="body" sz="quarter" idx="13"/>
            <p:custDataLst>
              <p:tags r:id="rId2"/>
            </p:custDataLst>
          </p:nvPr>
        </p:nvSpPr>
        <p:spPr>
          <a:xfrm>
            <a:off x="385200" y="3590899"/>
            <a:ext cx="3679825" cy="2449513"/>
          </a:xfrm>
        </p:spPr>
        <p:txBody>
          <a:bodyPr/>
          <a:lstStyle/>
          <a:p>
            <a:r>
              <a:rPr lang="en-US" noProof="0"/>
              <a:t>01</a:t>
            </a:r>
          </a:p>
        </p:txBody>
      </p:sp>
    </p:spTree>
    <p:extLst>
      <p:ext uri="{BB962C8B-B14F-4D97-AF65-F5344CB8AC3E}">
        <p14:creationId xmlns:p14="http://schemas.microsoft.com/office/powerpoint/2010/main" val="33193443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Tree>
    <p:extLst>
      <p:ext uri="{BB962C8B-B14F-4D97-AF65-F5344CB8AC3E}">
        <p14:creationId xmlns:p14="http://schemas.microsoft.com/office/powerpoint/2010/main" val="7538293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68BA2-DBD8-92BC-255A-F7A3C09EC0E6}"/>
              </a:ext>
            </a:extLst>
          </p:cNvPr>
          <p:cNvSpPr>
            <a:spLocks noGrp="1"/>
          </p:cNvSpPr>
          <p:nvPr>
            <p:ph type="title"/>
          </p:nvPr>
        </p:nvSpPr>
        <p:spPr/>
        <p:txBody>
          <a:bodyPr/>
          <a:lstStyle/>
          <a:p>
            <a:endParaRPr lang="en-US"/>
          </a:p>
        </p:txBody>
      </p:sp>
      <p:pic>
        <p:nvPicPr>
          <p:cNvPr id="3" name="Online Media 2" title="Bli bedre kjent med oss i BearingPoint">
            <a:hlinkClick r:id="" action="ppaction://media"/>
            <a:extLst>
              <a:ext uri="{FF2B5EF4-FFF2-40B4-BE49-F238E27FC236}">
                <a16:creationId xmlns:a16="http://schemas.microsoft.com/office/drawing/2014/main" id="{248FFCAF-1554-E812-EBF8-7C7F7F0395BC}"/>
              </a:ext>
            </a:extLst>
          </p:cNvPr>
          <p:cNvPicPr>
            <a:picLocks noRot="1" noChangeAspect="1"/>
          </p:cNvPicPr>
          <p:nvPr>
            <a:videoFile r:link="rId1"/>
          </p:nvPr>
        </p:nvPicPr>
        <p:blipFill>
          <a:blip r:embed="rId4"/>
          <a:stretch>
            <a:fillRect/>
          </a:stretch>
        </p:blipFill>
        <p:spPr>
          <a:xfrm>
            <a:off x="22225" y="0"/>
            <a:ext cx="12147550" cy="6858000"/>
          </a:xfrm>
          <a:prstGeom prst="rect">
            <a:avLst/>
          </a:prstGeom>
        </p:spPr>
      </p:pic>
    </p:spTree>
    <p:extLst>
      <p:ext uri="{BB962C8B-B14F-4D97-AF65-F5344CB8AC3E}">
        <p14:creationId xmlns:p14="http://schemas.microsoft.com/office/powerpoint/2010/main" val="2835661532"/>
      </p:ext>
    </p:extLst>
  </p:cSld>
  <p:clrMapOvr>
    <a:masterClrMapping/>
  </p:clrMapOvr>
  <mc:AlternateContent xmlns:mc="http://schemas.openxmlformats.org/markup-compatibility/2006">
    <mc:Choice xmlns:p14="http://schemas.microsoft.com/office/powerpoint/2010/main" Requires="p14">
      <p:transition p14:dur="0" advTm="20000"/>
    </mc:Choice>
    <mc:Fallback>
      <p:transition advTm="20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0730D2-D2C2-6A82-232B-84274747EC76}"/>
            </a:ext>
          </a:extLst>
        </p:cNvPr>
        <p:cNvGrpSpPr/>
        <p:nvPr/>
      </p:nvGrpSpPr>
      <p:grpSpPr>
        <a:xfrm>
          <a:off x="0" y="0"/>
          <a:ext cx="1" cy="1"/>
          <a:chOff x="0" y="0"/>
          <a:chExt cx="1" cy="1"/>
        </a:xfrm>
      </p:grpSpPr>
      <p:pic>
        <p:nvPicPr>
          <p:cNvPr id="11" name="Picture 10" descr="A city next to a body of water&#10;&#10;AI-generated content may be incorrect.">
            <a:extLst>
              <a:ext uri="{FF2B5EF4-FFF2-40B4-BE49-F238E27FC236}">
                <a16:creationId xmlns:a16="http://schemas.microsoft.com/office/drawing/2014/main" id="{0E8BF613-F873-041C-6C3D-1E76FC3ABE8F}"/>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6188075" y="0"/>
            <a:ext cx="6003925" cy="6858000"/>
          </a:xfrm>
          <a:prstGeom prst="rect">
            <a:avLst/>
          </a:prstGeom>
        </p:spPr>
      </p:pic>
      <p:sp>
        <p:nvSpPr>
          <p:cNvPr id="3" name="TextBox 2">
            <a:extLst>
              <a:ext uri="{FF2B5EF4-FFF2-40B4-BE49-F238E27FC236}">
                <a16:creationId xmlns:a16="http://schemas.microsoft.com/office/drawing/2014/main" id="{6981815B-AA84-A935-3EC7-B2AC42FBDA05}"/>
              </a:ext>
            </a:extLst>
          </p:cNvPr>
          <p:cNvSpPr txBox="1"/>
          <p:nvPr/>
        </p:nvSpPr>
        <p:spPr>
          <a:xfrm>
            <a:off x="313945" y="1499500"/>
            <a:ext cx="5562599" cy="1200329"/>
          </a:xfrm>
          <a:prstGeom prst="rect">
            <a:avLst/>
          </a:prstGeom>
          <a:noFill/>
        </p:spPr>
        <p:txBody>
          <a:bodyPr wrap="square" lIns="91440" tIns="45720" rIns="91440" bIns="45720" anchor="t">
            <a:spAutoFit/>
          </a:bodyPr>
          <a:lstStyle/>
          <a:p>
            <a:pPr defTabSz="519488">
              <a:defRPr/>
            </a:pPr>
            <a:r>
              <a:rPr kumimoji="0" lang="nb-NO" sz="3600" b="1" i="0" u="none" strike="noStrike" kern="1200" cap="none" spc="0" normalizeH="0" baseline="0" noProof="0">
                <a:ln>
                  <a:noFill/>
                </a:ln>
                <a:solidFill>
                  <a:prstClr val="white"/>
                </a:solidFill>
                <a:effectLst/>
                <a:uLnTx/>
                <a:uFillTx/>
                <a:latin typeface="Aptos Display" panose="02110004020202020204"/>
                <a:ea typeface="+mn-ea"/>
                <a:cs typeface="+mn-cs"/>
              </a:rPr>
              <a:t>Vi hjelper kunder </a:t>
            </a:r>
            <a:r>
              <a:rPr lang="nb-NO" sz="3600" b="1">
                <a:solidFill>
                  <a:prstClr val="white"/>
                </a:solidFill>
                <a:latin typeface="Aptos Display" panose="02110004020202020204"/>
              </a:rPr>
              <a:t>å </a:t>
            </a:r>
            <a:r>
              <a:rPr kumimoji="0" lang="nb-NO" sz="3600" b="1" i="0" u="none" strike="noStrike" kern="1200" cap="none" spc="0" normalizeH="0" baseline="0" noProof="0">
                <a:ln>
                  <a:noFill/>
                </a:ln>
                <a:solidFill>
                  <a:prstClr val="white"/>
                </a:solidFill>
                <a:effectLst/>
                <a:uLnTx/>
                <a:uFillTx/>
                <a:latin typeface="Aptos Display" panose="02110004020202020204"/>
                <a:ea typeface="+mn-ea"/>
                <a:cs typeface="+mn-cs"/>
              </a:rPr>
              <a:t>oppnå målbar og varig suksess</a:t>
            </a:r>
          </a:p>
        </p:txBody>
      </p:sp>
      <p:sp>
        <p:nvSpPr>
          <p:cNvPr id="4" name="Title 8">
            <a:extLst>
              <a:ext uri="{FF2B5EF4-FFF2-40B4-BE49-F238E27FC236}">
                <a16:creationId xmlns:a16="http://schemas.microsoft.com/office/drawing/2014/main" id="{09B1C449-B5E4-FBA3-6D0C-6520E92DF6A7}"/>
              </a:ext>
            </a:extLst>
          </p:cNvPr>
          <p:cNvSpPr txBox="1">
            <a:spLocks/>
          </p:cNvSpPr>
          <p:nvPr/>
        </p:nvSpPr>
        <p:spPr>
          <a:xfrm>
            <a:off x="306458" y="937725"/>
            <a:ext cx="4910137" cy="307777"/>
          </a:xfrm>
          <a:prstGeom prst="rect">
            <a:avLst/>
          </a:prstGeom>
        </p:spPr>
        <p:txBody>
          <a:bodyPr/>
          <a:lstStyle>
            <a:lvl1pPr marL="0" indent="0" algn="l" defTabSz="457189" rtl="0" eaLnBrk="1" latinLnBrk="0" hangingPunct="1">
              <a:spcBef>
                <a:spcPct val="0"/>
              </a:spcBef>
              <a:spcAft>
                <a:spcPts val="0"/>
              </a:spcAft>
              <a:buFont typeface="Arial" pitchFamily="34" charset="0"/>
              <a:buNone/>
              <a:defRPr lang="fr-FR" sz="2400" b="1" kern="1200" baseline="0" smtClean="0">
                <a:solidFill>
                  <a:schemeClr val="accent1"/>
                </a:solidFill>
                <a:latin typeface="+mj-lt"/>
                <a:ea typeface="+mn-ea"/>
                <a:cs typeface="+mn-cs"/>
              </a:defRPr>
            </a:lvl1pPr>
          </a:lstStyle>
          <a:p>
            <a:pPr marL="0" marR="0" lvl="0" indent="0" algn="l" defTabSz="457189" rtl="0" eaLnBrk="1" fontAlgn="auto" latinLnBrk="0" hangingPunct="1">
              <a:lnSpc>
                <a:spcPct val="100000"/>
              </a:lnSpc>
              <a:spcBef>
                <a:spcPct val="0"/>
              </a:spcBef>
              <a:spcAft>
                <a:spcPts val="0"/>
              </a:spcAft>
              <a:buClrTx/>
              <a:buSzTx/>
              <a:buFont typeface="Arial" pitchFamily="34" charset="0"/>
              <a:buNone/>
              <a:tabLst/>
              <a:defRPr/>
            </a:pPr>
            <a:r>
              <a:rPr kumimoji="0" lang="nb-NO" sz="1800" b="0" i="0" u="none" strike="noStrike" kern="1200" cap="none" spc="0" normalizeH="0" baseline="0" noProof="0">
                <a:ln>
                  <a:noFill/>
                </a:ln>
                <a:solidFill>
                  <a:srgbClr val="FAF8F7"/>
                </a:solidFill>
                <a:effectLst/>
                <a:uLnTx/>
                <a:uFillTx/>
                <a:latin typeface="Aptos Display" panose="02110004020202020204"/>
                <a:ea typeface="+mn-ea"/>
                <a:cs typeface="+mn-cs"/>
              </a:rPr>
              <a:t>Vi er BearingPoint</a:t>
            </a:r>
          </a:p>
        </p:txBody>
      </p:sp>
      <p:sp>
        <p:nvSpPr>
          <p:cNvPr id="5" name="Text Placeholder 3">
            <a:extLst>
              <a:ext uri="{FF2B5EF4-FFF2-40B4-BE49-F238E27FC236}">
                <a16:creationId xmlns:a16="http://schemas.microsoft.com/office/drawing/2014/main" id="{9B24A68D-764D-FE5D-7A5C-2D0D86539F64}"/>
              </a:ext>
            </a:extLst>
          </p:cNvPr>
          <p:cNvSpPr txBox="1">
            <a:spLocks/>
          </p:cNvSpPr>
          <p:nvPr/>
        </p:nvSpPr>
        <p:spPr>
          <a:xfrm>
            <a:off x="306458" y="3348880"/>
            <a:ext cx="5179942" cy="2740192"/>
          </a:xfrm>
          <a:prstGeom prst="rect">
            <a:avLst/>
          </a:prstGeom>
        </p:spPr>
        <p:txBody>
          <a:bodyPr/>
          <a:lstStyle>
            <a:lvl1pPr marL="0" marR="0" indent="0" algn="l" defTabSz="457189" rtl="0" eaLnBrk="1" fontAlgn="auto" latinLnBrk="0" hangingPunct="1">
              <a:lnSpc>
                <a:spcPct val="100000"/>
              </a:lnSpc>
              <a:spcBef>
                <a:spcPts val="0"/>
              </a:spcBef>
              <a:spcAft>
                <a:spcPts val="600"/>
              </a:spcAft>
              <a:buClr>
                <a:schemeClr val="tx1"/>
              </a:buClr>
              <a:buSzPct val="100000"/>
              <a:buFont typeface="Arial" panose="020B0604020202020204" pitchFamily="34" charset="0"/>
              <a:buNone/>
              <a:tabLst/>
              <a:defRPr kumimoji="0" lang="fr-FR" sz="1200" b="0" i="0" u="none" strike="noStrike" kern="1200" cap="none" spc="0" normalizeH="0" baseline="0" noProof="0" dirty="0">
                <a:ln>
                  <a:noFill/>
                </a:ln>
                <a:solidFill>
                  <a:schemeClr val="tx1"/>
                </a:solidFill>
                <a:effectLst/>
                <a:uLnTx/>
                <a:uFillTx/>
                <a:latin typeface="Calibri"/>
                <a:ea typeface="+mn-ea"/>
                <a:cs typeface="Segoe UI" panose="020B0502040204020203" pitchFamily="34" charset="0"/>
              </a:defRPr>
            </a:lvl1pPr>
            <a:lvl2pPr marL="171450" marR="0" indent="-171450" algn="l" defTabSz="457189" rtl="0" eaLnBrk="1" fontAlgn="auto" latinLnBrk="0" hangingPunct="1">
              <a:lnSpc>
                <a:spcPct val="130000"/>
              </a:lnSpc>
              <a:spcBef>
                <a:spcPts val="0"/>
              </a:spcBef>
              <a:spcAft>
                <a:spcPts val="600"/>
              </a:spcAft>
              <a:buClr>
                <a:schemeClr val="tx1"/>
              </a:buClr>
              <a:buSzTx/>
              <a:buFont typeface="Arial" panose="020B0604020202020204" pitchFamily="34" charset="0"/>
              <a:buChar char="•"/>
              <a:tabLst/>
              <a:defRPr lang="fr-FR" sz="1200" b="0" kern="1200" noProof="0" dirty="0">
                <a:solidFill>
                  <a:schemeClr val="tx1"/>
                </a:solidFill>
                <a:latin typeface="+mj-lt"/>
                <a:ea typeface="+mn-ea"/>
                <a:cs typeface="Calibri" panose="020F0502020204030204" pitchFamily="34" charset="0"/>
              </a:defRPr>
            </a:lvl2pPr>
            <a:lvl3pPr marL="361942" marR="0" indent="-180970" algn="l" defTabSz="514338" rtl="0" eaLnBrk="1" fontAlgn="auto" latinLnBrk="0" hangingPunct="1">
              <a:lnSpc>
                <a:spcPct val="130000"/>
              </a:lnSpc>
              <a:spcBef>
                <a:spcPts val="0"/>
              </a:spcBef>
              <a:spcAft>
                <a:spcPts val="300"/>
              </a:spcAft>
              <a:buClr>
                <a:prstClr val="white">
                  <a:lumMod val="50000"/>
                </a:prstClr>
              </a:buClr>
              <a:buSzPct val="50000"/>
              <a:buFont typeface="Montserrat" panose="020B0604020202020204" charset="0"/>
              <a:buChar char="►"/>
              <a:tabLst/>
              <a:defRPr lang="fr-FR" sz="1200" b="0" kern="1200" noProof="0" dirty="0" smtClean="0">
                <a:solidFill>
                  <a:schemeClr val="tx1"/>
                </a:solidFill>
                <a:latin typeface="+mj-lt"/>
                <a:ea typeface="+mn-ea"/>
                <a:cs typeface="Calibri" panose="020F0502020204030204" pitchFamily="34" charset="0"/>
              </a:defRPr>
            </a:lvl3pPr>
            <a:lvl4pPr marL="536561" indent="-161921" algn="l" defTabSz="457189" rtl="0" eaLnBrk="1" latinLnBrk="0" hangingPunct="1">
              <a:spcBef>
                <a:spcPts val="300"/>
              </a:spcBef>
              <a:spcAft>
                <a:spcPts val="300"/>
              </a:spcAft>
              <a:buClr>
                <a:schemeClr val="tx1"/>
              </a:buClr>
              <a:buFont typeface="Courier New" pitchFamily="49" charset="0"/>
              <a:buChar char="o"/>
              <a:tabLst/>
              <a:defRPr lang="en-US" sz="1200" b="0" kern="1200" noProof="0" dirty="0">
                <a:solidFill>
                  <a:schemeClr val="tx1"/>
                </a:solidFill>
                <a:latin typeface="+mn-lt"/>
                <a:ea typeface="+mn-ea"/>
                <a:cs typeface="Calibri" panose="020F0502020204030204" pitchFamily="34" charset="0"/>
              </a:defRPr>
            </a:lvl4pPr>
            <a:lvl5pPr marL="812780" indent="-165096" algn="l" defTabSz="457189" rtl="0" eaLnBrk="1" latinLnBrk="0" hangingPunct="1">
              <a:spcBef>
                <a:spcPts val="0"/>
              </a:spcBef>
              <a:buClr>
                <a:srgbClr val="D52B1E"/>
              </a:buClr>
              <a:buFont typeface="Calibri" pitchFamily="34" charset="0"/>
              <a:buChar char="-"/>
              <a:tabLst/>
              <a:defRPr lang="en-GB" sz="1100" kern="1200" noProof="0">
                <a:solidFill>
                  <a:srgbClr val="4D4F53"/>
                </a:solidFill>
                <a:latin typeface="+mn-lt"/>
                <a:ea typeface="+mn-ea"/>
                <a:cs typeface="+mn-cs"/>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189" rtl="0" eaLnBrk="1" fontAlgn="auto" latinLnBrk="0" hangingPunct="1">
              <a:lnSpc>
                <a:spcPct val="100000"/>
              </a:lnSpc>
              <a:spcBef>
                <a:spcPts val="0"/>
              </a:spcBef>
              <a:spcAft>
                <a:spcPts val="0"/>
              </a:spcAft>
              <a:buClr>
                <a:srgbClr val="000000"/>
              </a:buClr>
              <a:buSzPct val="100000"/>
              <a:buFont typeface="Arial" panose="020B0604020202020204" pitchFamily="34" charset="0"/>
              <a:buNone/>
              <a:tabLst/>
              <a:defRPr/>
            </a:pPr>
            <a:r>
              <a:rPr kumimoji="0" lang="nb-NO" sz="1400" b="0" i="0" u="none" strike="noStrike" kern="1200" cap="none" spc="0" normalizeH="0" baseline="0" noProof="0">
                <a:ln>
                  <a:noFill/>
                </a:ln>
                <a:solidFill>
                  <a:prstClr val="white"/>
                </a:solidFill>
                <a:effectLst/>
                <a:uLnTx/>
                <a:uFillTx/>
                <a:latin typeface="Aptos Display" panose="02110004020202020204"/>
                <a:ea typeface="+mn-ea"/>
                <a:cs typeface="Segoe UI" panose="020B0502040204020203" pitchFamily="34" charset="0"/>
              </a:rPr>
              <a:t>BearingPoint er et uavhengig, internasjonalt IT- og rådgivningsselskap med europeiske røtter og global tilstedeværelse.</a:t>
            </a:r>
          </a:p>
          <a:p>
            <a:pPr marL="0" marR="0" lvl="0" indent="0" algn="l" defTabSz="457189" rtl="0" eaLnBrk="1" fontAlgn="auto" latinLnBrk="0" hangingPunct="1">
              <a:lnSpc>
                <a:spcPct val="100000"/>
              </a:lnSpc>
              <a:spcBef>
                <a:spcPts val="0"/>
              </a:spcBef>
              <a:spcAft>
                <a:spcPts val="0"/>
              </a:spcAft>
              <a:buClr>
                <a:srgbClr val="000000"/>
              </a:buClr>
              <a:buSzPct val="100000"/>
              <a:buFont typeface="Arial" panose="020B0604020202020204" pitchFamily="34" charset="0"/>
              <a:buNone/>
              <a:tabLst/>
              <a:defRPr/>
            </a:pPr>
            <a:endParaRPr kumimoji="0" lang="nb-NO" sz="1400" b="0" i="0" u="none" strike="noStrike" kern="1200" cap="none" spc="0" normalizeH="0" baseline="0" noProof="0">
              <a:ln>
                <a:noFill/>
              </a:ln>
              <a:solidFill>
                <a:prstClr val="white"/>
              </a:solidFill>
              <a:effectLst/>
              <a:uLnTx/>
              <a:uFillTx/>
              <a:latin typeface="Aptos Display" panose="02110004020202020204"/>
              <a:ea typeface="+mn-ea"/>
              <a:cs typeface="Segoe UI" panose="020B0502040204020203" pitchFamily="34" charset="0"/>
            </a:endParaRPr>
          </a:p>
          <a:p>
            <a:pPr marL="0" marR="0" lvl="0" indent="0" algn="l" defTabSz="457189" rtl="0" eaLnBrk="1" fontAlgn="auto" latinLnBrk="0" hangingPunct="1">
              <a:lnSpc>
                <a:spcPct val="100000"/>
              </a:lnSpc>
              <a:spcBef>
                <a:spcPts val="0"/>
              </a:spcBef>
              <a:spcAft>
                <a:spcPts val="0"/>
              </a:spcAft>
              <a:buClr>
                <a:srgbClr val="000000"/>
              </a:buClr>
              <a:buSzPct val="100000"/>
              <a:buFont typeface="Arial" panose="020B0604020202020204" pitchFamily="34" charset="0"/>
              <a:buNone/>
              <a:tabLst/>
              <a:defRPr/>
            </a:pPr>
            <a:r>
              <a:rPr kumimoji="0" lang="nb-NO" sz="1400" b="0" i="0" u="none" strike="noStrike" kern="1200" cap="none" spc="0" normalizeH="0" baseline="0" noProof="0">
                <a:ln>
                  <a:noFill/>
                </a:ln>
                <a:solidFill>
                  <a:prstClr val="white"/>
                </a:solidFill>
                <a:effectLst/>
                <a:uLnTx/>
                <a:uFillTx/>
                <a:latin typeface="Aptos Display" panose="02110004020202020204"/>
                <a:ea typeface="+mn-ea"/>
                <a:cs typeface="Segoe UI" panose="020B0502040204020203" pitchFamily="34" charset="0"/>
              </a:rPr>
              <a:t>I Norge har vi et sterkt rådgivningsmiljø innen strategi, teknologi og data &amp; AI. Med 150 konsulenter hjelper vi virksomheter å skape reell forretningsverdi gjennom målrettet bruk av data og teknologi med fokus på effekt.</a:t>
            </a:r>
          </a:p>
          <a:p>
            <a:pPr marL="0" marR="0" lvl="0" indent="0" algn="l" defTabSz="457189" rtl="0" eaLnBrk="1" fontAlgn="auto" latinLnBrk="0" hangingPunct="1">
              <a:lnSpc>
                <a:spcPct val="100000"/>
              </a:lnSpc>
              <a:spcBef>
                <a:spcPts val="0"/>
              </a:spcBef>
              <a:spcAft>
                <a:spcPts val="0"/>
              </a:spcAft>
              <a:buClr>
                <a:srgbClr val="000000"/>
              </a:buClr>
              <a:buSzPct val="100000"/>
              <a:buFont typeface="Arial" panose="020B0604020202020204" pitchFamily="34" charset="0"/>
              <a:buNone/>
              <a:tabLst/>
              <a:defRPr/>
            </a:pPr>
            <a:endParaRPr kumimoji="0" lang="nb-NO" sz="1400" b="0" i="0" u="none" strike="noStrike" kern="1200" cap="none" spc="0" normalizeH="0" baseline="0" noProof="0">
              <a:ln>
                <a:noFill/>
              </a:ln>
              <a:solidFill>
                <a:prstClr val="white"/>
              </a:solidFill>
              <a:effectLst/>
              <a:uLnTx/>
              <a:uFillTx/>
              <a:latin typeface="Aptos Display" panose="02110004020202020204"/>
              <a:ea typeface="+mn-ea"/>
              <a:cs typeface="Segoe UI" panose="020B0502040204020203" pitchFamily="34" charset="0"/>
            </a:endParaRPr>
          </a:p>
          <a:p>
            <a:pPr marL="0" marR="0" lvl="0" indent="0" algn="l" defTabSz="457189" rtl="0" eaLnBrk="1" fontAlgn="auto" latinLnBrk="0" hangingPunct="1">
              <a:lnSpc>
                <a:spcPct val="100000"/>
              </a:lnSpc>
              <a:spcBef>
                <a:spcPts val="0"/>
              </a:spcBef>
              <a:spcAft>
                <a:spcPts val="0"/>
              </a:spcAft>
              <a:buClr>
                <a:srgbClr val="000000"/>
              </a:buClr>
              <a:buSzPct val="100000"/>
              <a:buFont typeface="Arial" panose="020B0604020202020204" pitchFamily="34" charset="0"/>
              <a:buNone/>
              <a:tabLst/>
              <a:defRPr/>
            </a:pPr>
            <a:r>
              <a:rPr kumimoji="0" lang="nb-NO" sz="1400" b="0" i="0" u="none" strike="noStrike" kern="1200" cap="none" spc="0" normalizeH="0" baseline="0" noProof="0">
                <a:ln>
                  <a:noFill/>
                </a:ln>
                <a:solidFill>
                  <a:prstClr val="white"/>
                </a:solidFill>
                <a:effectLst/>
                <a:uLnTx/>
                <a:uFillTx/>
                <a:latin typeface="Aptos Display" panose="02110004020202020204"/>
                <a:ea typeface="+mn-ea"/>
                <a:cs typeface="Segoe UI" panose="020B0502040204020203" pitchFamily="34" charset="0"/>
              </a:rPr>
              <a:t>Vi samarbeider med kunder på tvers av privat og offentlig sektor og leverer løsninger som gir målbare resultater og varig verdi.</a:t>
            </a:r>
          </a:p>
        </p:txBody>
      </p:sp>
      <p:cxnSp>
        <p:nvCxnSpPr>
          <p:cNvPr id="6" name="Straight Connector 5">
            <a:extLst>
              <a:ext uri="{FF2B5EF4-FFF2-40B4-BE49-F238E27FC236}">
                <a16:creationId xmlns:a16="http://schemas.microsoft.com/office/drawing/2014/main" id="{855A9BFD-5A7B-A69C-2BCB-35913A5E60EA}"/>
              </a:ext>
            </a:extLst>
          </p:cNvPr>
          <p:cNvCxnSpPr/>
          <p:nvPr/>
        </p:nvCxnSpPr>
        <p:spPr>
          <a:xfrm>
            <a:off x="404432" y="2986406"/>
            <a:ext cx="1188000" cy="1"/>
          </a:xfrm>
          <a:prstGeom prst="line">
            <a:avLst/>
          </a:prstGeom>
          <a:ln>
            <a:solidFill>
              <a:srgbClr val="FF3D47"/>
            </a:solidFill>
          </a:ln>
        </p:spPr>
        <p:style>
          <a:lnRef idx="1">
            <a:schemeClr val="accent1"/>
          </a:lnRef>
          <a:fillRef idx="0">
            <a:schemeClr val="accent1"/>
          </a:fillRef>
          <a:effectRef idx="0">
            <a:schemeClr val="accent1"/>
          </a:effectRef>
          <a:fontRef idx="minor">
            <a:schemeClr val="tx1"/>
          </a:fontRef>
        </p:style>
      </p:cxnSp>
      <p:grpSp>
        <p:nvGrpSpPr>
          <p:cNvPr id="7" name="Group 6">
            <a:extLst>
              <a:ext uri="{FF2B5EF4-FFF2-40B4-BE49-F238E27FC236}">
                <a16:creationId xmlns:a16="http://schemas.microsoft.com/office/drawing/2014/main" id="{F21C7E21-6063-92E3-ED9E-AC7A1C6F45FB}"/>
              </a:ext>
            </a:extLst>
          </p:cNvPr>
          <p:cNvGrpSpPr/>
          <p:nvPr/>
        </p:nvGrpSpPr>
        <p:grpSpPr>
          <a:xfrm>
            <a:off x="388033" y="5756592"/>
            <a:ext cx="2145183" cy="582497"/>
            <a:chOff x="614416" y="4682176"/>
            <a:chExt cx="2145183" cy="582497"/>
          </a:xfrm>
        </p:grpSpPr>
        <p:pic>
          <p:nvPicPr>
            <p:cNvPr id="8" name="Graphic 7" descr="Home outline">
              <a:extLst>
                <a:ext uri="{FF2B5EF4-FFF2-40B4-BE49-F238E27FC236}">
                  <a16:creationId xmlns:a16="http://schemas.microsoft.com/office/drawing/2014/main" id="{ED55E782-FED8-12A5-2C80-6EBEFD185DF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14416" y="4700581"/>
              <a:ext cx="217230" cy="217230"/>
            </a:xfrm>
            <a:prstGeom prst="rect">
              <a:avLst/>
            </a:prstGeom>
          </p:spPr>
        </p:pic>
        <p:sp>
          <p:nvSpPr>
            <p:cNvPr id="9" name="Text Placeholder 3">
              <a:extLst>
                <a:ext uri="{FF2B5EF4-FFF2-40B4-BE49-F238E27FC236}">
                  <a16:creationId xmlns:a16="http://schemas.microsoft.com/office/drawing/2014/main" id="{6BE38E74-E3A9-67B7-E3CB-2AEB6A2700D8}"/>
                </a:ext>
              </a:extLst>
            </p:cNvPr>
            <p:cNvSpPr txBox="1">
              <a:spLocks/>
            </p:cNvSpPr>
            <p:nvPr/>
          </p:nvSpPr>
          <p:spPr>
            <a:xfrm>
              <a:off x="793036" y="4682176"/>
              <a:ext cx="1966563" cy="582497"/>
            </a:xfrm>
            <a:prstGeom prst="rect">
              <a:avLst/>
            </a:prstGeom>
          </p:spPr>
          <p:txBody>
            <a:bodyPr/>
            <a:lstStyle>
              <a:lvl1pPr marL="0" marR="0" indent="0" algn="l" defTabSz="457189" rtl="0" eaLnBrk="1" fontAlgn="auto" latinLnBrk="0" hangingPunct="1">
                <a:lnSpc>
                  <a:spcPct val="100000"/>
                </a:lnSpc>
                <a:spcBef>
                  <a:spcPts val="0"/>
                </a:spcBef>
                <a:spcAft>
                  <a:spcPts val="600"/>
                </a:spcAft>
                <a:buClr>
                  <a:schemeClr val="tx1"/>
                </a:buClr>
                <a:buSzPct val="100000"/>
                <a:buFont typeface="Arial" panose="020B0604020202020204" pitchFamily="34" charset="0"/>
                <a:buNone/>
                <a:tabLst/>
                <a:defRPr kumimoji="0" lang="fr-FR" sz="1200" b="0" i="0" u="none" strike="noStrike" kern="1200" cap="none" spc="0" normalizeH="0" baseline="0" noProof="0" dirty="0">
                  <a:ln>
                    <a:noFill/>
                  </a:ln>
                  <a:solidFill>
                    <a:schemeClr val="tx1"/>
                  </a:solidFill>
                  <a:effectLst/>
                  <a:uLnTx/>
                  <a:uFillTx/>
                  <a:latin typeface="Calibri"/>
                  <a:ea typeface="+mn-ea"/>
                  <a:cs typeface="Segoe UI" panose="020B0502040204020203" pitchFamily="34" charset="0"/>
                </a:defRPr>
              </a:lvl1pPr>
              <a:lvl2pPr marL="171450" marR="0" indent="-171450" algn="l" defTabSz="457189" rtl="0" eaLnBrk="1" fontAlgn="auto" latinLnBrk="0" hangingPunct="1">
                <a:lnSpc>
                  <a:spcPct val="130000"/>
                </a:lnSpc>
                <a:spcBef>
                  <a:spcPts val="0"/>
                </a:spcBef>
                <a:spcAft>
                  <a:spcPts val="600"/>
                </a:spcAft>
                <a:buClr>
                  <a:schemeClr val="tx1"/>
                </a:buClr>
                <a:buSzTx/>
                <a:buFont typeface="Arial" panose="020B0604020202020204" pitchFamily="34" charset="0"/>
                <a:buChar char="•"/>
                <a:tabLst/>
                <a:defRPr lang="fr-FR" sz="1200" b="0" kern="1200" noProof="0" dirty="0">
                  <a:solidFill>
                    <a:schemeClr val="tx1"/>
                  </a:solidFill>
                  <a:latin typeface="+mj-lt"/>
                  <a:ea typeface="+mn-ea"/>
                  <a:cs typeface="Calibri" panose="020F0502020204030204" pitchFamily="34" charset="0"/>
                </a:defRPr>
              </a:lvl2pPr>
              <a:lvl3pPr marL="361942" marR="0" indent="-180970" algn="l" defTabSz="514338" rtl="0" eaLnBrk="1" fontAlgn="auto" latinLnBrk="0" hangingPunct="1">
                <a:lnSpc>
                  <a:spcPct val="130000"/>
                </a:lnSpc>
                <a:spcBef>
                  <a:spcPts val="0"/>
                </a:spcBef>
                <a:spcAft>
                  <a:spcPts val="300"/>
                </a:spcAft>
                <a:buClr>
                  <a:prstClr val="white">
                    <a:lumMod val="50000"/>
                  </a:prstClr>
                </a:buClr>
                <a:buSzPct val="50000"/>
                <a:buFont typeface="Montserrat" panose="020B0604020202020204" charset="0"/>
                <a:buChar char="►"/>
                <a:tabLst/>
                <a:defRPr lang="fr-FR" sz="1200" b="0" kern="1200" noProof="0" dirty="0" smtClean="0">
                  <a:solidFill>
                    <a:schemeClr val="tx1"/>
                  </a:solidFill>
                  <a:latin typeface="+mj-lt"/>
                  <a:ea typeface="+mn-ea"/>
                  <a:cs typeface="Calibri" panose="020F0502020204030204" pitchFamily="34" charset="0"/>
                </a:defRPr>
              </a:lvl3pPr>
              <a:lvl4pPr marL="536561" indent="-161921" algn="l" defTabSz="457189" rtl="0" eaLnBrk="1" latinLnBrk="0" hangingPunct="1">
                <a:spcBef>
                  <a:spcPts val="300"/>
                </a:spcBef>
                <a:spcAft>
                  <a:spcPts val="300"/>
                </a:spcAft>
                <a:buClr>
                  <a:schemeClr val="tx1"/>
                </a:buClr>
                <a:buFont typeface="Courier New" pitchFamily="49" charset="0"/>
                <a:buChar char="o"/>
                <a:tabLst/>
                <a:defRPr lang="en-US" sz="1200" b="0" kern="1200" noProof="0" dirty="0">
                  <a:solidFill>
                    <a:schemeClr val="tx1"/>
                  </a:solidFill>
                  <a:latin typeface="+mn-lt"/>
                  <a:ea typeface="+mn-ea"/>
                  <a:cs typeface="Calibri" panose="020F0502020204030204" pitchFamily="34" charset="0"/>
                </a:defRPr>
              </a:lvl4pPr>
              <a:lvl5pPr marL="812780" indent="-165096" algn="l" defTabSz="457189" rtl="0" eaLnBrk="1" latinLnBrk="0" hangingPunct="1">
                <a:spcBef>
                  <a:spcPts val="0"/>
                </a:spcBef>
                <a:buClr>
                  <a:srgbClr val="D52B1E"/>
                </a:buClr>
                <a:buFont typeface="Calibri" pitchFamily="34" charset="0"/>
                <a:buChar char="-"/>
                <a:tabLst/>
                <a:defRPr lang="en-GB" sz="1100" kern="1200" noProof="0">
                  <a:solidFill>
                    <a:srgbClr val="4D4F53"/>
                  </a:solidFill>
                  <a:latin typeface="+mn-lt"/>
                  <a:ea typeface="+mn-ea"/>
                  <a:cs typeface="+mn-cs"/>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189" rtl="0" eaLnBrk="1" fontAlgn="auto" latinLnBrk="0" hangingPunct="1">
                <a:lnSpc>
                  <a:spcPct val="100000"/>
                </a:lnSpc>
                <a:spcBef>
                  <a:spcPts val="0"/>
                </a:spcBef>
                <a:spcAft>
                  <a:spcPts val="0"/>
                </a:spcAft>
                <a:buClr>
                  <a:srgbClr val="000000"/>
                </a:buClr>
                <a:buSzPct val="100000"/>
                <a:buFont typeface="Arial" panose="020B0604020202020204" pitchFamily="34" charset="0"/>
                <a:buNone/>
                <a:tabLst/>
                <a:defRPr/>
              </a:pPr>
              <a:r>
                <a:rPr kumimoji="0" lang="nb-NO" sz="1200" b="0" i="0" u="none" strike="noStrike" kern="1200" cap="none" spc="0" normalizeH="0" baseline="0" noProof="0">
                  <a:ln>
                    <a:noFill/>
                  </a:ln>
                  <a:solidFill>
                    <a:srgbClr val="FFFFFF"/>
                  </a:solidFill>
                  <a:effectLst/>
                  <a:uLnTx/>
                  <a:uFillTx/>
                  <a:latin typeface="Aptos Display" panose="02110004020202020204"/>
                  <a:ea typeface="+mn-ea"/>
                  <a:cs typeface="Segoe UI" panose="020B0502040204020203" pitchFamily="34" charset="0"/>
                </a:rPr>
                <a:t>www.bearingpoint.com</a:t>
              </a:r>
            </a:p>
          </p:txBody>
        </p:sp>
      </p:grpSp>
      <p:sp>
        <p:nvSpPr>
          <p:cNvPr id="12" name="Bearing B symbol">
            <a:extLst>
              <a:ext uri="{FF2B5EF4-FFF2-40B4-BE49-F238E27FC236}">
                <a16:creationId xmlns:a16="http://schemas.microsoft.com/office/drawing/2014/main" id="{DA75C97E-23DB-38EC-2CFD-B9CEA8F14AB3}"/>
              </a:ext>
            </a:extLst>
          </p:cNvPr>
          <p:cNvSpPr>
            <a:spLocks noChangeAspect="1"/>
          </p:cNvSpPr>
          <p:nvPr>
            <p:custDataLst>
              <p:tags r:id="rId1"/>
            </p:custDataLst>
          </p:nvPr>
        </p:nvSpPr>
        <p:spPr>
          <a:xfrm>
            <a:off x="11538515" y="358775"/>
            <a:ext cx="269833" cy="244800"/>
          </a:xfrm>
          <a:custGeom>
            <a:avLst/>
            <a:gdLst>
              <a:gd name="connsiteX0" fmla="*/ 6435355 w 7561191"/>
              <a:gd name="connsiteY0" fmla="*/ 15 h 6859726"/>
              <a:gd name="connsiteX1" fmla="*/ 5309518 w 7561191"/>
              <a:gd name="connsiteY1" fmla="*/ 1125856 h 6859726"/>
              <a:gd name="connsiteX2" fmla="*/ 6435355 w 7561191"/>
              <a:gd name="connsiteY2" fmla="*/ 2251689 h 6859726"/>
              <a:gd name="connsiteX3" fmla="*/ 7561191 w 7561191"/>
              <a:gd name="connsiteY3" fmla="*/ 1125856 h 6859726"/>
              <a:gd name="connsiteX4" fmla="*/ 6435355 w 7561191"/>
              <a:gd name="connsiteY4" fmla="*/ 15 h 6859726"/>
              <a:gd name="connsiteX5" fmla="*/ 6435355 w 7561191"/>
              <a:gd name="connsiteY5" fmla="*/ 1666056 h 6859726"/>
              <a:gd name="connsiteX6" fmla="*/ 5895151 w 7561191"/>
              <a:gd name="connsiteY6" fmla="*/ 1125856 h 6859726"/>
              <a:gd name="connsiteX7" fmla="*/ 6435355 w 7561191"/>
              <a:gd name="connsiteY7" fmla="*/ 585656 h 6859726"/>
              <a:gd name="connsiteX8" fmla="*/ 6975540 w 7561191"/>
              <a:gd name="connsiteY8" fmla="*/ 1125856 h 6859726"/>
              <a:gd name="connsiteX9" fmla="*/ 6435355 w 7561191"/>
              <a:gd name="connsiteY9" fmla="*/ 1666056 h 6859726"/>
              <a:gd name="connsiteX10" fmla="*/ 4233431 w 7561191"/>
              <a:gd name="connsiteY10" fmla="*/ 3214272 h 6859726"/>
              <a:gd name="connsiteX11" fmla="*/ 4860606 w 7561191"/>
              <a:gd name="connsiteY11" fmla="*/ 1861926 h 6859726"/>
              <a:gd name="connsiteX12" fmla="*/ 2675294 w 7561191"/>
              <a:gd name="connsiteY12" fmla="*/ 0 h 6859726"/>
              <a:gd name="connsiteX13" fmla="*/ 0 w 7561191"/>
              <a:gd name="connsiteY13" fmla="*/ 0 h 6859726"/>
              <a:gd name="connsiteX14" fmla="*/ 0 w 7561191"/>
              <a:gd name="connsiteY14" fmla="*/ 6859727 h 6859726"/>
              <a:gd name="connsiteX15" fmla="*/ 2743891 w 7561191"/>
              <a:gd name="connsiteY15" fmla="*/ 6859727 h 6859726"/>
              <a:gd name="connsiteX16" fmla="*/ 5105598 w 7561191"/>
              <a:gd name="connsiteY16" fmla="*/ 4841007 h 6859726"/>
              <a:gd name="connsiteX17" fmla="*/ 4233431 w 7561191"/>
              <a:gd name="connsiteY17" fmla="*/ 3214272 h 6859726"/>
              <a:gd name="connsiteX18" fmla="*/ 1234751 w 7561191"/>
              <a:gd name="connsiteY18" fmla="*/ 1097556 h 6859726"/>
              <a:gd name="connsiteX19" fmla="*/ 2704692 w 7561191"/>
              <a:gd name="connsiteY19" fmla="*/ 1097556 h 6859726"/>
              <a:gd name="connsiteX20" fmla="*/ 3625856 w 7561191"/>
              <a:gd name="connsiteY20" fmla="*/ 1930523 h 6859726"/>
              <a:gd name="connsiteX21" fmla="*/ 2714492 w 7561191"/>
              <a:gd name="connsiteY21" fmla="*/ 2763491 h 6859726"/>
              <a:gd name="connsiteX22" fmla="*/ 1234751 w 7561191"/>
              <a:gd name="connsiteY22" fmla="*/ 2763491 h 6859726"/>
              <a:gd name="connsiteX23" fmla="*/ 1234751 w 7561191"/>
              <a:gd name="connsiteY23" fmla="*/ 1097556 h 6859726"/>
              <a:gd name="connsiteX24" fmla="*/ 2773289 w 7561191"/>
              <a:gd name="connsiteY24" fmla="*/ 5762171 h 6859726"/>
              <a:gd name="connsiteX25" fmla="*/ 1234751 w 7561191"/>
              <a:gd name="connsiteY25" fmla="*/ 5762171 h 6859726"/>
              <a:gd name="connsiteX26" fmla="*/ 1234751 w 7561191"/>
              <a:gd name="connsiteY26" fmla="*/ 3861046 h 6859726"/>
              <a:gd name="connsiteX27" fmla="*/ 2773289 w 7561191"/>
              <a:gd name="connsiteY27" fmla="*/ 3861046 h 6859726"/>
              <a:gd name="connsiteX28" fmla="*/ 3851247 w 7561191"/>
              <a:gd name="connsiteY28" fmla="*/ 4811609 h 6859726"/>
              <a:gd name="connsiteX29" fmla="*/ 2773289 w 7561191"/>
              <a:gd name="connsiteY29" fmla="*/ 5762171 h 6859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7561191" h="6859726">
                <a:moveTo>
                  <a:pt x="6435355" y="15"/>
                </a:moveTo>
                <a:cubicBezTo>
                  <a:pt x="5813667" y="15"/>
                  <a:pt x="5309518" y="504176"/>
                  <a:pt x="5309518" y="1125856"/>
                </a:cubicBezTo>
                <a:cubicBezTo>
                  <a:pt x="5309518" y="1747536"/>
                  <a:pt x="5813667" y="2251689"/>
                  <a:pt x="6435355" y="2251689"/>
                </a:cubicBezTo>
                <a:cubicBezTo>
                  <a:pt x="7057024" y="2251689"/>
                  <a:pt x="7561191" y="1747536"/>
                  <a:pt x="7561191" y="1125856"/>
                </a:cubicBezTo>
                <a:cubicBezTo>
                  <a:pt x="7561191" y="504176"/>
                  <a:pt x="7057408" y="15"/>
                  <a:pt x="6435355" y="15"/>
                </a:cubicBezTo>
                <a:close/>
                <a:moveTo>
                  <a:pt x="6435355" y="1666056"/>
                </a:moveTo>
                <a:cubicBezTo>
                  <a:pt x="6136850" y="1666056"/>
                  <a:pt x="5895151" y="1423964"/>
                  <a:pt x="5895151" y="1125856"/>
                </a:cubicBezTo>
                <a:cubicBezTo>
                  <a:pt x="5895151" y="827747"/>
                  <a:pt x="6137235" y="585656"/>
                  <a:pt x="6435355" y="585656"/>
                </a:cubicBezTo>
                <a:cubicBezTo>
                  <a:pt x="6733456" y="585656"/>
                  <a:pt x="6975540" y="827747"/>
                  <a:pt x="6975540" y="1125856"/>
                </a:cubicBezTo>
                <a:cubicBezTo>
                  <a:pt x="6975540" y="1423964"/>
                  <a:pt x="6733456" y="1666056"/>
                  <a:pt x="6435355" y="1666056"/>
                </a:cubicBezTo>
                <a:close/>
                <a:moveTo>
                  <a:pt x="4233431" y="3214272"/>
                </a:moveTo>
                <a:cubicBezTo>
                  <a:pt x="4664614" y="2890885"/>
                  <a:pt x="4860606" y="2400905"/>
                  <a:pt x="4860606" y="1861926"/>
                </a:cubicBezTo>
                <a:cubicBezTo>
                  <a:pt x="4860606" y="783969"/>
                  <a:pt x="4135435" y="0"/>
                  <a:pt x="2675294" y="0"/>
                </a:cubicBezTo>
                <a:lnTo>
                  <a:pt x="0" y="0"/>
                </a:lnTo>
                <a:lnTo>
                  <a:pt x="0" y="6859727"/>
                </a:lnTo>
                <a:lnTo>
                  <a:pt x="2743891" y="6859727"/>
                </a:lnTo>
                <a:cubicBezTo>
                  <a:pt x="4311829" y="6859727"/>
                  <a:pt x="5105598" y="6046359"/>
                  <a:pt x="5105598" y="4841007"/>
                </a:cubicBezTo>
                <a:cubicBezTo>
                  <a:pt x="5105598" y="4155035"/>
                  <a:pt x="4811609" y="3537659"/>
                  <a:pt x="4233431" y="3214272"/>
                </a:cubicBezTo>
                <a:close/>
                <a:moveTo>
                  <a:pt x="1234751" y="1097556"/>
                </a:moveTo>
                <a:lnTo>
                  <a:pt x="2704692" y="1097556"/>
                </a:lnTo>
                <a:cubicBezTo>
                  <a:pt x="3322068" y="1097556"/>
                  <a:pt x="3625856" y="1420944"/>
                  <a:pt x="3625856" y="1930523"/>
                </a:cubicBezTo>
                <a:cubicBezTo>
                  <a:pt x="3625856" y="2440104"/>
                  <a:pt x="3312267" y="2763491"/>
                  <a:pt x="2714492" y="2763491"/>
                </a:cubicBezTo>
                <a:lnTo>
                  <a:pt x="1234751" y="2763491"/>
                </a:lnTo>
                <a:lnTo>
                  <a:pt x="1234751" y="1097556"/>
                </a:lnTo>
                <a:close/>
                <a:moveTo>
                  <a:pt x="2773289" y="5762171"/>
                </a:moveTo>
                <a:lnTo>
                  <a:pt x="1234751" y="5762171"/>
                </a:lnTo>
                <a:lnTo>
                  <a:pt x="1234751" y="3861046"/>
                </a:lnTo>
                <a:lnTo>
                  <a:pt x="2773289" y="3861046"/>
                </a:lnTo>
                <a:cubicBezTo>
                  <a:pt x="3469063" y="3861046"/>
                  <a:pt x="3851247" y="4213833"/>
                  <a:pt x="3851247" y="4811609"/>
                </a:cubicBezTo>
                <a:cubicBezTo>
                  <a:pt x="3851247" y="5409385"/>
                  <a:pt x="3488661" y="5762171"/>
                  <a:pt x="2773289" y="5762171"/>
                </a:cubicBezTo>
                <a:close/>
              </a:path>
            </a:pathLst>
          </a:custGeom>
          <a:solidFill>
            <a:schemeClr val="bg1"/>
          </a:solidFill>
          <a:ln w="75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ptos" panose="02110004020202020204"/>
              <a:ea typeface="+mn-ea"/>
              <a:cs typeface="+mn-cs"/>
            </a:endParaRPr>
          </a:p>
        </p:txBody>
      </p:sp>
    </p:spTree>
    <p:extLst>
      <p:ext uri="{BB962C8B-B14F-4D97-AF65-F5344CB8AC3E}">
        <p14:creationId xmlns:p14="http://schemas.microsoft.com/office/powerpoint/2010/main" val="7239386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25D82B-9A70-BA59-102F-8661C268D386}"/>
            </a:ext>
          </a:extLst>
        </p:cNvPr>
        <p:cNvGrpSpPr/>
        <p:nvPr/>
      </p:nvGrpSpPr>
      <p:grpSpPr>
        <a:xfrm>
          <a:off x="0" y="0"/>
          <a:ext cx="1" cy="1"/>
          <a:chOff x="0" y="0"/>
          <a:chExt cx="1" cy="1"/>
        </a:xfrm>
      </p:grpSpPr>
      <p:pic>
        <p:nvPicPr>
          <p:cNvPr id="20" name="Picture 19">
            <a:extLst>
              <a:ext uri="{FF2B5EF4-FFF2-40B4-BE49-F238E27FC236}">
                <a16:creationId xmlns:a16="http://schemas.microsoft.com/office/drawing/2014/main" id="{B28FC927-EC0F-3B1E-8CA5-F49CC2C7E3AF}"/>
              </a:ext>
            </a:extLst>
          </p:cNvPr>
          <p:cNvPicPr>
            <a:picLocks noChangeAspect="1"/>
          </p:cNvPicPr>
          <p:nvPr/>
        </p:nvPicPr>
        <p:blipFill>
          <a:blip r:embed="rId22" cstate="screen">
            <a:extLst>
              <a:ext uri="{28A0092B-C50C-407E-A947-70E740481C1C}">
                <a14:useLocalDpi xmlns:a14="http://schemas.microsoft.com/office/drawing/2010/main"/>
              </a:ext>
            </a:extLst>
          </a:blip>
          <a:srcRect r="6997"/>
          <a:stretch>
            <a:fillRect/>
          </a:stretch>
        </p:blipFill>
        <p:spPr>
          <a:xfrm>
            <a:off x="955338" y="876182"/>
            <a:ext cx="10280863" cy="5104932"/>
          </a:xfrm>
          <a:prstGeom prst="rect">
            <a:avLst/>
          </a:prstGeom>
        </p:spPr>
      </p:pic>
      <p:sp>
        <p:nvSpPr>
          <p:cNvPr id="3" name="TextBox 2">
            <a:extLst>
              <a:ext uri="{FF2B5EF4-FFF2-40B4-BE49-F238E27FC236}">
                <a16:creationId xmlns:a16="http://schemas.microsoft.com/office/drawing/2014/main" id="{C30FB350-D295-4832-9F0E-E4C8942B81E4}"/>
              </a:ext>
            </a:extLst>
          </p:cNvPr>
          <p:cNvSpPr txBox="1"/>
          <p:nvPr>
            <p:custDataLst>
              <p:tags r:id="rId1"/>
            </p:custDataLst>
          </p:nvPr>
        </p:nvSpPr>
        <p:spPr>
          <a:xfrm>
            <a:off x="313945" y="1499500"/>
            <a:ext cx="5562599" cy="646331"/>
          </a:xfrm>
          <a:prstGeom prst="rect">
            <a:avLst/>
          </a:prstGeom>
          <a:noFill/>
        </p:spPr>
        <p:txBody>
          <a:bodyPr wrap="square">
            <a:spAutoFit/>
          </a:bodyPr>
          <a:lstStyle/>
          <a:p>
            <a:pPr marL="0" marR="0" lvl="0" indent="0" algn="l" defTabSz="519488" rtl="0" eaLnBrk="1" fontAlgn="auto" latinLnBrk="0" hangingPunct="1">
              <a:lnSpc>
                <a:spcPct val="100000"/>
              </a:lnSpc>
              <a:spcBef>
                <a:spcPts val="0"/>
              </a:spcBef>
              <a:spcAft>
                <a:spcPts val="0"/>
              </a:spcAft>
              <a:buClrTx/>
              <a:buSzTx/>
              <a:buFontTx/>
              <a:buNone/>
              <a:tabLst/>
              <a:defRPr/>
            </a:pPr>
            <a:r>
              <a:rPr kumimoji="0" lang="nb-NO" sz="3600" b="1" i="0" u="none" strike="noStrike" kern="1200" cap="none" spc="0" normalizeH="0" baseline="0" noProof="0">
                <a:ln>
                  <a:noFill/>
                </a:ln>
                <a:effectLst/>
                <a:uLnTx/>
                <a:uFillTx/>
                <a:latin typeface="+mj-lt"/>
                <a:ea typeface="+mn-ea"/>
                <a:cs typeface="+mn-cs"/>
              </a:rPr>
              <a:t>global tilstedeværelse</a:t>
            </a:r>
          </a:p>
        </p:txBody>
      </p:sp>
      <p:sp>
        <p:nvSpPr>
          <p:cNvPr id="4" name="Title 8">
            <a:extLst>
              <a:ext uri="{FF2B5EF4-FFF2-40B4-BE49-F238E27FC236}">
                <a16:creationId xmlns:a16="http://schemas.microsoft.com/office/drawing/2014/main" id="{5772D013-A8F2-4A18-70DB-0457FD952A1B}"/>
              </a:ext>
            </a:extLst>
          </p:cNvPr>
          <p:cNvSpPr txBox="1">
            <a:spLocks/>
          </p:cNvSpPr>
          <p:nvPr>
            <p:custDataLst>
              <p:tags r:id="rId2"/>
            </p:custDataLst>
          </p:nvPr>
        </p:nvSpPr>
        <p:spPr>
          <a:xfrm>
            <a:off x="306458" y="937725"/>
            <a:ext cx="4910137" cy="307777"/>
          </a:xfrm>
          <a:prstGeom prst="rect">
            <a:avLst/>
          </a:prstGeom>
        </p:spPr>
        <p:txBody>
          <a:bodyPr/>
          <a:lstStyle>
            <a:lvl1pPr marL="0" indent="0" algn="l" defTabSz="457189" rtl="0" eaLnBrk="1" latinLnBrk="0" hangingPunct="1">
              <a:spcBef>
                <a:spcPct val="0"/>
              </a:spcBef>
              <a:spcAft>
                <a:spcPts val="0"/>
              </a:spcAft>
              <a:buFont typeface="Arial" pitchFamily="34" charset="0"/>
              <a:buNone/>
              <a:defRPr lang="fr-FR" sz="2400" b="1" kern="1200" baseline="0" smtClean="0">
                <a:solidFill>
                  <a:schemeClr val="accent1"/>
                </a:solidFill>
                <a:latin typeface="+mj-lt"/>
                <a:ea typeface="+mn-ea"/>
                <a:cs typeface="+mn-cs"/>
              </a:defRPr>
            </a:lvl1pPr>
          </a:lstStyle>
          <a:p>
            <a:pPr marL="0" marR="0" lvl="0" indent="0" algn="l" defTabSz="457189" rtl="0" eaLnBrk="1" fontAlgn="auto" latinLnBrk="0" hangingPunct="1">
              <a:lnSpc>
                <a:spcPct val="100000"/>
              </a:lnSpc>
              <a:spcBef>
                <a:spcPct val="0"/>
              </a:spcBef>
              <a:spcAft>
                <a:spcPts val="0"/>
              </a:spcAft>
              <a:buClrTx/>
              <a:buSzTx/>
              <a:buFont typeface="Arial" pitchFamily="34" charset="0"/>
              <a:buNone/>
              <a:tabLst/>
              <a:defRPr/>
            </a:pPr>
            <a:r>
              <a:rPr kumimoji="0" lang="nb-NO" sz="1800" b="0" i="0" u="none" strike="noStrike" kern="1200" cap="none" spc="0" normalizeH="0" baseline="0" noProof="0">
                <a:ln>
                  <a:noFill/>
                </a:ln>
                <a:solidFill>
                  <a:schemeClr val="tx1"/>
                </a:solidFill>
                <a:effectLst/>
                <a:uLnTx/>
                <a:uFillTx/>
                <a:ea typeface="+mn-ea"/>
                <a:cs typeface="+mn-cs"/>
              </a:rPr>
              <a:t>Europeiske røtter,</a:t>
            </a:r>
          </a:p>
        </p:txBody>
      </p:sp>
      <p:sp>
        <p:nvSpPr>
          <p:cNvPr id="8" name="Oval 7">
            <a:extLst>
              <a:ext uri="{FF2B5EF4-FFF2-40B4-BE49-F238E27FC236}">
                <a16:creationId xmlns:a16="http://schemas.microsoft.com/office/drawing/2014/main" id="{A173F507-92AE-DE9A-419E-3D362A781559}"/>
              </a:ext>
            </a:extLst>
          </p:cNvPr>
          <p:cNvSpPr/>
          <p:nvPr>
            <p:custDataLst>
              <p:tags r:id="rId3"/>
            </p:custDataLst>
          </p:nvPr>
        </p:nvSpPr>
        <p:spPr>
          <a:xfrm>
            <a:off x="11691719" y="877060"/>
            <a:ext cx="108000" cy="108000"/>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solidFill>
                <a:schemeClr val="bg1"/>
              </a:solidFill>
            </a:endParaRPr>
          </a:p>
        </p:txBody>
      </p:sp>
      <p:sp>
        <p:nvSpPr>
          <p:cNvPr id="9" name="Oval 8">
            <a:extLst>
              <a:ext uri="{FF2B5EF4-FFF2-40B4-BE49-F238E27FC236}">
                <a16:creationId xmlns:a16="http://schemas.microsoft.com/office/drawing/2014/main" id="{03D5E294-EFA0-A78B-B816-FE21115F2677}"/>
              </a:ext>
            </a:extLst>
          </p:cNvPr>
          <p:cNvSpPr/>
          <p:nvPr>
            <p:custDataLst>
              <p:tags r:id="rId4"/>
            </p:custDataLst>
          </p:nvPr>
        </p:nvSpPr>
        <p:spPr>
          <a:xfrm>
            <a:off x="11691719" y="1112672"/>
            <a:ext cx="108000" cy="108000"/>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solidFill>
                <a:schemeClr val="bg1"/>
              </a:solidFill>
            </a:endParaRPr>
          </a:p>
        </p:txBody>
      </p:sp>
      <p:sp>
        <p:nvSpPr>
          <p:cNvPr id="10" name="Oval 9">
            <a:extLst>
              <a:ext uri="{FF2B5EF4-FFF2-40B4-BE49-F238E27FC236}">
                <a16:creationId xmlns:a16="http://schemas.microsoft.com/office/drawing/2014/main" id="{96DE4596-43F1-B168-25F9-A4992551C3DB}"/>
              </a:ext>
            </a:extLst>
          </p:cNvPr>
          <p:cNvSpPr/>
          <p:nvPr>
            <p:custDataLst>
              <p:tags r:id="rId5"/>
            </p:custDataLst>
          </p:nvPr>
        </p:nvSpPr>
        <p:spPr>
          <a:xfrm>
            <a:off x="11691719" y="1348283"/>
            <a:ext cx="108000" cy="108000"/>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solidFill>
                <a:schemeClr val="bg1"/>
              </a:solidFill>
            </a:endParaRPr>
          </a:p>
        </p:txBody>
      </p:sp>
      <p:sp>
        <p:nvSpPr>
          <p:cNvPr id="11" name="TextBox 10">
            <a:extLst>
              <a:ext uri="{FF2B5EF4-FFF2-40B4-BE49-F238E27FC236}">
                <a16:creationId xmlns:a16="http://schemas.microsoft.com/office/drawing/2014/main" id="{DBD6F1AB-5C6F-E0B3-962F-02B448A47191}"/>
              </a:ext>
            </a:extLst>
          </p:cNvPr>
          <p:cNvSpPr txBox="1"/>
          <p:nvPr>
            <p:custDataLst>
              <p:tags r:id="rId6"/>
            </p:custDataLst>
          </p:nvPr>
        </p:nvSpPr>
        <p:spPr>
          <a:xfrm>
            <a:off x="10922501" y="867205"/>
            <a:ext cx="706925" cy="153888"/>
          </a:xfrm>
          <a:prstGeom prst="rect">
            <a:avLst/>
          </a:prstGeom>
          <a:noFill/>
        </p:spPr>
        <p:txBody>
          <a:bodyPr wrap="none" lIns="0" tIns="0" rIns="0" bIns="0" rtlCol="0">
            <a:spAutoFit/>
          </a:bodyPr>
          <a:lstStyle/>
          <a:p>
            <a:pPr algn="r">
              <a:spcAft>
                <a:spcPts val="600"/>
              </a:spcAft>
            </a:pPr>
            <a:r>
              <a:rPr lang="en-SE" sz="1000"/>
              <a:t>BearingPoint</a:t>
            </a:r>
          </a:p>
        </p:txBody>
      </p:sp>
      <p:sp>
        <p:nvSpPr>
          <p:cNvPr id="12" name="TextBox 11">
            <a:extLst>
              <a:ext uri="{FF2B5EF4-FFF2-40B4-BE49-F238E27FC236}">
                <a16:creationId xmlns:a16="http://schemas.microsoft.com/office/drawing/2014/main" id="{51965296-DC59-5A20-F5BE-A2FC054F3FFF}"/>
              </a:ext>
            </a:extLst>
          </p:cNvPr>
          <p:cNvSpPr txBox="1"/>
          <p:nvPr>
            <p:custDataLst>
              <p:tags r:id="rId7"/>
            </p:custDataLst>
          </p:nvPr>
        </p:nvSpPr>
        <p:spPr>
          <a:xfrm>
            <a:off x="11180584" y="1102817"/>
            <a:ext cx="448842" cy="153888"/>
          </a:xfrm>
          <a:prstGeom prst="rect">
            <a:avLst/>
          </a:prstGeom>
          <a:noFill/>
        </p:spPr>
        <p:txBody>
          <a:bodyPr wrap="none" lIns="0" tIns="0" rIns="0" bIns="0" rtlCol="0">
            <a:spAutoFit/>
          </a:bodyPr>
          <a:lstStyle/>
          <a:p>
            <a:pPr algn="r">
              <a:spcAft>
                <a:spcPts val="600"/>
              </a:spcAft>
            </a:pPr>
            <a:r>
              <a:rPr lang="en-SE" sz="1000"/>
              <a:t>Arcwide</a:t>
            </a:r>
          </a:p>
        </p:txBody>
      </p:sp>
      <p:sp>
        <p:nvSpPr>
          <p:cNvPr id="13" name="TextBox 12">
            <a:extLst>
              <a:ext uri="{FF2B5EF4-FFF2-40B4-BE49-F238E27FC236}">
                <a16:creationId xmlns:a16="http://schemas.microsoft.com/office/drawing/2014/main" id="{4038899B-09A2-0839-15A2-5ED13B1877D5}"/>
              </a:ext>
            </a:extLst>
          </p:cNvPr>
          <p:cNvSpPr txBox="1"/>
          <p:nvPr>
            <p:custDataLst>
              <p:tags r:id="rId8"/>
            </p:custDataLst>
          </p:nvPr>
        </p:nvSpPr>
        <p:spPr>
          <a:xfrm>
            <a:off x="10608313" y="1338428"/>
            <a:ext cx="1021113" cy="153888"/>
          </a:xfrm>
          <a:prstGeom prst="rect">
            <a:avLst/>
          </a:prstGeom>
          <a:noFill/>
        </p:spPr>
        <p:txBody>
          <a:bodyPr wrap="none" lIns="0" tIns="0" rIns="0" bIns="0" rtlCol="0">
            <a:spAutoFit/>
          </a:bodyPr>
          <a:lstStyle/>
          <a:p>
            <a:pPr algn="r">
              <a:spcAft>
                <a:spcPts val="600"/>
              </a:spcAft>
            </a:pPr>
            <a:r>
              <a:rPr lang="en-SE" sz="1000"/>
              <a:t>A</a:t>
            </a:r>
            <a:r>
              <a:rPr lang="en-GB" sz="1000"/>
              <a:t>b</a:t>
            </a:r>
            <a:r>
              <a:rPr lang="en-SE" sz="1000"/>
              <a:t>eam Consulting</a:t>
            </a:r>
          </a:p>
        </p:txBody>
      </p:sp>
      <p:grpSp>
        <p:nvGrpSpPr>
          <p:cNvPr id="7" name="Group 6">
            <a:extLst>
              <a:ext uri="{FF2B5EF4-FFF2-40B4-BE49-F238E27FC236}">
                <a16:creationId xmlns:a16="http://schemas.microsoft.com/office/drawing/2014/main" id="{82F648E6-6405-FEAB-5B52-1C6D7D859EA2}"/>
              </a:ext>
            </a:extLst>
          </p:cNvPr>
          <p:cNvGrpSpPr/>
          <p:nvPr/>
        </p:nvGrpSpPr>
        <p:grpSpPr>
          <a:xfrm>
            <a:off x="390776" y="5419249"/>
            <a:ext cx="2728800" cy="886652"/>
            <a:chOff x="390776" y="5419249"/>
            <a:chExt cx="2726932" cy="886652"/>
          </a:xfrm>
        </p:grpSpPr>
        <p:sp>
          <p:nvSpPr>
            <p:cNvPr id="5" name="TextBox 4">
              <a:extLst>
                <a:ext uri="{FF2B5EF4-FFF2-40B4-BE49-F238E27FC236}">
                  <a16:creationId xmlns:a16="http://schemas.microsoft.com/office/drawing/2014/main" id="{E1139CDD-201C-FD12-74A4-4C0A995670C3}"/>
                </a:ext>
              </a:extLst>
            </p:cNvPr>
            <p:cNvSpPr txBox="1"/>
            <p:nvPr>
              <p:custDataLst>
                <p:tags r:id="rId18"/>
              </p:custDataLst>
            </p:nvPr>
          </p:nvSpPr>
          <p:spPr>
            <a:xfrm>
              <a:off x="393356" y="5419249"/>
              <a:ext cx="2714624" cy="738664"/>
            </a:xfrm>
            <a:prstGeom prst="rect">
              <a:avLst/>
            </a:prstGeom>
            <a:noFill/>
          </p:spPr>
          <p:txBody>
            <a:bodyPr wrap="square" lIns="72000" tIns="0" rIns="0" bIns="0" rtlCol="0">
              <a:spAutoFit/>
            </a:bodyPr>
            <a:lstStyle/>
            <a:p>
              <a:r>
                <a:rPr lang="en-GB" sz="4800">
                  <a:effectLst/>
                </a:rPr>
                <a:t>6 215</a:t>
              </a:r>
            </a:p>
          </p:txBody>
        </p:sp>
        <p:sp>
          <p:nvSpPr>
            <p:cNvPr id="6" name="TextBox 5">
              <a:extLst>
                <a:ext uri="{FF2B5EF4-FFF2-40B4-BE49-F238E27FC236}">
                  <a16:creationId xmlns:a16="http://schemas.microsoft.com/office/drawing/2014/main" id="{64ACF51D-28D8-E77B-8404-2F1E3F6D6838}"/>
                </a:ext>
              </a:extLst>
            </p:cNvPr>
            <p:cNvSpPr txBox="1"/>
            <p:nvPr>
              <p:custDataLst>
                <p:tags r:id="rId19"/>
              </p:custDataLst>
            </p:nvPr>
          </p:nvSpPr>
          <p:spPr>
            <a:xfrm>
              <a:off x="403084" y="6136624"/>
              <a:ext cx="2714624" cy="169277"/>
            </a:xfrm>
            <a:prstGeom prst="rect">
              <a:avLst/>
            </a:prstGeom>
            <a:noFill/>
          </p:spPr>
          <p:txBody>
            <a:bodyPr wrap="square" lIns="72000" tIns="0" rIns="360000" bIns="0" rtlCol="0" anchor="b">
              <a:spAutoFit/>
            </a:bodyPr>
            <a:lstStyle/>
            <a:p>
              <a:pPr>
                <a:spcAft>
                  <a:spcPts val="300"/>
                </a:spcAft>
              </a:pPr>
              <a:r>
                <a:rPr lang="en-US" sz="1100" b="0" noProof="0" err="1"/>
                <a:t>ansatte</a:t>
              </a:r>
              <a:r>
                <a:rPr lang="en-US" sz="1100" b="0" noProof="0"/>
                <a:t> </a:t>
              </a:r>
              <a:r>
                <a:rPr lang="en-US" sz="1100" b="0" noProof="0" err="1"/>
                <a:t>globalt</a:t>
              </a:r>
              <a:r>
                <a:rPr lang="en-US" sz="1100" b="0" noProof="0"/>
                <a:t> og 150 i Norge</a:t>
              </a:r>
            </a:p>
          </p:txBody>
        </p:sp>
        <p:cxnSp>
          <p:nvCxnSpPr>
            <p:cNvPr id="21" name="Straight Connector 20">
              <a:extLst>
                <a:ext uri="{FF2B5EF4-FFF2-40B4-BE49-F238E27FC236}">
                  <a16:creationId xmlns:a16="http://schemas.microsoft.com/office/drawing/2014/main" id="{FE2F9304-A11B-35D7-C349-BA35F02B34CB}"/>
                </a:ext>
              </a:extLst>
            </p:cNvPr>
            <p:cNvCxnSpPr>
              <a:cxnSpLocks/>
            </p:cNvCxnSpPr>
            <p:nvPr>
              <p:custDataLst>
                <p:tags r:id="rId20"/>
              </p:custDataLst>
            </p:nvPr>
          </p:nvCxnSpPr>
          <p:spPr>
            <a:xfrm>
              <a:off x="390776" y="5571131"/>
              <a:ext cx="1" cy="729815"/>
            </a:xfrm>
            <a:prstGeom prst="line">
              <a:avLst/>
            </a:prstGeom>
            <a:ln w="12700">
              <a:solidFill>
                <a:srgbClr val="FF3D47"/>
              </a:solidFill>
            </a:ln>
          </p:spPr>
          <p:style>
            <a:lnRef idx="2">
              <a:schemeClr val="accent1"/>
            </a:lnRef>
            <a:fillRef idx="0">
              <a:schemeClr val="accent1"/>
            </a:fillRef>
            <a:effectRef idx="1">
              <a:schemeClr val="accent1"/>
            </a:effectRef>
            <a:fontRef idx="minor">
              <a:schemeClr val="tx1"/>
            </a:fontRef>
          </p:style>
        </p:cxnSp>
      </p:grpSp>
      <p:grpSp>
        <p:nvGrpSpPr>
          <p:cNvPr id="25" name="Group 24">
            <a:extLst>
              <a:ext uri="{FF2B5EF4-FFF2-40B4-BE49-F238E27FC236}">
                <a16:creationId xmlns:a16="http://schemas.microsoft.com/office/drawing/2014/main" id="{58413888-52C5-EBAB-70B5-20913B9E8488}"/>
              </a:ext>
            </a:extLst>
          </p:cNvPr>
          <p:cNvGrpSpPr/>
          <p:nvPr/>
        </p:nvGrpSpPr>
        <p:grpSpPr>
          <a:xfrm>
            <a:off x="3421411" y="5419249"/>
            <a:ext cx="2728800" cy="886652"/>
            <a:chOff x="3294314" y="5419249"/>
            <a:chExt cx="2726932" cy="886652"/>
          </a:xfrm>
        </p:grpSpPr>
        <p:sp>
          <p:nvSpPr>
            <p:cNvPr id="14" name="TextBox 13">
              <a:extLst>
                <a:ext uri="{FF2B5EF4-FFF2-40B4-BE49-F238E27FC236}">
                  <a16:creationId xmlns:a16="http://schemas.microsoft.com/office/drawing/2014/main" id="{1466C982-640A-A2B9-115C-D0741A1628D0}"/>
                </a:ext>
              </a:extLst>
            </p:cNvPr>
            <p:cNvSpPr txBox="1"/>
            <p:nvPr>
              <p:custDataLst>
                <p:tags r:id="rId15"/>
              </p:custDataLst>
            </p:nvPr>
          </p:nvSpPr>
          <p:spPr>
            <a:xfrm>
              <a:off x="3296894" y="5419249"/>
              <a:ext cx="2714624" cy="738664"/>
            </a:xfrm>
            <a:prstGeom prst="rect">
              <a:avLst/>
            </a:prstGeom>
            <a:noFill/>
          </p:spPr>
          <p:txBody>
            <a:bodyPr wrap="square" lIns="72000" tIns="0" rIns="0" bIns="0" rtlCol="0">
              <a:spAutoFit/>
            </a:bodyPr>
            <a:lstStyle/>
            <a:p>
              <a:r>
                <a:rPr lang="en-US" sz="4800"/>
                <a:t>2 249</a:t>
              </a:r>
            </a:p>
          </p:txBody>
        </p:sp>
        <p:sp>
          <p:nvSpPr>
            <p:cNvPr id="15" name="TextBox 14">
              <a:extLst>
                <a:ext uri="{FF2B5EF4-FFF2-40B4-BE49-F238E27FC236}">
                  <a16:creationId xmlns:a16="http://schemas.microsoft.com/office/drawing/2014/main" id="{0F00208B-A223-5F9C-BA24-A94CE2EE7FF6}"/>
                </a:ext>
              </a:extLst>
            </p:cNvPr>
            <p:cNvSpPr txBox="1"/>
            <p:nvPr>
              <p:custDataLst>
                <p:tags r:id="rId16"/>
              </p:custDataLst>
            </p:nvPr>
          </p:nvSpPr>
          <p:spPr>
            <a:xfrm>
              <a:off x="3306622" y="6136624"/>
              <a:ext cx="2714624" cy="169277"/>
            </a:xfrm>
            <a:prstGeom prst="rect">
              <a:avLst/>
            </a:prstGeom>
            <a:noFill/>
          </p:spPr>
          <p:txBody>
            <a:bodyPr wrap="square" lIns="72000" tIns="0" rIns="360000" bIns="0" rtlCol="0" anchor="b">
              <a:spAutoFit/>
            </a:bodyPr>
            <a:lstStyle/>
            <a:p>
              <a:pPr>
                <a:spcAft>
                  <a:spcPts val="300"/>
                </a:spcAft>
              </a:pPr>
              <a:r>
                <a:rPr lang="en-US" sz="1100"/>
                <a:t>l</a:t>
              </a:r>
              <a:r>
                <a:rPr lang="en-US" sz="1100" b="0" noProof="0"/>
                <a:t>everte </a:t>
              </a:r>
              <a:r>
                <a:rPr lang="en-US" sz="1100" b="0" noProof="0" err="1"/>
                <a:t>prosjekter</a:t>
              </a:r>
              <a:endParaRPr lang="en-US" sz="1100" b="0" noProof="0"/>
            </a:p>
          </p:txBody>
        </p:sp>
        <p:cxnSp>
          <p:nvCxnSpPr>
            <p:cNvPr id="22" name="Straight Connector 21">
              <a:extLst>
                <a:ext uri="{FF2B5EF4-FFF2-40B4-BE49-F238E27FC236}">
                  <a16:creationId xmlns:a16="http://schemas.microsoft.com/office/drawing/2014/main" id="{484F3862-CDD7-6C87-3A36-7687C543451F}"/>
                </a:ext>
              </a:extLst>
            </p:cNvPr>
            <p:cNvCxnSpPr>
              <a:cxnSpLocks/>
            </p:cNvCxnSpPr>
            <p:nvPr>
              <p:custDataLst>
                <p:tags r:id="rId17"/>
              </p:custDataLst>
            </p:nvPr>
          </p:nvCxnSpPr>
          <p:spPr>
            <a:xfrm>
              <a:off x="3294314" y="5571131"/>
              <a:ext cx="1" cy="729815"/>
            </a:xfrm>
            <a:prstGeom prst="line">
              <a:avLst/>
            </a:prstGeom>
            <a:ln w="12700">
              <a:solidFill>
                <a:srgbClr val="FF3D47"/>
              </a:solidFill>
            </a:ln>
          </p:spPr>
          <p:style>
            <a:lnRef idx="2">
              <a:schemeClr val="accent1"/>
            </a:lnRef>
            <a:fillRef idx="0">
              <a:schemeClr val="accent1"/>
            </a:fillRef>
            <a:effectRef idx="1">
              <a:schemeClr val="accent1"/>
            </a:effectRef>
            <a:fontRef idx="minor">
              <a:schemeClr val="tx1"/>
            </a:fontRef>
          </p:style>
        </p:cxnSp>
      </p:grpSp>
      <p:grpSp>
        <p:nvGrpSpPr>
          <p:cNvPr id="26" name="Group 25">
            <a:extLst>
              <a:ext uri="{FF2B5EF4-FFF2-40B4-BE49-F238E27FC236}">
                <a16:creationId xmlns:a16="http://schemas.microsoft.com/office/drawing/2014/main" id="{6CD23CDE-AEBD-4F5A-EAA7-40F8069D5582}"/>
              </a:ext>
            </a:extLst>
          </p:cNvPr>
          <p:cNvGrpSpPr/>
          <p:nvPr/>
        </p:nvGrpSpPr>
        <p:grpSpPr>
          <a:xfrm>
            <a:off x="6452046" y="5419249"/>
            <a:ext cx="2728800" cy="886652"/>
            <a:chOff x="6196264" y="5419249"/>
            <a:chExt cx="2726932" cy="886652"/>
          </a:xfrm>
        </p:grpSpPr>
        <p:sp>
          <p:nvSpPr>
            <p:cNvPr id="16" name="TextBox 15">
              <a:extLst>
                <a:ext uri="{FF2B5EF4-FFF2-40B4-BE49-F238E27FC236}">
                  <a16:creationId xmlns:a16="http://schemas.microsoft.com/office/drawing/2014/main" id="{CA756F2B-CD35-8F48-E03B-FBD194EE4580}"/>
                </a:ext>
              </a:extLst>
            </p:cNvPr>
            <p:cNvSpPr txBox="1"/>
            <p:nvPr>
              <p:custDataLst>
                <p:tags r:id="rId12"/>
              </p:custDataLst>
            </p:nvPr>
          </p:nvSpPr>
          <p:spPr>
            <a:xfrm>
              <a:off x="6198844" y="5419249"/>
              <a:ext cx="2714624" cy="738664"/>
            </a:xfrm>
            <a:prstGeom prst="rect">
              <a:avLst/>
            </a:prstGeom>
            <a:noFill/>
          </p:spPr>
          <p:txBody>
            <a:bodyPr wrap="square" lIns="72000" tIns="0" rIns="0" bIns="0" rtlCol="0">
              <a:spAutoFit/>
            </a:bodyPr>
            <a:lstStyle/>
            <a:p>
              <a:r>
                <a:rPr lang="en-US" sz="4800" noProof="0"/>
                <a:t>56</a:t>
              </a:r>
            </a:p>
          </p:txBody>
        </p:sp>
        <p:sp>
          <p:nvSpPr>
            <p:cNvPr id="17" name="TextBox 16">
              <a:extLst>
                <a:ext uri="{FF2B5EF4-FFF2-40B4-BE49-F238E27FC236}">
                  <a16:creationId xmlns:a16="http://schemas.microsoft.com/office/drawing/2014/main" id="{3A0E0393-63DD-DC63-5F3D-F15CBCF588B1}"/>
                </a:ext>
              </a:extLst>
            </p:cNvPr>
            <p:cNvSpPr txBox="1"/>
            <p:nvPr>
              <p:custDataLst>
                <p:tags r:id="rId13"/>
              </p:custDataLst>
            </p:nvPr>
          </p:nvSpPr>
          <p:spPr>
            <a:xfrm>
              <a:off x="6208572" y="6136624"/>
              <a:ext cx="2714624" cy="169277"/>
            </a:xfrm>
            <a:prstGeom prst="rect">
              <a:avLst/>
            </a:prstGeom>
            <a:noFill/>
          </p:spPr>
          <p:txBody>
            <a:bodyPr wrap="square" lIns="72000" tIns="0" rIns="360000" bIns="0" rtlCol="0" anchor="b">
              <a:spAutoFit/>
            </a:bodyPr>
            <a:lstStyle/>
            <a:p>
              <a:pPr>
                <a:spcAft>
                  <a:spcPts val="300"/>
                </a:spcAft>
              </a:pPr>
              <a:r>
                <a:rPr lang="en-US" sz="1100" b="0" noProof="0" err="1"/>
                <a:t>kontorer</a:t>
              </a:r>
              <a:r>
                <a:rPr lang="en-US" sz="1100" b="0" noProof="0"/>
                <a:t> i 26 land</a:t>
              </a:r>
            </a:p>
          </p:txBody>
        </p:sp>
        <p:cxnSp>
          <p:nvCxnSpPr>
            <p:cNvPr id="23" name="Straight Connector 22">
              <a:extLst>
                <a:ext uri="{FF2B5EF4-FFF2-40B4-BE49-F238E27FC236}">
                  <a16:creationId xmlns:a16="http://schemas.microsoft.com/office/drawing/2014/main" id="{6B74275F-EB2F-F83C-C998-66B8512E3A6C}"/>
                </a:ext>
              </a:extLst>
            </p:cNvPr>
            <p:cNvCxnSpPr>
              <a:cxnSpLocks/>
            </p:cNvCxnSpPr>
            <p:nvPr>
              <p:custDataLst>
                <p:tags r:id="rId14"/>
              </p:custDataLst>
            </p:nvPr>
          </p:nvCxnSpPr>
          <p:spPr>
            <a:xfrm>
              <a:off x="6196264" y="5571131"/>
              <a:ext cx="1" cy="729877"/>
            </a:xfrm>
            <a:prstGeom prst="line">
              <a:avLst/>
            </a:prstGeom>
            <a:ln w="12700">
              <a:solidFill>
                <a:srgbClr val="FF3D47"/>
              </a:solidFill>
            </a:ln>
          </p:spPr>
          <p:style>
            <a:lnRef idx="2">
              <a:schemeClr val="accent1"/>
            </a:lnRef>
            <a:fillRef idx="0">
              <a:schemeClr val="accent1"/>
            </a:fillRef>
            <a:effectRef idx="1">
              <a:schemeClr val="accent1"/>
            </a:effectRef>
            <a:fontRef idx="minor">
              <a:schemeClr val="tx1"/>
            </a:fontRef>
          </p:style>
        </p:cxnSp>
      </p:grpSp>
      <p:grpSp>
        <p:nvGrpSpPr>
          <p:cNvPr id="27" name="Group 26">
            <a:extLst>
              <a:ext uri="{FF2B5EF4-FFF2-40B4-BE49-F238E27FC236}">
                <a16:creationId xmlns:a16="http://schemas.microsoft.com/office/drawing/2014/main" id="{AFEF1DE4-3573-7B8C-4B2F-352F3CD862B1}"/>
              </a:ext>
            </a:extLst>
          </p:cNvPr>
          <p:cNvGrpSpPr/>
          <p:nvPr/>
        </p:nvGrpSpPr>
        <p:grpSpPr>
          <a:xfrm>
            <a:off x="9482681" y="5408853"/>
            <a:ext cx="2728800" cy="890628"/>
            <a:chOff x="9098214" y="5389433"/>
            <a:chExt cx="2733556" cy="916689"/>
          </a:xfrm>
        </p:grpSpPr>
        <p:sp>
          <p:nvSpPr>
            <p:cNvPr id="18" name="TextBox 17">
              <a:extLst>
                <a:ext uri="{FF2B5EF4-FFF2-40B4-BE49-F238E27FC236}">
                  <a16:creationId xmlns:a16="http://schemas.microsoft.com/office/drawing/2014/main" id="{5CEDD548-3FBB-7E8B-F570-1C4E1A11451F}"/>
                </a:ext>
              </a:extLst>
            </p:cNvPr>
            <p:cNvSpPr txBox="1"/>
            <p:nvPr>
              <p:custDataLst>
                <p:tags r:id="rId9"/>
              </p:custDataLst>
            </p:nvPr>
          </p:nvSpPr>
          <p:spPr>
            <a:xfrm>
              <a:off x="9107418" y="5389433"/>
              <a:ext cx="2714624" cy="760278"/>
            </a:xfrm>
            <a:prstGeom prst="rect">
              <a:avLst/>
            </a:prstGeom>
            <a:noFill/>
          </p:spPr>
          <p:txBody>
            <a:bodyPr wrap="square" lIns="72000" tIns="0" rIns="0" bIns="0" rtlCol="0">
              <a:spAutoFit/>
            </a:bodyPr>
            <a:lstStyle/>
            <a:p>
              <a:r>
                <a:rPr lang="en-US" sz="4800"/>
                <a:t>€1 025m</a:t>
              </a:r>
            </a:p>
          </p:txBody>
        </p:sp>
        <p:sp>
          <p:nvSpPr>
            <p:cNvPr id="19" name="TextBox 18">
              <a:extLst>
                <a:ext uri="{FF2B5EF4-FFF2-40B4-BE49-F238E27FC236}">
                  <a16:creationId xmlns:a16="http://schemas.microsoft.com/office/drawing/2014/main" id="{904765BB-8073-E1DB-C533-20AB1BB4E986}"/>
                </a:ext>
              </a:extLst>
            </p:cNvPr>
            <p:cNvSpPr txBox="1"/>
            <p:nvPr>
              <p:custDataLst>
                <p:tags r:id="rId10"/>
              </p:custDataLst>
            </p:nvPr>
          </p:nvSpPr>
          <p:spPr>
            <a:xfrm>
              <a:off x="9117146" y="6199746"/>
              <a:ext cx="2714624" cy="106376"/>
            </a:xfrm>
            <a:prstGeom prst="rect">
              <a:avLst/>
            </a:prstGeom>
            <a:noFill/>
          </p:spPr>
          <p:txBody>
            <a:bodyPr wrap="square" lIns="72000" tIns="0" rIns="360000" bIns="0" rtlCol="0" anchor="b">
              <a:spAutoFit/>
            </a:bodyPr>
            <a:lstStyle/>
            <a:p>
              <a:pPr>
                <a:lnSpc>
                  <a:spcPts val="682"/>
                </a:lnSpc>
              </a:pPr>
              <a:r>
                <a:rPr lang="en-GB" sz="1100">
                  <a:effectLst/>
                </a:rPr>
                <a:t>i </a:t>
              </a:r>
              <a:r>
                <a:rPr lang="en-GB" sz="1100" err="1">
                  <a:effectLst/>
                </a:rPr>
                <a:t>omsetning</a:t>
              </a:r>
              <a:endParaRPr lang="en-GB" sz="1100">
                <a:effectLst/>
              </a:endParaRPr>
            </a:p>
          </p:txBody>
        </p:sp>
        <p:cxnSp>
          <p:nvCxnSpPr>
            <p:cNvPr id="24" name="Straight Connector 23">
              <a:extLst>
                <a:ext uri="{FF2B5EF4-FFF2-40B4-BE49-F238E27FC236}">
                  <a16:creationId xmlns:a16="http://schemas.microsoft.com/office/drawing/2014/main" id="{76092701-B6CF-B505-B367-1A676932A019}"/>
                </a:ext>
              </a:extLst>
            </p:cNvPr>
            <p:cNvCxnSpPr>
              <a:cxnSpLocks/>
            </p:cNvCxnSpPr>
            <p:nvPr>
              <p:custDataLst>
                <p:tags r:id="rId11"/>
              </p:custDataLst>
            </p:nvPr>
          </p:nvCxnSpPr>
          <p:spPr>
            <a:xfrm>
              <a:off x="9098214" y="5560436"/>
              <a:ext cx="1" cy="729815"/>
            </a:xfrm>
            <a:prstGeom prst="line">
              <a:avLst/>
            </a:prstGeom>
            <a:ln w="12700">
              <a:solidFill>
                <a:srgbClr val="FF3D47"/>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5576945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D7FA0D-1253-8D0D-2FC6-38DDAB836141}"/>
            </a:ext>
          </a:extLst>
        </p:cNvPr>
        <p:cNvGrpSpPr/>
        <p:nvPr/>
      </p:nvGrpSpPr>
      <p:grpSpPr>
        <a:xfrm>
          <a:off x="0" y="0"/>
          <a:ext cx="1" cy="1"/>
          <a:chOff x="0" y="0"/>
          <a:chExt cx="1" cy="1"/>
        </a:xfrm>
      </p:grpSpPr>
      <p:sp>
        <p:nvSpPr>
          <p:cNvPr id="7" name="Title 8">
            <a:extLst>
              <a:ext uri="{FF2B5EF4-FFF2-40B4-BE49-F238E27FC236}">
                <a16:creationId xmlns:a16="http://schemas.microsoft.com/office/drawing/2014/main" id="{4534CA71-8D1D-2999-74B8-D306440BAA46}"/>
              </a:ext>
            </a:extLst>
          </p:cNvPr>
          <p:cNvSpPr txBox="1">
            <a:spLocks/>
          </p:cNvSpPr>
          <p:nvPr>
            <p:custDataLst>
              <p:tags r:id="rId1"/>
            </p:custDataLst>
          </p:nvPr>
        </p:nvSpPr>
        <p:spPr>
          <a:xfrm>
            <a:off x="299532" y="745492"/>
            <a:ext cx="11670796" cy="648976"/>
          </a:xfrm>
          <a:prstGeom prst="rect">
            <a:avLst/>
          </a:prstGeom>
        </p:spPr>
        <p:txBody>
          <a:bodyPr/>
          <a:lstStyle>
            <a:lvl1pPr marL="0" indent="0" algn="l" defTabSz="457189" rtl="0" eaLnBrk="1" latinLnBrk="0" hangingPunct="1">
              <a:spcBef>
                <a:spcPct val="0"/>
              </a:spcBef>
              <a:spcAft>
                <a:spcPts val="0"/>
              </a:spcAft>
              <a:buFont typeface="Arial" pitchFamily="34" charset="0"/>
              <a:buNone/>
              <a:defRPr lang="fr-FR" sz="2400" b="1" kern="1200" baseline="0" smtClean="0">
                <a:solidFill>
                  <a:schemeClr val="accent1"/>
                </a:solidFill>
                <a:latin typeface="+mj-lt"/>
                <a:ea typeface="+mn-ea"/>
                <a:cs typeface="+mn-cs"/>
              </a:defRPr>
            </a:lvl1pPr>
          </a:lstStyle>
          <a:p>
            <a:pPr marL="0" marR="0" lvl="0" indent="0" algn="l" defTabSz="457189" rtl="0" eaLnBrk="1" fontAlgn="auto" latinLnBrk="0" hangingPunct="1">
              <a:lnSpc>
                <a:spcPct val="100000"/>
              </a:lnSpc>
              <a:spcBef>
                <a:spcPct val="0"/>
              </a:spcBef>
              <a:spcAft>
                <a:spcPts val="0"/>
              </a:spcAft>
              <a:buClrTx/>
              <a:buSzTx/>
              <a:buFont typeface="Arial" pitchFamily="34" charset="0"/>
              <a:buNone/>
              <a:tabLst/>
              <a:defRPr/>
            </a:pPr>
            <a:r>
              <a:rPr kumimoji="0" lang="nb-NO" sz="3600" i="0" u="none" strike="noStrike" kern="1200" cap="none" spc="0" normalizeH="0" baseline="0" noProof="0">
                <a:ln>
                  <a:noFill/>
                </a:ln>
                <a:solidFill>
                  <a:schemeClr val="tx1"/>
                </a:solidFill>
                <a:effectLst/>
                <a:uLnTx/>
                <a:uFillTx/>
                <a:ea typeface="+mn-ea"/>
                <a:cs typeface="+mn-cs"/>
              </a:rPr>
              <a:t>Vi skaper høy forretningsverdi ved bruk av data og teknologi</a:t>
            </a:r>
          </a:p>
        </p:txBody>
      </p:sp>
      <p:grpSp>
        <p:nvGrpSpPr>
          <p:cNvPr id="2" name="Group 1">
            <a:extLst>
              <a:ext uri="{FF2B5EF4-FFF2-40B4-BE49-F238E27FC236}">
                <a16:creationId xmlns:a16="http://schemas.microsoft.com/office/drawing/2014/main" id="{4090A965-0380-45AD-C054-1FE11FD9BDCE}"/>
              </a:ext>
            </a:extLst>
          </p:cNvPr>
          <p:cNvGrpSpPr/>
          <p:nvPr/>
        </p:nvGrpSpPr>
        <p:grpSpPr>
          <a:xfrm>
            <a:off x="4044473" y="1900494"/>
            <a:ext cx="2560065" cy="3463905"/>
            <a:chOff x="3338103" y="1908619"/>
            <a:chExt cx="2560065" cy="3463905"/>
          </a:xfrm>
        </p:grpSpPr>
        <p:sp>
          <p:nvSpPr>
            <p:cNvPr id="28" name="TextBox 43">
              <a:extLst>
                <a:ext uri="{FF2B5EF4-FFF2-40B4-BE49-F238E27FC236}">
                  <a16:creationId xmlns:a16="http://schemas.microsoft.com/office/drawing/2014/main" id="{BCD04B4B-0414-1246-A581-0D74CA09D37D}"/>
                </a:ext>
              </a:extLst>
            </p:cNvPr>
            <p:cNvSpPr txBox="1"/>
            <p:nvPr>
              <p:custDataLst>
                <p:tags r:id="rId8"/>
              </p:custDataLst>
            </p:nvPr>
          </p:nvSpPr>
          <p:spPr>
            <a:xfrm>
              <a:off x="3415090" y="1908619"/>
              <a:ext cx="2483078" cy="553998"/>
            </a:xfrm>
            <a:prstGeom prst="rect">
              <a:avLst/>
            </a:prstGeom>
            <a:noFill/>
          </p:spPr>
          <p:txBody>
            <a:bodyPr wrap="square" lIns="0" tIns="0" rIns="0" bIns="0" rtlCol="0" anchor="t">
              <a:spAutoFit/>
            </a:bodyPr>
            <a:lstStyle/>
            <a:p>
              <a:pPr marL="0" marR="0" lvl="0" indent="0" algn="l" defTabSz="519488" rtl="0" eaLnBrk="1" fontAlgn="auto" latinLnBrk="0" hangingPunct="1">
                <a:lnSpc>
                  <a:spcPct val="100000"/>
                </a:lnSpc>
                <a:spcBef>
                  <a:spcPts val="0"/>
                </a:spcBef>
                <a:spcAft>
                  <a:spcPts val="0"/>
                </a:spcAft>
                <a:buClrTx/>
                <a:buSzTx/>
                <a:buFontTx/>
                <a:buNone/>
                <a:tabLst/>
                <a:defRPr/>
              </a:pPr>
              <a:r>
                <a:rPr kumimoji="0" lang="nb-NO" sz="1200" b="0" i="0" u="none" strike="noStrike" kern="1200" cap="none" spc="0" normalizeH="0" baseline="0" noProof="0">
                  <a:ln>
                    <a:noFill/>
                  </a:ln>
                  <a:effectLst/>
                  <a:uLnTx/>
                  <a:uFillTx/>
                  <a:latin typeface="+mj-lt"/>
                  <a:ea typeface="+mn-ea"/>
                  <a:cs typeface="Segoe UI Semibold" panose="020B0702040204020203" pitchFamily="34" charset="0"/>
                </a:rPr>
                <a:t>Støtter virksomheter med å ta riktige teknologivalg og gjennomføre digitale transformasjoner</a:t>
              </a:r>
              <a:endParaRPr kumimoji="0" lang="nb-NO" sz="1400" b="0" i="0" u="none" strike="noStrike" kern="1200" cap="none" spc="0" normalizeH="0" baseline="0" noProof="0">
                <a:ln>
                  <a:noFill/>
                </a:ln>
                <a:effectLst/>
                <a:uLnTx/>
                <a:uFillTx/>
                <a:latin typeface="+mj-lt"/>
                <a:ea typeface="+mn-ea"/>
                <a:cs typeface="Segoe UI Semibold" panose="020B0702040204020203" pitchFamily="34" charset="0"/>
              </a:endParaRPr>
            </a:p>
          </p:txBody>
        </p:sp>
        <p:sp>
          <p:nvSpPr>
            <p:cNvPr id="29" name="TextBox 44">
              <a:extLst>
                <a:ext uri="{FF2B5EF4-FFF2-40B4-BE49-F238E27FC236}">
                  <a16:creationId xmlns:a16="http://schemas.microsoft.com/office/drawing/2014/main" id="{B33D3C6A-1C7F-FCD6-7A7E-66432F996C4F}"/>
                </a:ext>
              </a:extLst>
            </p:cNvPr>
            <p:cNvSpPr txBox="1"/>
            <p:nvPr>
              <p:custDataLst>
                <p:tags r:id="rId9"/>
              </p:custDataLst>
            </p:nvPr>
          </p:nvSpPr>
          <p:spPr>
            <a:xfrm>
              <a:off x="3401528" y="3879808"/>
              <a:ext cx="2163804" cy="1492716"/>
            </a:xfrm>
            <a:prstGeom prst="rect">
              <a:avLst/>
            </a:prstGeom>
            <a:noFill/>
          </p:spPr>
          <p:txBody>
            <a:bodyPr wrap="square" lIns="0" tIns="0" bIns="0" rtlCol="0" anchor="t">
              <a:spAutoFit/>
            </a:bodyPr>
            <a:lstStyle>
              <a:defPPr>
                <a:defRPr lang="en-US"/>
              </a:defPPr>
              <a:lvl1pPr>
                <a:lnSpc>
                  <a:spcPct val="130000"/>
                </a:lnSpc>
                <a:spcAft>
                  <a:spcPts val="1200"/>
                </a:spcAft>
                <a:defRPr sz="1200">
                  <a:latin typeface="+mj-lt"/>
                  <a:cs typeface="Segoe UI" panose="020B0502040204020203" pitchFamily="34" charset="0"/>
                </a:defRPr>
              </a:lvl1pPr>
            </a:lstStyle>
            <a:p>
              <a:pPr marL="171450" marR="0" lvl="0" indent="-171450" algn="l" defTabSz="519488"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nb-NO" b="0" i="0" u="none" strike="noStrike" kern="1200" cap="none" spc="0" normalizeH="0" baseline="0" noProof="0">
                  <a:ln>
                    <a:noFill/>
                  </a:ln>
                  <a:effectLst/>
                  <a:uLnTx/>
                  <a:uFillTx/>
                  <a:ea typeface="+mn-ea"/>
                  <a:cs typeface="Segoe UI" panose="020B0502040204020203" pitchFamily="34" charset="0"/>
                </a:rPr>
                <a:t>Strategisk teknologirådgivning</a:t>
              </a:r>
            </a:p>
            <a:p>
              <a:pPr marL="171450" marR="0" lvl="0" indent="-171450" algn="l" defTabSz="519488"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nb-NO" b="0" i="0" u="none" strike="noStrike" kern="1200" cap="none" spc="0" normalizeH="0" baseline="0" noProof="0" err="1">
                  <a:ln>
                    <a:noFill/>
                  </a:ln>
                  <a:effectLst/>
                  <a:uLnTx/>
                  <a:uFillTx/>
                  <a:ea typeface="+mn-ea"/>
                  <a:cs typeface="Segoe UI" panose="020B0502040204020203" pitchFamily="34" charset="0"/>
                </a:rPr>
                <a:t>Teknologimålbilde</a:t>
              </a:r>
              <a:endParaRPr kumimoji="0" lang="nb-NO" b="0" i="0" u="none" strike="noStrike" kern="1200" cap="none" spc="0" normalizeH="0" baseline="0" noProof="0">
                <a:ln>
                  <a:noFill/>
                </a:ln>
                <a:effectLst/>
                <a:uLnTx/>
                <a:uFillTx/>
                <a:ea typeface="+mn-ea"/>
                <a:cs typeface="Segoe UI" panose="020B0502040204020203" pitchFamily="34" charset="0"/>
              </a:endParaRPr>
            </a:p>
            <a:p>
              <a:pPr marL="171450" marR="0" lvl="0" indent="-171450" algn="l" defTabSz="519488"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nb-NO" b="0" i="0" u="none" strike="noStrike" kern="1200" cap="none" spc="0" normalizeH="0" baseline="0" noProof="0">
                  <a:ln>
                    <a:noFill/>
                  </a:ln>
                  <a:effectLst/>
                  <a:uLnTx/>
                  <a:uFillTx/>
                  <a:ea typeface="+mn-ea"/>
                  <a:cs typeface="Segoe UI" panose="020B0502040204020203" pitchFamily="34" charset="0"/>
                </a:rPr>
                <a:t>IT-anskaffelse og </a:t>
              </a:r>
              <a:r>
                <a:rPr kumimoji="0" lang="nb-NO" b="0" i="0" u="none" strike="noStrike" kern="1200" cap="none" spc="0" normalizeH="0" baseline="0" noProof="0" err="1">
                  <a:ln>
                    <a:noFill/>
                  </a:ln>
                  <a:effectLst/>
                  <a:uLnTx/>
                  <a:uFillTx/>
                  <a:ea typeface="+mn-ea"/>
                  <a:cs typeface="Segoe UI" panose="020B0502040204020203" pitchFamily="34" charset="0"/>
                </a:rPr>
                <a:t>sourcing</a:t>
              </a:r>
              <a:endParaRPr kumimoji="0" lang="nb-NO" b="0" i="0" u="none" strike="noStrike" kern="1200" cap="none" spc="0" normalizeH="0" baseline="0" noProof="0">
                <a:ln>
                  <a:noFill/>
                </a:ln>
                <a:effectLst/>
                <a:uLnTx/>
                <a:uFillTx/>
                <a:ea typeface="+mn-ea"/>
                <a:cs typeface="Segoe UI" panose="020B0502040204020203" pitchFamily="34" charset="0"/>
              </a:endParaRPr>
            </a:p>
            <a:p>
              <a:pPr marL="171450" marR="0" lvl="0" indent="-171450" algn="l" defTabSz="519488"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nb-NO" b="0" i="0" u="none" strike="noStrike" kern="1200" cap="none" spc="0" normalizeH="0" baseline="0" noProof="0">
                  <a:ln>
                    <a:noFill/>
                  </a:ln>
                  <a:effectLst/>
                  <a:uLnTx/>
                  <a:uFillTx/>
                  <a:ea typeface="+mn-ea"/>
                  <a:cs typeface="Segoe UI" panose="020B0502040204020203" pitchFamily="34" charset="0"/>
                </a:rPr>
                <a:t>Program- og prosjektledelse</a:t>
              </a:r>
            </a:p>
            <a:p>
              <a:pPr marL="171450" marR="0" lvl="0" indent="-171450" algn="l" defTabSz="519488"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nb-NO" b="0" i="0" u="none" strike="noStrike" kern="1200" cap="none" spc="0" normalizeH="0" baseline="0" noProof="0">
                  <a:ln>
                    <a:noFill/>
                  </a:ln>
                  <a:effectLst/>
                  <a:uLnTx/>
                  <a:uFillTx/>
                  <a:ea typeface="+mn-ea"/>
                  <a:cs typeface="Segoe UI" panose="020B0502040204020203" pitchFamily="34" charset="0"/>
                </a:rPr>
                <a:t>Endringsledelse</a:t>
              </a:r>
            </a:p>
            <a:p>
              <a:pPr marL="171450" marR="0" lvl="0" indent="-171450" algn="l" defTabSz="519488"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nb-NO"/>
                <a:t>Produktorientering</a:t>
              </a:r>
              <a:endParaRPr kumimoji="0" lang="nb-NO" b="0" i="0" u="none" strike="noStrike" kern="1200" cap="none" spc="0" normalizeH="0" baseline="0" noProof="0">
                <a:ln>
                  <a:noFill/>
                </a:ln>
                <a:effectLst/>
                <a:uLnTx/>
                <a:uFillTx/>
                <a:ea typeface="+mn-ea"/>
                <a:cs typeface="Segoe UI" panose="020B0502040204020203" pitchFamily="34" charset="0"/>
              </a:endParaRPr>
            </a:p>
          </p:txBody>
        </p:sp>
        <p:cxnSp>
          <p:nvCxnSpPr>
            <p:cNvPr id="30" name="Straight Connector 29">
              <a:extLst>
                <a:ext uri="{FF2B5EF4-FFF2-40B4-BE49-F238E27FC236}">
                  <a16:creationId xmlns:a16="http://schemas.microsoft.com/office/drawing/2014/main" id="{F12DD601-7FD2-9847-C05C-42E283463A53}"/>
                </a:ext>
              </a:extLst>
            </p:cNvPr>
            <p:cNvCxnSpPr/>
            <p:nvPr/>
          </p:nvCxnSpPr>
          <p:spPr>
            <a:xfrm>
              <a:off x="3415090" y="3424060"/>
              <a:ext cx="921389" cy="1"/>
            </a:xfrm>
            <a:prstGeom prst="line">
              <a:avLst/>
            </a:prstGeom>
            <a:ln>
              <a:solidFill>
                <a:srgbClr val="FF3D47"/>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FCDC2AA0-D67A-2F3D-587F-3C5873F7D19D}"/>
                </a:ext>
              </a:extLst>
            </p:cNvPr>
            <p:cNvSpPr txBox="1"/>
            <p:nvPr>
              <p:custDataLst>
                <p:tags r:id="rId10"/>
              </p:custDataLst>
            </p:nvPr>
          </p:nvSpPr>
          <p:spPr>
            <a:xfrm>
              <a:off x="3338103" y="2631033"/>
              <a:ext cx="1775337" cy="413959"/>
            </a:xfrm>
            <a:prstGeom prst="rect">
              <a:avLst/>
            </a:prstGeom>
            <a:noFill/>
          </p:spPr>
          <p:txBody>
            <a:bodyPr wrap="square">
              <a:spAutoFit/>
            </a:bodyPr>
            <a:lstStyle/>
            <a:p>
              <a:pPr marL="0" marR="0" lvl="0" indent="0" algn="l" defTabSz="519488" rtl="0" eaLnBrk="1" fontAlgn="auto" latinLnBrk="0" hangingPunct="1">
                <a:lnSpc>
                  <a:spcPct val="110000"/>
                </a:lnSpc>
                <a:spcBef>
                  <a:spcPts val="0"/>
                </a:spcBef>
                <a:spcAft>
                  <a:spcPts val="0"/>
                </a:spcAft>
                <a:buClrTx/>
                <a:buSzTx/>
                <a:buFontTx/>
                <a:buNone/>
                <a:tabLst/>
                <a:defRPr/>
              </a:pPr>
              <a:r>
                <a:rPr kumimoji="0" lang="nb-NO" sz="2000" b="0" i="0" u="none" strike="noStrike" kern="1200" cap="none" spc="0" normalizeH="0" baseline="0" noProof="0">
                  <a:ln>
                    <a:noFill/>
                  </a:ln>
                  <a:effectLst/>
                  <a:uLnTx/>
                  <a:uFillTx/>
                  <a:latin typeface="+mj-lt"/>
                  <a:ea typeface="+mn-ea"/>
                  <a:cs typeface="Segoe UI Semibold" panose="020B0702040204020203" pitchFamily="34" charset="0"/>
                </a:rPr>
                <a:t>TECHNOLOGY</a:t>
              </a:r>
            </a:p>
          </p:txBody>
        </p:sp>
      </p:grpSp>
      <p:grpSp>
        <p:nvGrpSpPr>
          <p:cNvPr id="5" name="Group 4">
            <a:extLst>
              <a:ext uri="{FF2B5EF4-FFF2-40B4-BE49-F238E27FC236}">
                <a16:creationId xmlns:a16="http://schemas.microsoft.com/office/drawing/2014/main" id="{BC2D1FA9-005C-BDEF-C498-8D7A562D3FBC}"/>
              </a:ext>
            </a:extLst>
          </p:cNvPr>
          <p:cNvGrpSpPr/>
          <p:nvPr/>
        </p:nvGrpSpPr>
        <p:grpSpPr>
          <a:xfrm>
            <a:off x="299668" y="1900494"/>
            <a:ext cx="2266222" cy="3241198"/>
            <a:chOff x="6382256" y="1900494"/>
            <a:chExt cx="2266222" cy="3241198"/>
          </a:xfrm>
        </p:grpSpPr>
        <p:sp>
          <p:nvSpPr>
            <p:cNvPr id="6" name="TextBox 41">
              <a:extLst>
                <a:ext uri="{FF2B5EF4-FFF2-40B4-BE49-F238E27FC236}">
                  <a16:creationId xmlns:a16="http://schemas.microsoft.com/office/drawing/2014/main" id="{645FC5CA-53C3-20E9-14E7-F45252A22CD4}"/>
                </a:ext>
              </a:extLst>
            </p:cNvPr>
            <p:cNvSpPr txBox="1"/>
            <p:nvPr>
              <p:custDataLst>
                <p:tags r:id="rId5"/>
              </p:custDataLst>
            </p:nvPr>
          </p:nvSpPr>
          <p:spPr>
            <a:xfrm>
              <a:off x="6484673" y="1900494"/>
              <a:ext cx="2163805" cy="553998"/>
            </a:xfrm>
            <a:prstGeom prst="rect">
              <a:avLst/>
            </a:prstGeom>
            <a:noFill/>
          </p:spPr>
          <p:txBody>
            <a:bodyPr wrap="square" lIns="0" tIns="0" rIns="0" bIns="0" rtlCol="0" anchor="t">
              <a:spAutoFit/>
            </a:bodyPr>
            <a:lstStyle/>
            <a:p>
              <a:pPr defTabSz="519488">
                <a:defRPr/>
              </a:pPr>
              <a:r>
                <a:rPr kumimoji="0" lang="nb-NO" sz="1200" b="0" i="0" u="none" strike="noStrike" kern="1200" cap="none" spc="0" normalizeH="0" baseline="0" noProof="0">
                  <a:ln>
                    <a:noFill/>
                  </a:ln>
                  <a:effectLst/>
                  <a:uLnTx/>
                  <a:uFillTx/>
                  <a:latin typeface="+mj-lt"/>
                  <a:ea typeface="+mn-ea"/>
                  <a:cs typeface="Segoe UI Semibold"/>
                </a:rPr>
                <a:t>Skaper konkurransekraft gjennom strategi, vekst, forbedring og </a:t>
              </a:r>
              <a:r>
                <a:rPr kumimoji="0" lang="nb-NO" sz="1200" b="0" i="0" u="none" strike="noStrike" kern="1200" cap="none" spc="0" normalizeH="0" baseline="0" noProof="0" err="1">
                  <a:ln>
                    <a:noFill/>
                  </a:ln>
                  <a:effectLst/>
                  <a:uLnTx/>
                  <a:uFillTx/>
                  <a:latin typeface="+mj-lt"/>
                  <a:ea typeface="+mn-ea"/>
                  <a:cs typeface="Segoe UI Semibold"/>
                </a:rPr>
                <a:t>kundedrevet</a:t>
              </a:r>
              <a:r>
                <a:rPr kumimoji="0" lang="nb-NO" sz="1200" b="0" i="0" u="none" strike="noStrike" kern="1200" cap="none" spc="0" normalizeH="0" baseline="0" noProof="0">
                  <a:ln>
                    <a:noFill/>
                  </a:ln>
                  <a:effectLst/>
                  <a:uLnTx/>
                  <a:uFillTx/>
                  <a:latin typeface="+mj-lt"/>
                  <a:ea typeface="+mn-ea"/>
                  <a:cs typeface="Segoe UI Semibold"/>
                </a:rPr>
                <a:t> utvikling</a:t>
              </a:r>
            </a:p>
          </p:txBody>
        </p:sp>
        <p:sp>
          <p:nvSpPr>
            <p:cNvPr id="8" name="TextBox 42">
              <a:extLst>
                <a:ext uri="{FF2B5EF4-FFF2-40B4-BE49-F238E27FC236}">
                  <a16:creationId xmlns:a16="http://schemas.microsoft.com/office/drawing/2014/main" id="{511C062C-EFBB-2B6F-43D2-C347517F3AE3}"/>
                </a:ext>
              </a:extLst>
            </p:cNvPr>
            <p:cNvSpPr txBox="1"/>
            <p:nvPr>
              <p:custDataLst>
                <p:tags r:id="rId6"/>
              </p:custDataLst>
            </p:nvPr>
          </p:nvSpPr>
          <p:spPr>
            <a:xfrm>
              <a:off x="6462869" y="3879808"/>
              <a:ext cx="2163804" cy="1261884"/>
            </a:xfrm>
            <a:prstGeom prst="rect">
              <a:avLst/>
            </a:prstGeom>
            <a:noFill/>
          </p:spPr>
          <p:txBody>
            <a:bodyPr wrap="square" lIns="0" tIns="0" rIns="91440" bIns="0" rtlCol="0" anchor="t">
              <a:spAutoFit/>
            </a:bodyPr>
            <a:lstStyle>
              <a:defPPr>
                <a:defRPr lang="en-US"/>
              </a:defPPr>
              <a:lvl1pPr>
                <a:lnSpc>
                  <a:spcPct val="130000"/>
                </a:lnSpc>
                <a:spcAft>
                  <a:spcPts val="1200"/>
                </a:spcAft>
                <a:defRPr sz="1200">
                  <a:latin typeface="+mj-lt"/>
                  <a:cs typeface="Segoe UI" panose="020B0502040204020203" pitchFamily="34" charset="0"/>
                </a:defRPr>
              </a:lvl1pPr>
            </a:lstStyle>
            <a:p>
              <a:pPr marL="171450" indent="-171450" defTabSz="519488">
                <a:lnSpc>
                  <a:spcPct val="100000"/>
                </a:lnSpc>
                <a:spcAft>
                  <a:spcPts val="600"/>
                </a:spcAft>
                <a:buFont typeface="Arial" panose="020B0604020202020204" pitchFamily="34" charset="0"/>
                <a:buChar char="•"/>
                <a:defRPr/>
              </a:pPr>
              <a:r>
                <a:rPr lang="en-GB" err="1"/>
                <a:t>Strategisk</a:t>
              </a:r>
              <a:r>
                <a:rPr lang="en-GB"/>
                <a:t> </a:t>
              </a:r>
              <a:r>
                <a:rPr lang="en-GB" err="1"/>
                <a:t>retning</a:t>
              </a:r>
              <a:r>
                <a:rPr lang="en-GB"/>
                <a:t> og </a:t>
              </a:r>
              <a:r>
                <a:rPr lang="en-GB" err="1"/>
                <a:t>prioritering</a:t>
              </a:r>
              <a:endParaRPr lang="en-GB"/>
            </a:p>
            <a:p>
              <a:pPr marL="171450" indent="-171450" defTabSz="519488">
                <a:lnSpc>
                  <a:spcPct val="100000"/>
                </a:lnSpc>
                <a:spcAft>
                  <a:spcPts val="600"/>
                </a:spcAft>
                <a:buFont typeface="Arial" panose="020B0604020202020204" pitchFamily="34" charset="0"/>
                <a:buChar char="•"/>
                <a:defRPr/>
              </a:pPr>
              <a:r>
                <a:rPr lang="nb-NO"/>
                <a:t>Kundesentrisk utvikling og lojalitet</a:t>
              </a:r>
            </a:p>
            <a:p>
              <a:pPr marL="171450" indent="-171450" defTabSz="519488">
                <a:lnSpc>
                  <a:spcPct val="100000"/>
                </a:lnSpc>
                <a:spcAft>
                  <a:spcPts val="600"/>
                </a:spcAft>
                <a:buFont typeface="Arial" panose="020B0604020202020204" pitchFamily="34" charset="0"/>
                <a:buChar char="•"/>
                <a:defRPr/>
              </a:pPr>
              <a:r>
                <a:rPr lang="nb-NO"/>
                <a:t>Lønnsomhet og kostnadsoptimalisering</a:t>
              </a:r>
            </a:p>
          </p:txBody>
        </p:sp>
        <p:cxnSp>
          <p:nvCxnSpPr>
            <p:cNvPr id="9" name="Straight Connector 8">
              <a:extLst>
                <a:ext uri="{FF2B5EF4-FFF2-40B4-BE49-F238E27FC236}">
                  <a16:creationId xmlns:a16="http://schemas.microsoft.com/office/drawing/2014/main" id="{A8D1F73C-0E3B-4040-B9D2-2734D8C46B6E}"/>
                </a:ext>
              </a:extLst>
            </p:cNvPr>
            <p:cNvCxnSpPr/>
            <p:nvPr/>
          </p:nvCxnSpPr>
          <p:spPr>
            <a:xfrm>
              <a:off x="6484669" y="3415935"/>
              <a:ext cx="1020079" cy="1"/>
            </a:xfrm>
            <a:prstGeom prst="line">
              <a:avLst/>
            </a:prstGeom>
            <a:ln>
              <a:solidFill>
                <a:srgbClr val="FF3D47"/>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20361326-C819-BD48-CBB7-D4650CBCAE77}"/>
                </a:ext>
              </a:extLst>
            </p:cNvPr>
            <p:cNvSpPr txBox="1"/>
            <p:nvPr>
              <p:custDataLst>
                <p:tags r:id="rId7"/>
              </p:custDataLst>
            </p:nvPr>
          </p:nvSpPr>
          <p:spPr>
            <a:xfrm>
              <a:off x="6382256" y="2631033"/>
              <a:ext cx="2058101" cy="413959"/>
            </a:xfrm>
            <a:prstGeom prst="rect">
              <a:avLst/>
            </a:prstGeom>
            <a:noFill/>
          </p:spPr>
          <p:txBody>
            <a:bodyPr wrap="square">
              <a:spAutoFit/>
            </a:bodyPr>
            <a:lstStyle/>
            <a:p>
              <a:pPr marL="0" marR="0" lvl="0" indent="0" algn="l" defTabSz="519488" rtl="0" eaLnBrk="1" fontAlgn="auto" latinLnBrk="0" hangingPunct="1">
                <a:lnSpc>
                  <a:spcPct val="110000"/>
                </a:lnSpc>
                <a:spcBef>
                  <a:spcPts val="0"/>
                </a:spcBef>
                <a:spcAft>
                  <a:spcPts val="0"/>
                </a:spcAft>
                <a:buClrTx/>
                <a:buSzTx/>
                <a:buFontTx/>
                <a:buNone/>
                <a:tabLst/>
                <a:defRPr/>
              </a:pPr>
              <a:r>
                <a:rPr kumimoji="0" lang="nb-NO" sz="2000" b="0" i="0" u="none" strike="noStrike" kern="1200" cap="none" spc="0" normalizeH="0" baseline="0" noProof="0">
                  <a:ln>
                    <a:noFill/>
                  </a:ln>
                  <a:effectLst/>
                  <a:uLnTx/>
                  <a:uFillTx/>
                  <a:latin typeface="+mj-lt"/>
                  <a:ea typeface="+mn-ea"/>
                  <a:cs typeface="Segoe UI Semibold" panose="020B0702040204020203" pitchFamily="34" charset="0"/>
                </a:rPr>
                <a:t>STRATEGY </a:t>
              </a:r>
            </a:p>
          </p:txBody>
        </p:sp>
      </p:grpSp>
      <p:grpSp>
        <p:nvGrpSpPr>
          <p:cNvPr id="16" name="Group 15">
            <a:extLst>
              <a:ext uri="{FF2B5EF4-FFF2-40B4-BE49-F238E27FC236}">
                <a16:creationId xmlns:a16="http://schemas.microsoft.com/office/drawing/2014/main" id="{A7F65BA1-3870-B4A0-00EA-A2179DA20119}"/>
              </a:ext>
            </a:extLst>
          </p:cNvPr>
          <p:cNvGrpSpPr>
            <a:grpSpLocks/>
          </p:cNvGrpSpPr>
          <p:nvPr/>
        </p:nvGrpSpPr>
        <p:grpSpPr>
          <a:xfrm>
            <a:off x="7831677" y="1900494"/>
            <a:ext cx="2545522" cy="5064343"/>
            <a:chOff x="271811" y="1908619"/>
            <a:chExt cx="2545522" cy="5064343"/>
          </a:xfrm>
        </p:grpSpPr>
        <p:sp>
          <p:nvSpPr>
            <p:cNvPr id="17" name="TextBox 45">
              <a:extLst>
                <a:ext uri="{FF2B5EF4-FFF2-40B4-BE49-F238E27FC236}">
                  <a16:creationId xmlns:a16="http://schemas.microsoft.com/office/drawing/2014/main" id="{AA2E1EFD-55A4-BC6F-A117-3EE1A0A8384B}"/>
                </a:ext>
              </a:extLst>
            </p:cNvPr>
            <p:cNvSpPr txBox="1">
              <a:spLocks/>
            </p:cNvSpPr>
            <p:nvPr>
              <p:custDataLst>
                <p:tags r:id="rId2"/>
              </p:custDataLst>
            </p:nvPr>
          </p:nvSpPr>
          <p:spPr>
            <a:xfrm>
              <a:off x="376575" y="1908619"/>
              <a:ext cx="1986003" cy="553998"/>
            </a:xfrm>
            <a:prstGeom prst="rect">
              <a:avLst/>
            </a:prstGeom>
            <a:noFill/>
          </p:spPr>
          <p:txBody>
            <a:bodyPr wrap="square" lIns="0" tIns="0" rIns="0" bIns="0" rtlCol="0" anchor="t">
              <a:spAutoFit/>
            </a:bodyPr>
            <a:lstStyle/>
            <a:p>
              <a:pPr marL="0" marR="0" lvl="0" indent="0" algn="l" defTabSz="519488" rtl="0" eaLnBrk="1" fontAlgn="auto" latinLnBrk="0" hangingPunct="1">
                <a:lnSpc>
                  <a:spcPct val="100000"/>
                </a:lnSpc>
                <a:spcBef>
                  <a:spcPts val="0"/>
                </a:spcBef>
                <a:spcAft>
                  <a:spcPts val="0"/>
                </a:spcAft>
                <a:buClrTx/>
                <a:buSzTx/>
                <a:buFontTx/>
                <a:buNone/>
                <a:tabLst/>
                <a:defRPr/>
              </a:pPr>
              <a:r>
                <a:rPr kumimoji="0" lang="nb-NO" sz="1200" b="0" i="0" u="none" strike="noStrike" kern="1200" cap="none" spc="0" normalizeH="0" baseline="0" noProof="0">
                  <a:ln>
                    <a:noFill/>
                  </a:ln>
                  <a:effectLst/>
                  <a:uLnTx/>
                  <a:uFillTx/>
                  <a:latin typeface="+mj-lt"/>
                  <a:ea typeface="+mn-ea"/>
                  <a:cs typeface="Segoe UI Semibold" panose="020B0702040204020203" pitchFamily="34" charset="0"/>
                </a:rPr>
                <a:t>Bistår kunder med å bli datadrevne og utnytte verdi-potensialet i analyser og innsikt</a:t>
              </a:r>
            </a:p>
          </p:txBody>
        </p:sp>
        <p:sp>
          <p:nvSpPr>
            <p:cNvPr id="18" name="TextBox 46">
              <a:extLst>
                <a:ext uri="{FF2B5EF4-FFF2-40B4-BE49-F238E27FC236}">
                  <a16:creationId xmlns:a16="http://schemas.microsoft.com/office/drawing/2014/main" id="{0977DD68-7783-DE15-72F7-C6CB814B11D6}"/>
                </a:ext>
              </a:extLst>
            </p:cNvPr>
            <p:cNvSpPr txBox="1">
              <a:spLocks/>
            </p:cNvSpPr>
            <p:nvPr>
              <p:custDataLst>
                <p:tags r:id="rId3"/>
              </p:custDataLst>
            </p:nvPr>
          </p:nvSpPr>
          <p:spPr>
            <a:xfrm>
              <a:off x="380489" y="3879808"/>
              <a:ext cx="2436844" cy="3093154"/>
            </a:xfrm>
            <a:prstGeom prst="rect">
              <a:avLst/>
            </a:prstGeom>
            <a:noFill/>
          </p:spPr>
          <p:txBody>
            <a:bodyPr wrap="square" lIns="0" tIns="0" rIns="91440" bIns="0" rtlCol="0" anchor="t">
              <a:spAutoFit/>
            </a:bodyPr>
            <a:lstStyle>
              <a:defPPr>
                <a:defRPr lang="en-US"/>
              </a:defPPr>
              <a:lvl1pPr>
                <a:lnSpc>
                  <a:spcPct val="130000"/>
                </a:lnSpc>
                <a:spcAft>
                  <a:spcPts val="1200"/>
                </a:spcAft>
                <a:defRPr sz="1200">
                  <a:latin typeface="+mj-lt"/>
                  <a:cs typeface="Segoe UI" panose="020B0502040204020203" pitchFamily="34" charset="0"/>
                </a:defRPr>
              </a:lvl1pPr>
            </a:lstStyle>
            <a:p>
              <a:pPr marL="171450" indent="-171450">
                <a:lnSpc>
                  <a:spcPct val="100000"/>
                </a:lnSpc>
                <a:spcAft>
                  <a:spcPts val="600"/>
                </a:spcAft>
                <a:buFont typeface="Arial,Sans-Serif" panose="020B0604020202020204" pitchFamily="34" charset="0"/>
                <a:buChar char="•"/>
                <a:defRPr/>
              </a:pPr>
              <a:r>
                <a:rPr lang="nb-NO">
                  <a:cs typeface="Calibri"/>
                </a:rPr>
                <a:t>AI, </a:t>
              </a:r>
              <a:r>
                <a:rPr lang="nb-NO" err="1">
                  <a:cs typeface="Calibri"/>
                </a:rPr>
                <a:t>GenAI</a:t>
              </a:r>
              <a:r>
                <a:rPr lang="nb-NO">
                  <a:cs typeface="Calibri"/>
                </a:rPr>
                <a:t>, </a:t>
              </a:r>
              <a:r>
                <a:rPr kumimoji="0" lang="nb-NO" b="0" i="0" u="none" strike="noStrike" kern="1200" cap="none" spc="0" normalizeH="0" baseline="0" noProof="0">
                  <a:ln>
                    <a:noFill/>
                  </a:ln>
                  <a:effectLst/>
                  <a:uLnTx/>
                  <a:uFillTx/>
                  <a:ea typeface="+mn-ea"/>
                  <a:cs typeface="Calibri"/>
                </a:rPr>
                <a:t>Data Science og ML</a:t>
              </a:r>
              <a:r>
                <a:rPr lang="nb-NO">
                  <a:cs typeface="Calibri"/>
                </a:rPr>
                <a:t> </a:t>
              </a:r>
              <a:r>
                <a:rPr lang="nb-NO" err="1">
                  <a:cs typeface="Calibri"/>
                </a:rPr>
                <a:t>Ops</a:t>
              </a:r>
              <a:endParaRPr lang="nb-NO" b="0" i="0" u="none" strike="noStrike" kern="1200" cap="none" spc="0" normalizeH="0" baseline="0" noProof="0">
                <a:ln>
                  <a:noFill/>
                </a:ln>
                <a:effectLst/>
                <a:uLnTx/>
                <a:uFillTx/>
                <a:ea typeface="Calibri"/>
                <a:cs typeface="Calibri"/>
              </a:endParaRPr>
            </a:p>
            <a:p>
              <a:pPr marL="171450" indent="-171450">
                <a:lnSpc>
                  <a:spcPct val="100000"/>
                </a:lnSpc>
                <a:spcAft>
                  <a:spcPts val="600"/>
                </a:spcAft>
                <a:buFont typeface="Arial,Sans-Serif" panose="020B0604020202020204" pitchFamily="34" charset="0"/>
                <a:buChar char="•"/>
                <a:defRPr/>
              </a:pPr>
              <a:r>
                <a:rPr lang="nb-NO">
                  <a:cs typeface="Calibri"/>
                </a:rPr>
                <a:t>Skyarkitektur </a:t>
              </a:r>
              <a:r>
                <a:rPr kumimoji="0" lang="nb-NO" b="0" i="0" u="none" strike="noStrike" kern="1200" cap="none" spc="0" normalizeH="0" baseline="0" noProof="0">
                  <a:ln>
                    <a:noFill/>
                  </a:ln>
                  <a:effectLst/>
                  <a:uLnTx/>
                  <a:uFillTx/>
                  <a:ea typeface="+mn-ea"/>
                  <a:cs typeface="Calibri"/>
                </a:rPr>
                <a:t>og </a:t>
              </a:r>
              <a:r>
                <a:rPr lang="nb-NO">
                  <a:cs typeface="Calibri"/>
                </a:rPr>
                <a:t>Platform </a:t>
              </a:r>
              <a:r>
                <a:rPr kumimoji="0" lang="nb-NO" b="0" i="0" u="none" strike="noStrike" kern="1200" cap="none" spc="0" normalizeH="0" baseline="0" noProof="0">
                  <a:ln>
                    <a:noFill/>
                  </a:ln>
                  <a:effectLst/>
                  <a:uLnTx/>
                  <a:uFillTx/>
                  <a:ea typeface="+mn-ea"/>
                  <a:cs typeface="Calibri"/>
                </a:rPr>
                <a:t>Engineering</a:t>
              </a:r>
              <a:r>
                <a:rPr lang="nb-NO">
                  <a:cs typeface="Calibri"/>
                </a:rPr>
                <a:t> </a:t>
              </a:r>
              <a:endParaRPr lang="en-US">
                <a:cs typeface="Calibri"/>
              </a:endParaRPr>
            </a:p>
            <a:p>
              <a:pPr marL="171450" indent="-171450">
                <a:lnSpc>
                  <a:spcPct val="100000"/>
                </a:lnSpc>
                <a:spcAft>
                  <a:spcPts val="600"/>
                </a:spcAft>
                <a:buFont typeface="Arial,Sans-Serif" panose="020B0604020202020204" pitchFamily="34" charset="0"/>
                <a:buChar char="•"/>
                <a:defRPr/>
              </a:pPr>
              <a:r>
                <a:rPr lang="nb-NO">
                  <a:cs typeface="Calibri"/>
                </a:rPr>
                <a:t>Datamodellering</a:t>
              </a:r>
              <a:r>
                <a:rPr kumimoji="0" lang="nb-NO" b="0" i="0" u="none" strike="noStrike" kern="1200" cap="none" spc="0" normalizeH="0" baseline="0" noProof="0">
                  <a:ln>
                    <a:noFill/>
                  </a:ln>
                  <a:effectLst/>
                  <a:uLnTx/>
                  <a:uFillTx/>
                  <a:ea typeface="+mn-ea"/>
                  <a:cs typeface="Calibri"/>
                </a:rPr>
                <a:t> og Analytics</a:t>
              </a:r>
              <a:r>
                <a:rPr lang="nb-NO">
                  <a:cs typeface="Calibri"/>
                </a:rPr>
                <a:t> </a:t>
              </a:r>
              <a:r>
                <a:rPr kumimoji="0" lang="nb-NO" b="0" i="0" u="none" strike="noStrike" kern="1200" cap="none" spc="0" normalizeH="0" baseline="0" noProof="0">
                  <a:ln>
                    <a:noFill/>
                  </a:ln>
                  <a:effectLst/>
                  <a:uLnTx/>
                  <a:uFillTx/>
                  <a:ea typeface="+mn-ea"/>
                  <a:cs typeface="Calibri"/>
                </a:rPr>
                <a:t>Engineering</a:t>
              </a:r>
              <a:endParaRPr lang="en-US" b="0" i="0" u="none" strike="noStrike" kern="1200" cap="none" spc="0" normalizeH="0" baseline="0" noProof="0">
                <a:ln>
                  <a:noFill/>
                </a:ln>
                <a:effectLst/>
                <a:uLnTx/>
                <a:uFillTx/>
                <a:ea typeface="Calibri"/>
                <a:cs typeface="Calibri"/>
              </a:endParaRPr>
            </a:p>
            <a:p>
              <a:pPr marL="171450" indent="-171450">
                <a:lnSpc>
                  <a:spcPct val="100000"/>
                </a:lnSpc>
                <a:spcAft>
                  <a:spcPts val="600"/>
                </a:spcAft>
                <a:buFont typeface="Arial,Sans-Serif" panose="020B0604020202020204" pitchFamily="34" charset="0"/>
                <a:buChar char="•"/>
                <a:defRPr/>
              </a:pPr>
              <a:r>
                <a:rPr lang="nb-NO">
                  <a:cs typeface="Calibri"/>
                </a:rPr>
                <a:t>Datavisualisering </a:t>
              </a:r>
              <a:r>
                <a:rPr kumimoji="0" lang="nb-NO" b="0" i="0" u="none" strike="noStrike" kern="1200" cap="none" spc="0" normalizeH="0" baseline="0" noProof="0">
                  <a:ln>
                    <a:noFill/>
                  </a:ln>
                  <a:effectLst/>
                  <a:uLnTx/>
                  <a:uFillTx/>
                  <a:ea typeface="+mn-ea"/>
                  <a:cs typeface="Calibri"/>
                </a:rPr>
                <a:t>og Business</a:t>
              </a:r>
              <a:r>
                <a:rPr lang="nb-NO">
                  <a:cs typeface="Calibri"/>
                </a:rPr>
                <a:t> </a:t>
              </a:r>
              <a:r>
                <a:rPr kumimoji="0" lang="nb-NO" b="0" i="0" u="none" strike="noStrike" kern="1200" cap="none" spc="0" normalizeH="0" baseline="0" noProof="0" err="1">
                  <a:ln>
                    <a:noFill/>
                  </a:ln>
                  <a:effectLst/>
                  <a:uLnTx/>
                  <a:uFillTx/>
                  <a:ea typeface="+mn-ea"/>
                  <a:cs typeface="Calibri"/>
                </a:rPr>
                <a:t>Intelligence</a:t>
              </a:r>
              <a:endParaRPr lang="nb-NO" b="0" i="0" u="none" strike="noStrike" kern="1200" cap="none" spc="0" normalizeH="0" baseline="0" noProof="0">
                <a:ln>
                  <a:noFill/>
                </a:ln>
                <a:effectLst/>
                <a:uLnTx/>
                <a:uFillTx/>
                <a:ea typeface="Calibri"/>
                <a:cs typeface="Calibri"/>
              </a:endParaRPr>
            </a:p>
            <a:p>
              <a:pPr marL="171450" indent="-171450">
                <a:lnSpc>
                  <a:spcPct val="100000"/>
                </a:lnSpc>
                <a:spcAft>
                  <a:spcPts val="600"/>
                </a:spcAft>
                <a:buFont typeface="Arial,Sans-Serif" panose="020B0604020202020204" pitchFamily="34" charset="0"/>
                <a:buChar char="•"/>
                <a:defRPr/>
              </a:pPr>
              <a:r>
                <a:rPr lang="nb-NO">
                  <a:ea typeface="+mj-lt"/>
                  <a:cs typeface="+mj-lt"/>
                </a:rPr>
                <a:t>Datastrategi, data </a:t>
              </a:r>
              <a:r>
                <a:rPr lang="nb-NO" err="1">
                  <a:ea typeface="+mj-lt"/>
                  <a:cs typeface="+mj-lt"/>
                </a:rPr>
                <a:t>governance</a:t>
              </a:r>
              <a:r>
                <a:rPr lang="nb-NO">
                  <a:ea typeface="+mj-lt"/>
                  <a:cs typeface="+mj-lt"/>
                </a:rPr>
                <a:t> og Data &amp; AI operasjonsmodell</a:t>
              </a:r>
              <a:endParaRPr lang="nb-NO">
                <a:cs typeface="Calibri"/>
              </a:endParaRPr>
            </a:p>
            <a:p>
              <a:pPr marL="171450" indent="-171450">
                <a:lnSpc>
                  <a:spcPct val="100000"/>
                </a:lnSpc>
                <a:spcAft>
                  <a:spcPts val="600"/>
                </a:spcAft>
                <a:buFont typeface="Arial,Sans-Serif" panose="020B0604020202020204" pitchFamily="34" charset="0"/>
                <a:buChar char="•"/>
                <a:defRPr/>
              </a:pPr>
              <a:endParaRPr lang="nb-NO">
                <a:cs typeface="Calibri"/>
              </a:endParaRPr>
            </a:p>
            <a:p>
              <a:pPr marL="171450" marR="0" lvl="0" indent="-171450" algn="l" defTabSz="519488">
                <a:lnSpc>
                  <a:spcPct val="100000"/>
                </a:lnSpc>
                <a:spcBef>
                  <a:spcPts val="0"/>
                </a:spcBef>
                <a:spcAft>
                  <a:spcPts val="600"/>
                </a:spcAft>
                <a:buClrTx/>
                <a:buSzTx/>
                <a:buFont typeface="Arial,Sans-Serif" panose="020B0604020202020204" pitchFamily="34" charset="0"/>
                <a:buChar char="•"/>
                <a:tabLst/>
                <a:defRPr/>
              </a:pPr>
              <a:endParaRPr lang="nb-NO" b="0" i="0" u="none" strike="noStrike" kern="1200" cap="none" spc="0" normalizeH="0" baseline="0" noProof="0">
                <a:ln>
                  <a:noFill/>
                </a:ln>
                <a:effectLst/>
                <a:uLnTx/>
                <a:uFillTx/>
                <a:ea typeface="Calibri"/>
                <a:cs typeface="Calibri"/>
              </a:endParaRPr>
            </a:p>
            <a:p>
              <a:pPr marL="171450" marR="0" lvl="0" indent="-171450" algn="l" defTabSz="519488">
                <a:lnSpc>
                  <a:spcPct val="100000"/>
                </a:lnSpc>
                <a:spcBef>
                  <a:spcPts val="0"/>
                </a:spcBef>
                <a:spcAft>
                  <a:spcPts val="600"/>
                </a:spcAft>
                <a:buClrTx/>
                <a:buSzTx/>
                <a:buFont typeface="Arial" panose="020B0604020202020204" pitchFamily="34" charset="0"/>
                <a:buChar char="•"/>
                <a:tabLst/>
                <a:defRPr/>
              </a:pPr>
              <a:endParaRPr lang="nb-NO" b="0" i="0" u="none" strike="noStrike" kern="1200" cap="none" spc="0" normalizeH="0" baseline="0" noProof="0">
                <a:ln>
                  <a:noFill/>
                </a:ln>
                <a:effectLst/>
                <a:uLnTx/>
                <a:uFillTx/>
                <a:ea typeface="Calibri"/>
                <a:cs typeface="Segoe UI" panose="020B0502040204020203" pitchFamily="34" charset="0"/>
              </a:endParaRPr>
            </a:p>
            <a:p>
              <a:pPr marL="171450" marR="0" lvl="0" indent="-171450" algn="l" defTabSz="519488"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nb-NO" b="0" i="0" u="none" strike="noStrike" kern="1200" cap="none" spc="0" normalizeH="0" baseline="0" noProof="0">
                <a:ln>
                  <a:noFill/>
                </a:ln>
                <a:effectLst/>
                <a:uLnTx/>
                <a:uFillTx/>
                <a:ea typeface="+mn-ea"/>
                <a:cs typeface="Segoe UI" panose="020B0502040204020203" pitchFamily="34" charset="0"/>
              </a:endParaRPr>
            </a:p>
          </p:txBody>
        </p:sp>
        <p:cxnSp>
          <p:nvCxnSpPr>
            <p:cNvPr id="19" name="Straight Connector 18">
              <a:extLst>
                <a:ext uri="{FF2B5EF4-FFF2-40B4-BE49-F238E27FC236}">
                  <a16:creationId xmlns:a16="http://schemas.microsoft.com/office/drawing/2014/main" id="{CCE3AFE2-2B5E-AA5C-98AE-95948306BCB5}"/>
                </a:ext>
              </a:extLst>
            </p:cNvPr>
            <p:cNvCxnSpPr>
              <a:cxnSpLocks/>
            </p:cNvCxnSpPr>
            <p:nvPr/>
          </p:nvCxnSpPr>
          <p:spPr>
            <a:xfrm>
              <a:off x="376577" y="3424060"/>
              <a:ext cx="949828" cy="1"/>
            </a:xfrm>
            <a:prstGeom prst="line">
              <a:avLst/>
            </a:prstGeom>
            <a:ln>
              <a:solidFill>
                <a:srgbClr val="FF3D47"/>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1AD72FA0-CFA8-2E6D-3F02-B270080EEFBF}"/>
                </a:ext>
              </a:extLst>
            </p:cNvPr>
            <p:cNvSpPr txBox="1">
              <a:spLocks/>
            </p:cNvSpPr>
            <p:nvPr>
              <p:custDataLst>
                <p:tags r:id="rId4"/>
              </p:custDataLst>
            </p:nvPr>
          </p:nvSpPr>
          <p:spPr>
            <a:xfrm>
              <a:off x="271811" y="2631033"/>
              <a:ext cx="2436843" cy="417294"/>
            </a:xfrm>
            <a:prstGeom prst="rect">
              <a:avLst/>
            </a:prstGeom>
            <a:noFill/>
          </p:spPr>
          <p:txBody>
            <a:bodyPr wrap="square">
              <a:spAutoFit/>
            </a:bodyPr>
            <a:lstStyle/>
            <a:p>
              <a:pPr marL="0" marR="0" lvl="0" indent="0" algn="l" defTabSz="519488" rtl="0" eaLnBrk="1" fontAlgn="auto" latinLnBrk="0" hangingPunct="1">
                <a:lnSpc>
                  <a:spcPct val="110000"/>
                </a:lnSpc>
                <a:spcBef>
                  <a:spcPts val="0"/>
                </a:spcBef>
                <a:spcAft>
                  <a:spcPts val="0"/>
                </a:spcAft>
                <a:buClrTx/>
                <a:buSzTx/>
                <a:buFontTx/>
                <a:buNone/>
                <a:tabLst/>
                <a:defRPr/>
              </a:pPr>
              <a:r>
                <a:rPr kumimoji="0" lang="nb-NO" sz="2000" b="0" i="0" u="none" strike="noStrike" kern="1200" cap="none" spc="0" normalizeH="0" baseline="0" noProof="0">
                  <a:ln>
                    <a:noFill/>
                  </a:ln>
                  <a:effectLst/>
                  <a:uLnTx/>
                  <a:uFillTx/>
                  <a:latin typeface="+mj-lt"/>
                  <a:ea typeface="+mn-ea"/>
                  <a:cs typeface="Segoe UI Semibold" panose="020B0702040204020203" pitchFamily="34" charset="0"/>
                </a:rPr>
                <a:t>DATA &amp; AI </a:t>
              </a:r>
            </a:p>
          </p:txBody>
        </p:sp>
      </p:grpSp>
    </p:spTree>
    <p:extLst>
      <p:ext uri="{BB962C8B-B14F-4D97-AF65-F5344CB8AC3E}">
        <p14:creationId xmlns:p14="http://schemas.microsoft.com/office/powerpoint/2010/main" val="428688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29E417-19F3-9CA9-B60F-35A5ED34A899}"/>
            </a:ext>
          </a:extLst>
        </p:cNvPr>
        <p:cNvGrpSpPr/>
        <p:nvPr/>
      </p:nvGrpSpPr>
      <p:grpSpPr>
        <a:xfrm>
          <a:off x="0" y="0"/>
          <a:ext cx="1" cy="1"/>
          <a:chOff x="0" y="0"/>
          <a:chExt cx="1" cy="1"/>
        </a:xfrm>
      </p:grpSpPr>
      <p:pic>
        <p:nvPicPr>
          <p:cNvPr id="7" name="Picture 6" descr="Two women wearing winter clothes&#10;&#10;AI-generated content may be incorrect.">
            <a:extLst>
              <a:ext uri="{FF2B5EF4-FFF2-40B4-BE49-F238E27FC236}">
                <a16:creationId xmlns:a16="http://schemas.microsoft.com/office/drawing/2014/main" id="{247643E8-548C-AFA0-340F-EF8F2A48E404}"/>
              </a:ext>
            </a:extLst>
          </p:cNvPr>
          <p:cNvPicPr>
            <a:picLocks noChangeAspect="1"/>
          </p:cNvPicPr>
          <p:nvPr/>
        </p:nvPicPr>
        <p:blipFill>
          <a:blip r:embed="rId3">
            <a:extLst>
              <a:ext uri="{28A0092B-C50C-407E-A947-70E740481C1C}">
                <a14:useLocalDpi xmlns:a14="http://schemas.microsoft.com/office/drawing/2010/main" val="0"/>
              </a:ext>
            </a:extLst>
          </a:blip>
          <a:srcRect t="6460" r="-58" b="9117"/>
          <a:stretch>
            <a:fillRect/>
          </a:stretch>
        </p:blipFill>
        <p:spPr>
          <a:xfrm>
            <a:off x="6095999" y="0"/>
            <a:ext cx="6096001" cy="6858000"/>
          </a:xfrm>
          <a:prstGeom prst="rect">
            <a:avLst/>
          </a:prstGeom>
        </p:spPr>
      </p:pic>
      <p:sp>
        <p:nvSpPr>
          <p:cNvPr id="3" name="TextBox 2">
            <a:extLst>
              <a:ext uri="{FF2B5EF4-FFF2-40B4-BE49-F238E27FC236}">
                <a16:creationId xmlns:a16="http://schemas.microsoft.com/office/drawing/2014/main" id="{D8DF303A-BBBC-25C7-D06D-A07A1370B155}"/>
              </a:ext>
            </a:extLst>
          </p:cNvPr>
          <p:cNvSpPr txBox="1"/>
          <p:nvPr/>
        </p:nvSpPr>
        <p:spPr>
          <a:xfrm>
            <a:off x="313945" y="1499500"/>
            <a:ext cx="5096255" cy="1200329"/>
          </a:xfrm>
          <a:prstGeom prst="rect">
            <a:avLst/>
          </a:prstGeom>
          <a:noFill/>
        </p:spPr>
        <p:txBody>
          <a:bodyPr wrap="square">
            <a:spAutoFit/>
          </a:bodyPr>
          <a:lstStyle/>
          <a:p>
            <a:pPr marL="0" marR="0" lvl="0" indent="0" algn="l" defTabSz="519488" rtl="0" eaLnBrk="1" fontAlgn="auto" latinLnBrk="0" hangingPunct="1">
              <a:lnSpc>
                <a:spcPct val="100000"/>
              </a:lnSpc>
              <a:spcBef>
                <a:spcPts val="0"/>
              </a:spcBef>
              <a:spcAft>
                <a:spcPts val="0"/>
              </a:spcAft>
              <a:buClrTx/>
              <a:buSzTx/>
              <a:buFontTx/>
              <a:buNone/>
              <a:tabLst/>
              <a:defRPr/>
            </a:pPr>
            <a:r>
              <a:rPr kumimoji="0" lang="nb-NO" sz="3600" b="1" i="0" u="none" strike="noStrike" kern="1200" cap="none" spc="0" normalizeH="0" baseline="0" noProof="0">
                <a:ln>
                  <a:noFill/>
                </a:ln>
                <a:solidFill>
                  <a:prstClr val="white"/>
                </a:solidFill>
                <a:effectLst/>
                <a:uLnTx/>
                <a:uFillTx/>
                <a:latin typeface="+mj-lt"/>
                <a:ea typeface="+mn-ea"/>
                <a:cs typeface="+mn-cs"/>
              </a:rPr>
              <a:t>Vi skal ha det gøy og stortrives på jobb!</a:t>
            </a:r>
          </a:p>
        </p:txBody>
      </p:sp>
      <p:sp>
        <p:nvSpPr>
          <p:cNvPr id="4" name="Title 8">
            <a:extLst>
              <a:ext uri="{FF2B5EF4-FFF2-40B4-BE49-F238E27FC236}">
                <a16:creationId xmlns:a16="http://schemas.microsoft.com/office/drawing/2014/main" id="{E72A75E6-360F-34B8-71F7-D74DEB1D7170}"/>
              </a:ext>
            </a:extLst>
          </p:cNvPr>
          <p:cNvSpPr txBox="1">
            <a:spLocks/>
          </p:cNvSpPr>
          <p:nvPr/>
        </p:nvSpPr>
        <p:spPr>
          <a:xfrm>
            <a:off x="306458" y="937725"/>
            <a:ext cx="4910137" cy="307777"/>
          </a:xfrm>
          <a:prstGeom prst="rect">
            <a:avLst/>
          </a:prstGeom>
        </p:spPr>
        <p:txBody>
          <a:bodyPr/>
          <a:lstStyle>
            <a:lvl1pPr marL="0" indent="0" algn="l" defTabSz="457189" rtl="0" eaLnBrk="1" latinLnBrk="0" hangingPunct="1">
              <a:spcBef>
                <a:spcPct val="0"/>
              </a:spcBef>
              <a:spcAft>
                <a:spcPts val="0"/>
              </a:spcAft>
              <a:buFont typeface="Arial" pitchFamily="34" charset="0"/>
              <a:buNone/>
              <a:defRPr lang="fr-FR" sz="2400" b="1" kern="1200" baseline="0" smtClean="0">
                <a:solidFill>
                  <a:schemeClr val="accent1"/>
                </a:solidFill>
                <a:latin typeface="+mj-lt"/>
                <a:ea typeface="+mn-ea"/>
                <a:cs typeface="+mn-cs"/>
              </a:defRPr>
            </a:lvl1pPr>
          </a:lstStyle>
          <a:p>
            <a:pPr marL="0" marR="0" lvl="0" indent="0" algn="l" defTabSz="457189" rtl="0" eaLnBrk="1" fontAlgn="auto" latinLnBrk="0" hangingPunct="1">
              <a:lnSpc>
                <a:spcPct val="100000"/>
              </a:lnSpc>
              <a:spcBef>
                <a:spcPct val="0"/>
              </a:spcBef>
              <a:spcAft>
                <a:spcPts val="0"/>
              </a:spcAft>
              <a:buClrTx/>
              <a:buSzTx/>
              <a:buFont typeface="Arial" pitchFamily="34" charset="0"/>
              <a:buNone/>
              <a:tabLst/>
              <a:defRPr/>
            </a:pPr>
            <a:endParaRPr kumimoji="0" lang="nb-NO" sz="1800" b="0" i="0" u="none" strike="noStrike" kern="1200" cap="none" spc="0" normalizeH="0" baseline="0" noProof="0">
              <a:ln>
                <a:noFill/>
              </a:ln>
              <a:solidFill>
                <a:schemeClr val="bg2"/>
              </a:solidFill>
              <a:effectLst/>
              <a:uLnTx/>
              <a:uFillTx/>
              <a:ea typeface="+mn-ea"/>
              <a:cs typeface="+mn-cs"/>
            </a:endParaRPr>
          </a:p>
        </p:txBody>
      </p:sp>
      <p:sp>
        <p:nvSpPr>
          <p:cNvPr id="5" name="Text Placeholder 3">
            <a:extLst>
              <a:ext uri="{FF2B5EF4-FFF2-40B4-BE49-F238E27FC236}">
                <a16:creationId xmlns:a16="http://schemas.microsoft.com/office/drawing/2014/main" id="{3123B9FF-5CC8-2877-1836-01ED864D7E57}"/>
              </a:ext>
            </a:extLst>
          </p:cNvPr>
          <p:cNvSpPr txBox="1">
            <a:spLocks/>
          </p:cNvSpPr>
          <p:nvPr/>
        </p:nvSpPr>
        <p:spPr>
          <a:xfrm>
            <a:off x="306458" y="3348880"/>
            <a:ext cx="5577875" cy="3247862"/>
          </a:xfrm>
          <a:prstGeom prst="rect">
            <a:avLst/>
          </a:prstGeom>
        </p:spPr>
        <p:txBody>
          <a:bodyPr lIns="91440" tIns="45720" rIns="91440" bIns="45720" anchor="t"/>
          <a:lstStyle>
            <a:lvl1pPr marL="0" marR="0" indent="0" algn="l" defTabSz="457189" rtl="0" eaLnBrk="1" fontAlgn="auto" latinLnBrk="0" hangingPunct="1">
              <a:lnSpc>
                <a:spcPct val="100000"/>
              </a:lnSpc>
              <a:spcBef>
                <a:spcPts val="0"/>
              </a:spcBef>
              <a:spcAft>
                <a:spcPts val="600"/>
              </a:spcAft>
              <a:buClr>
                <a:schemeClr val="tx1"/>
              </a:buClr>
              <a:buSzPct val="100000"/>
              <a:buFont typeface="Arial" panose="020B0604020202020204" pitchFamily="34" charset="0"/>
              <a:buNone/>
              <a:tabLst/>
              <a:defRPr kumimoji="0" lang="fr-FR" sz="1200" b="0" i="0" u="none" strike="noStrike" kern="1200" cap="none" spc="0" normalizeH="0" baseline="0" noProof="0" dirty="0">
                <a:ln>
                  <a:noFill/>
                </a:ln>
                <a:solidFill>
                  <a:schemeClr val="tx1"/>
                </a:solidFill>
                <a:effectLst/>
                <a:uLnTx/>
                <a:uFillTx/>
                <a:latin typeface="Calibri"/>
                <a:ea typeface="+mn-ea"/>
                <a:cs typeface="Segoe UI" panose="020B0502040204020203" pitchFamily="34" charset="0"/>
              </a:defRPr>
            </a:lvl1pPr>
            <a:lvl2pPr marL="171450" marR="0" indent="-171450" algn="l" defTabSz="457189" rtl="0" eaLnBrk="1" fontAlgn="auto" latinLnBrk="0" hangingPunct="1">
              <a:lnSpc>
                <a:spcPct val="130000"/>
              </a:lnSpc>
              <a:spcBef>
                <a:spcPts val="0"/>
              </a:spcBef>
              <a:spcAft>
                <a:spcPts val="600"/>
              </a:spcAft>
              <a:buClr>
                <a:schemeClr val="tx1"/>
              </a:buClr>
              <a:buSzTx/>
              <a:buFont typeface="Arial" panose="020B0604020202020204" pitchFamily="34" charset="0"/>
              <a:buChar char="•"/>
              <a:tabLst/>
              <a:defRPr lang="fr-FR" sz="1200" b="0" kern="1200" noProof="0" dirty="0">
                <a:solidFill>
                  <a:schemeClr val="tx1"/>
                </a:solidFill>
                <a:latin typeface="+mj-lt"/>
                <a:ea typeface="+mn-ea"/>
                <a:cs typeface="Calibri" panose="020F0502020204030204" pitchFamily="34" charset="0"/>
              </a:defRPr>
            </a:lvl2pPr>
            <a:lvl3pPr marL="361942" marR="0" indent="-180970" algn="l" defTabSz="514338" rtl="0" eaLnBrk="1" fontAlgn="auto" latinLnBrk="0" hangingPunct="1">
              <a:lnSpc>
                <a:spcPct val="130000"/>
              </a:lnSpc>
              <a:spcBef>
                <a:spcPts val="0"/>
              </a:spcBef>
              <a:spcAft>
                <a:spcPts val="300"/>
              </a:spcAft>
              <a:buClr>
                <a:prstClr val="white">
                  <a:lumMod val="50000"/>
                </a:prstClr>
              </a:buClr>
              <a:buSzPct val="50000"/>
              <a:buFont typeface="Montserrat" panose="020B0604020202020204" charset="0"/>
              <a:buChar char="►"/>
              <a:tabLst/>
              <a:defRPr lang="fr-FR" sz="1200" b="0" kern="1200" noProof="0" dirty="0" smtClean="0">
                <a:solidFill>
                  <a:schemeClr val="tx1"/>
                </a:solidFill>
                <a:latin typeface="+mj-lt"/>
                <a:ea typeface="+mn-ea"/>
                <a:cs typeface="Calibri" panose="020F0502020204030204" pitchFamily="34" charset="0"/>
              </a:defRPr>
            </a:lvl3pPr>
            <a:lvl4pPr marL="536561" indent="-161921" algn="l" defTabSz="457189" rtl="0" eaLnBrk="1" latinLnBrk="0" hangingPunct="1">
              <a:spcBef>
                <a:spcPts val="300"/>
              </a:spcBef>
              <a:spcAft>
                <a:spcPts val="300"/>
              </a:spcAft>
              <a:buClr>
                <a:schemeClr val="tx1"/>
              </a:buClr>
              <a:buFont typeface="Courier New" pitchFamily="49" charset="0"/>
              <a:buChar char="o"/>
              <a:tabLst/>
              <a:defRPr lang="en-US" sz="1200" b="0" kern="1200" noProof="0" dirty="0">
                <a:solidFill>
                  <a:schemeClr val="tx1"/>
                </a:solidFill>
                <a:latin typeface="+mn-lt"/>
                <a:ea typeface="+mn-ea"/>
                <a:cs typeface="Calibri" panose="020F0502020204030204" pitchFamily="34" charset="0"/>
              </a:defRPr>
            </a:lvl4pPr>
            <a:lvl5pPr marL="812780" indent="-165096" algn="l" defTabSz="457189" rtl="0" eaLnBrk="1" latinLnBrk="0" hangingPunct="1">
              <a:spcBef>
                <a:spcPts val="0"/>
              </a:spcBef>
              <a:buClr>
                <a:srgbClr val="D52B1E"/>
              </a:buClr>
              <a:buFont typeface="Calibri" pitchFamily="34" charset="0"/>
              <a:buChar char="-"/>
              <a:tabLst/>
              <a:defRPr lang="en-GB" sz="1100" kern="1200" noProof="0">
                <a:solidFill>
                  <a:srgbClr val="4D4F53"/>
                </a:solidFill>
                <a:latin typeface="+mn-lt"/>
                <a:ea typeface="+mn-ea"/>
                <a:cs typeface="+mn-cs"/>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a:lstStyle>
          <a:p>
            <a:pPr>
              <a:buClr>
                <a:schemeClr val="bg1"/>
              </a:buClr>
              <a:defRPr/>
            </a:pPr>
            <a:r>
              <a:rPr lang="nb-NO" sz="1400">
                <a:solidFill>
                  <a:prstClr val="white"/>
                </a:solidFill>
                <a:latin typeface="+mn-lt"/>
                <a:cs typeface="Segoe UI"/>
              </a:rPr>
              <a:t>Hos oss får du: </a:t>
            </a:r>
          </a:p>
          <a:p>
            <a:pPr marL="285750" indent="-285750">
              <a:buClr>
                <a:schemeClr val="bg1"/>
              </a:buClr>
              <a:buFont typeface="Arial" panose="020B0604020202020204" pitchFamily="34" charset="0"/>
              <a:buChar char="•"/>
              <a:defRPr/>
            </a:pPr>
            <a:r>
              <a:rPr lang="nb-NO" sz="1400">
                <a:solidFill>
                  <a:prstClr val="white"/>
                </a:solidFill>
                <a:latin typeface="+mn-lt"/>
                <a:cs typeface="Segoe UI"/>
              </a:rPr>
              <a:t>Jobbe med spennende og aktuelle problemstillinger innen data og AI, teknologi og strategi allerede fra dag én </a:t>
            </a:r>
            <a:endParaRPr lang="nb-NO">
              <a:solidFill>
                <a:prstClr val="white"/>
              </a:solidFill>
            </a:endParaRPr>
          </a:p>
          <a:p>
            <a:pPr marL="285750" indent="-285750">
              <a:buClr>
                <a:schemeClr val="bg1"/>
              </a:buClr>
              <a:buFont typeface="Arial" panose="020B0604020202020204" pitchFamily="34" charset="0"/>
              <a:buChar char="•"/>
              <a:defRPr/>
            </a:pPr>
            <a:r>
              <a:rPr lang="nb-NO" sz="1400">
                <a:solidFill>
                  <a:prstClr val="white"/>
                </a:solidFill>
                <a:latin typeface="Aptos"/>
                <a:cs typeface="Segoe UI"/>
              </a:rPr>
              <a:t>Bli en del av et sterkt fagmiljø med flinke folk som deler kunnskap og spiller hverandre gode </a:t>
            </a:r>
          </a:p>
          <a:p>
            <a:pPr marL="285750" indent="-285750">
              <a:buClr>
                <a:schemeClr val="bg1"/>
              </a:buClr>
              <a:buFont typeface="Arial" panose="020B0604020202020204" pitchFamily="34" charset="0"/>
              <a:buChar char="•"/>
              <a:defRPr/>
            </a:pPr>
            <a:r>
              <a:rPr lang="nb-NO" sz="1400">
                <a:solidFill>
                  <a:prstClr val="white"/>
                </a:solidFill>
                <a:latin typeface="Aptos"/>
                <a:cs typeface="Segoe UI"/>
              </a:rPr>
              <a:t>Rask utvikling gjennom ansvar, læring og tett oppfølging </a:t>
            </a:r>
          </a:p>
          <a:p>
            <a:pPr marL="285750" indent="-285750">
              <a:buClr>
                <a:schemeClr val="bg1"/>
              </a:buClr>
              <a:buFont typeface="Arial" panose="020B0604020202020204" pitchFamily="34" charset="0"/>
              <a:buChar char="•"/>
              <a:defRPr/>
            </a:pPr>
            <a:r>
              <a:rPr lang="nb-NO" sz="1400">
                <a:solidFill>
                  <a:prstClr val="white"/>
                </a:solidFill>
                <a:latin typeface="Aptos"/>
                <a:cs typeface="Segoe UI"/>
              </a:rPr>
              <a:t>Påvirke din egen hverdag, prosjekter og utvikling – fordi vi er passe store</a:t>
            </a:r>
          </a:p>
          <a:p>
            <a:pPr marL="285750" indent="-285750">
              <a:buClr>
                <a:schemeClr val="bg1"/>
              </a:buClr>
              <a:buFont typeface="Arial" panose="020B0604020202020204" pitchFamily="34" charset="0"/>
              <a:buChar char="•"/>
              <a:defRPr/>
            </a:pPr>
            <a:r>
              <a:rPr lang="nb-NO" sz="1400">
                <a:solidFill>
                  <a:prstClr val="white"/>
                </a:solidFill>
                <a:latin typeface="Aptos"/>
                <a:cs typeface="Segoe UI"/>
              </a:rPr>
              <a:t>Bli en del av et inkluderende miljø med balanse og fleksibilitet i hverdagen. Vi lykkes sammen</a:t>
            </a:r>
          </a:p>
          <a:p>
            <a:pPr marL="285750" indent="-285750">
              <a:buClr>
                <a:schemeClr val="bg1"/>
              </a:buClr>
              <a:buFont typeface="Arial" panose="020B0604020202020204" pitchFamily="34" charset="0"/>
              <a:buChar char="•"/>
              <a:defRPr/>
            </a:pPr>
            <a:r>
              <a:rPr lang="nb-NO" sz="1400">
                <a:solidFill>
                  <a:prstClr val="white"/>
                </a:solidFill>
                <a:latin typeface="Aptos"/>
                <a:cs typeface="Segoe UI"/>
              </a:rPr>
              <a:t>En verdidrevet og ansvarlig arbeidsplass </a:t>
            </a:r>
            <a:endParaRPr lang="nb-NO" sz="1400">
              <a:solidFill>
                <a:prstClr val="white"/>
              </a:solidFill>
              <a:latin typeface="Aptos"/>
            </a:endParaRPr>
          </a:p>
        </p:txBody>
      </p:sp>
      <p:cxnSp>
        <p:nvCxnSpPr>
          <p:cNvPr id="6" name="Straight Connector 5">
            <a:extLst>
              <a:ext uri="{FF2B5EF4-FFF2-40B4-BE49-F238E27FC236}">
                <a16:creationId xmlns:a16="http://schemas.microsoft.com/office/drawing/2014/main" id="{7EA663F8-EE53-8D86-E541-C59B7107A2BF}"/>
              </a:ext>
            </a:extLst>
          </p:cNvPr>
          <p:cNvCxnSpPr/>
          <p:nvPr/>
        </p:nvCxnSpPr>
        <p:spPr>
          <a:xfrm>
            <a:off x="404432" y="2986406"/>
            <a:ext cx="1188000" cy="1"/>
          </a:xfrm>
          <a:prstGeom prst="line">
            <a:avLst/>
          </a:prstGeom>
          <a:ln>
            <a:solidFill>
              <a:srgbClr val="FF3D47"/>
            </a:solidFill>
          </a:ln>
        </p:spPr>
        <p:style>
          <a:lnRef idx="1">
            <a:schemeClr val="accent1"/>
          </a:lnRef>
          <a:fillRef idx="0">
            <a:schemeClr val="accent1"/>
          </a:fillRef>
          <a:effectRef idx="0">
            <a:schemeClr val="accent1"/>
          </a:effectRef>
          <a:fontRef idx="minor">
            <a:schemeClr val="tx1"/>
          </a:fontRef>
        </p:style>
      </p:cxnSp>
      <p:sp>
        <p:nvSpPr>
          <p:cNvPr id="10" name="Bearing B symbol">
            <a:extLst>
              <a:ext uri="{FF2B5EF4-FFF2-40B4-BE49-F238E27FC236}">
                <a16:creationId xmlns:a16="http://schemas.microsoft.com/office/drawing/2014/main" id="{64360F6D-68D0-64ED-722B-AC935AC9BE57}"/>
              </a:ext>
            </a:extLst>
          </p:cNvPr>
          <p:cNvSpPr>
            <a:spLocks noChangeAspect="1"/>
          </p:cNvSpPr>
          <p:nvPr>
            <p:custDataLst>
              <p:tags r:id="rId1"/>
            </p:custDataLst>
          </p:nvPr>
        </p:nvSpPr>
        <p:spPr>
          <a:xfrm>
            <a:off x="11538515" y="358775"/>
            <a:ext cx="269833" cy="244800"/>
          </a:xfrm>
          <a:custGeom>
            <a:avLst/>
            <a:gdLst>
              <a:gd name="connsiteX0" fmla="*/ 6435355 w 7561191"/>
              <a:gd name="connsiteY0" fmla="*/ 15 h 6859726"/>
              <a:gd name="connsiteX1" fmla="*/ 5309518 w 7561191"/>
              <a:gd name="connsiteY1" fmla="*/ 1125856 h 6859726"/>
              <a:gd name="connsiteX2" fmla="*/ 6435355 w 7561191"/>
              <a:gd name="connsiteY2" fmla="*/ 2251689 h 6859726"/>
              <a:gd name="connsiteX3" fmla="*/ 7561191 w 7561191"/>
              <a:gd name="connsiteY3" fmla="*/ 1125856 h 6859726"/>
              <a:gd name="connsiteX4" fmla="*/ 6435355 w 7561191"/>
              <a:gd name="connsiteY4" fmla="*/ 15 h 6859726"/>
              <a:gd name="connsiteX5" fmla="*/ 6435355 w 7561191"/>
              <a:gd name="connsiteY5" fmla="*/ 1666056 h 6859726"/>
              <a:gd name="connsiteX6" fmla="*/ 5895151 w 7561191"/>
              <a:gd name="connsiteY6" fmla="*/ 1125856 h 6859726"/>
              <a:gd name="connsiteX7" fmla="*/ 6435355 w 7561191"/>
              <a:gd name="connsiteY7" fmla="*/ 585656 h 6859726"/>
              <a:gd name="connsiteX8" fmla="*/ 6975540 w 7561191"/>
              <a:gd name="connsiteY8" fmla="*/ 1125856 h 6859726"/>
              <a:gd name="connsiteX9" fmla="*/ 6435355 w 7561191"/>
              <a:gd name="connsiteY9" fmla="*/ 1666056 h 6859726"/>
              <a:gd name="connsiteX10" fmla="*/ 4233431 w 7561191"/>
              <a:gd name="connsiteY10" fmla="*/ 3214272 h 6859726"/>
              <a:gd name="connsiteX11" fmla="*/ 4860606 w 7561191"/>
              <a:gd name="connsiteY11" fmla="*/ 1861926 h 6859726"/>
              <a:gd name="connsiteX12" fmla="*/ 2675294 w 7561191"/>
              <a:gd name="connsiteY12" fmla="*/ 0 h 6859726"/>
              <a:gd name="connsiteX13" fmla="*/ 0 w 7561191"/>
              <a:gd name="connsiteY13" fmla="*/ 0 h 6859726"/>
              <a:gd name="connsiteX14" fmla="*/ 0 w 7561191"/>
              <a:gd name="connsiteY14" fmla="*/ 6859727 h 6859726"/>
              <a:gd name="connsiteX15" fmla="*/ 2743891 w 7561191"/>
              <a:gd name="connsiteY15" fmla="*/ 6859727 h 6859726"/>
              <a:gd name="connsiteX16" fmla="*/ 5105598 w 7561191"/>
              <a:gd name="connsiteY16" fmla="*/ 4841007 h 6859726"/>
              <a:gd name="connsiteX17" fmla="*/ 4233431 w 7561191"/>
              <a:gd name="connsiteY17" fmla="*/ 3214272 h 6859726"/>
              <a:gd name="connsiteX18" fmla="*/ 1234751 w 7561191"/>
              <a:gd name="connsiteY18" fmla="*/ 1097556 h 6859726"/>
              <a:gd name="connsiteX19" fmla="*/ 2704692 w 7561191"/>
              <a:gd name="connsiteY19" fmla="*/ 1097556 h 6859726"/>
              <a:gd name="connsiteX20" fmla="*/ 3625856 w 7561191"/>
              <a:gd name="connsiteY20" fmla="*/ 1930523 h 6859726"/>
              <a:gd name="connsiteX21" fmla="*/ 2714492 w 7561191"/>
              <a:gd name="connsiteY21" fmla="*/ 2763491 h 6859726"/>
              <a:gd name="connsiteX22" fmla="*/ 1234751 w 7561191"/>
              <a:gd name="connsiteY22" fmla="*/ 2763491 h 6859726"/>
              <a:gd name="connsiteX23" fmla="*/ 1234751 w 7561191"/>
              <a:gd name="connsiteY23" fmla="*/ 1097556 h 6859726"/>
              <a:gd name="connsiteX24" fmla="*/ 2773289 w 7561191"/>
              <a:gd name="connsiteY24" fmla="*/ 5762171 h 6859726"/>
              <a:gd name="connsiteX25" fmla="*/ 1234751 w 7561191"/>
              <a:gd name="connsiteY25" fmla="*/ 5762171 h 6859726"/>
              <a:gd name="connsiteX26" fmla="*/ 1234751 w 7561191"/>
              <a:gd name="connsiteY26" fmla="*/ 3861046 h 6859726"/>
              <a:gd name="connsiteX27" fmla="*/ 2773289 w 7561191"/>
              <a:gd name="connsiteY27" fmla="*/ 3861046 h 6859726"/>
              <a:gd name="connsiteX28" fmla="*/ 3851247 w 7561191"/>
              <a:gd name="connsiteY28" fmla="*/ 4811609 h 6859726"/>
              <a:gd name="connsiteX29" fmla="*/ 2773289 w 7561191"/>
              <a:gd name="connsiteY29" fmla="*/ 5762171 h 6859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7561191" h="6859726">
                <a:moveTo>
                  <a:pt x="6435355" y="15"/>
                </a:moveTo>
                <a:cubicBezTo>
                  <a:pt x="5813667" y="15"/>
                  <a:pt x="5309518" y="504176"/>
                  <a:pt x="5309518" y="1125856"/>
                </a:cubicBezTo>
                <a:cubicBezTo>
                  <a:pt x="5309518" y="1747536"/>
                  <a:pt x="5813667" y="2251689"/>
                  <a:pt x="6435355" y="2251689"/>
                </a:cubicBezTo>
                <a:cubicBezTo>
                  <a:pt x="7057024" y="2251689"/>
                  <a:pt x="7561191" y="1747536"/>
                  <a:pt x="7561191" y="1125856"/>
                </a:cubicBezTo>
                <a:cubicBezTo>
                  <a:pt x="7561191" y="504176"/>
                  <a:pt x="7057408" y="15"/>
                  <a:pt x="6435355" y="15"/>
                </a:cubicBezTo>
                <a:close/>
                <a:moveTo>
                  <a:pt x="6435355" y="1666056"/>
                </a:moveTo>
                <a:cubicBezTo>
                  <a:pt x="6136850" y="1666056"/>
                  <a:pt x="5895151" y="1423964"/>
                  <a:pt x="5895151" y="1125856"/>
                </a:cubicBezTo>
                <a:cubicBezTo>
                  <a:pt x="5895151" y="827747"/>
                  <a:pt x="6137235" y="585656"/>
                  <a:pt x="6435355" y="585656"/>
                </a:cubicBezTo>
                <a:cubicBezTo>
                  <a:pt x="6733456" y="585656"/>
                  <a:pt x="6975540" y="827747"/>
                  <a:pt x="6975540" y="1125856"/>
                </a:cubicBezTo>
                <a:cubicBezTo>
                  <a:pt x="6975540" y="1423964"/>
                  <a:pt x="6733456" y="1666056"/>
                  <a:pt x="6435355" y="1666056"/>
                </a:cubicBezTo>
                <a:close/>
                <a:moveTo>
                  <a:pt x="4233431" y="3214272"/>
                </a:moveTo>
                <a:cubicBezTo>
                  <a:pt x="4664614" y="2890885"/>
                  <a:pt x="4860606" y="2400905"/>
                  <a:pt x="4860606" y="1861926"/>
                </a:cubicBezTo>
                <a:cubicBezTo>
                  <a:pt x="4860606" y="783969"/>
                  <a:pt x="4135435" y="0"/>
                  <a:pt x="2675294" y="0"/>
                </a:cubicBezTo>
                <a:lnTo>
                  <a:pt x="0" y="0"/>
                </a:lnTo>
                <a:lnTo>
                  <a:pt x="0" y="6859727"/>
                </a:lnTo>
                <a:lnTo>
                  <a:pt x="2743891" y="6859727"/>
                </a:lnTo>
                <a:cubicBezTo>
                  <a:pt x="4311829" y="6859727"/>
                  <a:pt x="5105598" y="6046359"/>
                  <a:pt x="5105598" y="4841007"/>
                </a:cubicBezTo>
                <a:cubicBezTo>
                  <a:pt x="5105598" y="4155035"/>
                  <a:pt x="4811609" y="3537659"/>
                  <a:pt x="4233431" y="3214272"/>
                </a:cubicBezTo>
                <a:close/>
                <a:moveTo>
                  <a:pt x="1234751" y="1097556"/>
                </a:moveTo>
                <a:lnTo>
                  <a:pt x="2704692" y="1097556"/>
                </a:lnTo>
                <a:cubicBezTo>
                  <a:pt x="3322068" y="1097556"/>
                  <a:pt x="3625856" y="1420944"/>
                  <a:pt x="3625856" y="1930523"/>
                </a:cubicBezTo>
                <a:cubicBezTo>
                  <a:pt x="3625856" y="2440104"/>
                  <a:pt x="3312267" y="2763491"/>
                  <a:pt x="2714492" y="2763491"/>
                </a:cubicBezTo>
                <a:lnTo>
                  <a:pt x="1234751" y="2763491"/>
                </a:lnTo>
                <a:lnTo>
                  <a:pt x="1234751" y="1097556"/>
                </a:lnTo>
                <a:close/>
                <a:moveTo>
                  <a:pt x="2773289" y="5762171"/>
                </a:moveTo>
                <a:lnTo>
                  <a:pt x="1234751" y="5762171"/>
                </a:lnTo>
                <a:lnTo>
                  <a:pt x="1234751" y="3861046"/>
                </a:lnTo>
                <a:lnTo>
                  <a:pt x="2773289" y="3861046"/>
                </a:lnTo>
                <a:cubicBezTo>
                  <a:pt x="3469063" y="3861046"/>
                  <a:pt x="3851247" y="4213833"/>
                  <a:pt x="3851247" y="4811609"/>
                </a:cubicBezTo>
                <a:cubicBezTo>
                  <a:pt x="3851247" y="5409385"/>
                  <a:pt x="3488661" y="5762171"/>
                  <a:pt x="2773289" y="5762171"/>
                </a:cubicBezTo>
                <a:close/>
              </a:path>
            </a:pathLst>
          </a:custGeom>
          <a:solidFill>
            <a:schemeClr val="bg1"/>
          </a:solidFill>
          <a:ln w="7553" cap="flat">
            <a:noFill/>
            <a:prstDash val="solid"/>
            <a:miter/>
          </a:ln>
        </p:spPr>
        <p:txBody>
          <a:bodyPr rtlCol="0" anchor="ctr"/>
          <a:lstStyle/>
          <a:p>
            <a:endParaRPr lang="en-US"/>
          </a:p>
        </p:txBody>
      </p:sp>
      <p:sp>
        <p:nvSpPr>
          <p:cNvPr id="12" name="Title 8">
            <a:extLst>
              <a:ext uri="{FF2B5EF4-FFF2-40B4-BE49-F238E27FC236}">
                <a16:creationId xmlns:a16="http://schemas.microsoft.com/office/drawing/2014/main" id="{6015548B-B792-E33A-5B7E-D9D575425D7A}"/>
              </a:ext>
            </a:extLst>
          </p:cNvPr>
          <p:cNvSpPr txBox="1">
            <a:spLocks/>
          </p:cNvSpPr>
          <p:nvPr/>
        </p:nvSpPr>
        <p:spPr>
          <a:xfrm>
            <a:off x="293758" y="937725"/>
            <a:ext cx="4910137" cy="307777"/>
          </a:xfrm>
          <a:prstGeom prst="rect">
            <a:avLst/>
          </a:prstGeom>
        </p:spPr>
        <p:txBody>
          <a:bodyPr/>
          <a:lstStyle>
            <a:lvl1pPr marL="0" indent="0" algn="l" defTabSz="457189" rtl="0" eaLnBrk="1" latinLnBrk="0" hangingPunct="1">
              <a:spcBef>
                <a:spcPct val="0"/>
              </a:spcBef>
              <a:spcAft>
                <a:spcPts val="0"/>
              </a:spcAft>
              <a:buFont typeface="Arial" pitchFamily="34" charset="0"/>
              <a:buNone/>
              <a:defRPr lang="fr-FR" sz="2400" b="1" kern="1200" baseline="0" smtClean="0">
                <a:solidFill>
                  <a:schemeClr val="accent1"/>
                </a:solidFill>
                <a:latin typeface="+mj-lt"/>
                <a:ea typeface="+mn-ea"/>
                <a:cs typeface="+mn-cs"/>
              </a:defRPr>
            </a:lvl1pPr>
          </a:lstStyle>
          <a:p>
            <a:pPr marL="0" marR="0" lvl="0" indent="0" algn="l" defTabSz="457189" rtl="0" eaLnBrk="1" fontAlgn="auto" latinLnBrk="0" hangingPunct="1">
              <a:lnSpc>
                <a:spcPct val="100000"/>
              </a:lnSpc>
              <a:spcBef>
                <a:spcPct val="0"/>
              </a:spcBef>
              <a:spcAft>
                <a:spcPts val="0"/>
              </a:spcAft>
              <a:buClrTx/>
              <a:buSzTx/>
              <a:buFont typeface="Arial" pitchFamily="34" charset="0"/>
              <a:buNone/>
              <a:tabLst/>
              <a:defRPr/>
            </a:pPr>
            <a:r>
              <a:rPr kumimoji="0" lang="nb-NO" sz="1800" b="0" i="0" u="none" strike="noStrike" kern="1200" cap="none" spc="0" normalizeH="0" baseline="0" noProof="0">
                <a:ln>
                  <a:noFill/>
                </a:ln>
                <a:solidFill>
                  <a:schemeClr val="bg2"/>
                </a:solidFill>
                <a:effectLst/>
                <a:uLnTx/>
                <a:uFillTx/>
                <a:ea typeface="+mn-ea"/>
                <a:cs typeface="+mn-cs"/>
              </a:rPr>
              <a:t>Hva vi tilbyr</a:t>
            </a:r>
          </a:p>
        </p:txBody>
      </p:sp>
    </p:spTree>
    <p:extLst>
      <p:ext uri="{BB962C8B-B14F-4D97-AF65-F5344CB8AC3E}">
        <p14:creationId xmlns:p14="http://schemas.microsoft.com/office/powerpoint/2010/main" val="31798669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FC7CB3-E93F-9102-29C5-B0AE6A23C945}"/>
            </a:ext>
          </a:extLst>
        </p:cNvPr>
        <p:cNvGrpSpPr/>
        <p:nvPr/>
      </p:nvGrpSpPr>
      <p:grpSpPr>
        <a:xfrm>
          <a:off x="0" y="0"/>
          <a:ext cx="1" cy="1"/>
          <a:chOff x="0" y="0"/>
          <a:chExt cx="1" cy="1"/>
        </a:xfrm>
      </p:grpSpPr>
      <p:sp>
        <p:nvSpPr>
          <p:cNvPr id="2" name="Rectangle 1">
            <a:extLst>
              <a:ext uri="{FF2B5EF4-FFF2-40B4-BE49-F238E27FC236}">
                <a16:creationId xmlns:a16="http://schemas.microsoft.com/office/drawing/2014/main" id="{46939477-A4A0-52C2-061C-7A39F55105E5}"/>
              </a:ext>
            </a:extLst>
          </p:cNvPr>
          <p:cNvSpPr/>
          <p:nvPr/>
        </p:nvSpPr>
        <p:spPr>
          <a:xfrm>
            <a:off x="6096000" y="0"/>
            <a:ext cx="6096000" cy="6858000"/>
          </a:xfrm>
          <a:prstGeom prst="rect">
            <a:avLst/>
          </a:prstGeom>
          <a:solidFill>
            <a:srgbClr val="CCC1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 name="TextBox 2">
            <a:extLst>
              <a:ext uri="{FF2B5EF4-FFF2-40B4-BE49-F238E27FC236}">
                <a16:creationId xmlns:a16="http://schemas.microsoft.com/office/drawing/2014/main" id="{4FE27701-DD04-F5EA-375E-728341C915BF}"/>
              </a:ext>
            </a:extLst>
          </p:cNvPr>
          <p:cNvSpPr txBox="1"/>
          <p:nvPr/>
        </p:nvSpPr>
        <p:spPr>
          <a:xfrm>
            <a:off x="313945" y="1499500"/>
            <a:ext cx="4377798" cy="1200329"/>
          </a:xfrm>
          <a:prstGeom prst="rect">
            <a:avLst/>
          </a:prstGeom>
          <a:noFill/>
        </p:spPr>
        <p:txBody>
          <a:bodyPr wrap="square">
            <a:spAutoFit/>
          </a:bodyPr>
          <a:lstStyle/>
          <a:p>
            <a:pPr marL="0" marR="0" lvl="0" indent="0" algn="l" defTabSz="519488" rtl="0" eaLnBrk="1" fontAlgn="auto" latinLnBrk="0" hangingPunct="1">
              <a:lnSpc>
                <a:spcPct val="100000"/>
              </a:lnSpc>
              <a:spcBef>
                <a:spcPts val="0"/>
              </a:spcBef>
              <a:spcAft>
                <a:spcPts val="0"/>
              </a:spcAft>
              <a:buClrTx/>
              <a:buSzTx/>
              <a:buFontTx/>
              <a:buNone/>
              <a:tabLst/>
              <a:defRPr/>
            </a:pPr>
            <a:r>
              <a:rPr kumimoji="0" lang="nb-NO" sz="3600" b="1" i="0" u="none" strike="noStrike" kern="1200" cap="none" spc="0" normalizeH="0" baseline="0" noProof="0">
                <a:ln>
                  <a:noFill/>
                </a:ln>
                <a:solidFill>
                  <a:prstClr val="white"/>
                </a:solidFill>
                <a:effectLst/>
                <a:uLnTx/>
                <a:uFillTx/>
                <a:latin typeface="+mj-lt"/>
                <a:ea typeface="+mn-ea"/>
                <a:cs typeface="+mn-cs"/>
              </a:rPr>
              <a:t>Et fantastisk sosialt og inkluderende miljø</a:t>
            </a:r>
          </a:p>
        </p:txBody>
      </p:sp>
      <p:sp>
        <p:nvSpPr>
          <p:cNvPr id="4" name="Title 8">
            <a:extLst>
              <a:ext uri="{FF2B5EF4-FFF2-40B4-BE49-F238E27FC236}">
                <a16:creationId xmlns:a16="http://schemas.microsoft.com/office/drawing/2014/main" id="{46AC6D49-E9FA-0BF6-A95E-9E4FCF51A30A}"/>
              </a:ext>
            </a:extLst>
          </p:cNvPr>
          <p:cNvSpPr txBox="1">
            <a:spLocks/>
          </p:cNvSpPr>
          <p:nvPr/>
        </p:nvSpPr>
        <p:spPr>
          <a:xfrm>
            <a:off x="306458" y="937725"/>
            <a:ext cx="4910137" cy="307777"/>
          </a:xfrm>
          <a:prstGeom prst="rect">
            <a:avLst/>
          </a:prstGeom>
        </p:spPr>
        <p:txBody>
          <a:bodyPr/>
          <a:lstStyle>
            <a:lvl1pPr marL="0" indent="0" algn="l" defTabSz="457189" rtl="0" eaLnBrk="1" latinLnBrk="0" hangingPunct="1">
              <a:spcBef>
                <a:spcPct val="0"/>
              </a:spcBef>
              <a:spcAft>
                <a:spcPts val="0"/>
              </a:spcAft>
              <a:buFont typeface="Arial" pitchFamily="34" charset="0"/>
              <a:buNone/>
              <a:defRPr lang="fr-FR" sz="2400" b="1" kern="1200" baseline="0" smtClean="0">
                <a:solidFill>
                  <a:schemeClr val="accent1"/>
                </a:solidFill>
                <a:latin typeface="+mj-lt"/>
                <a:ea typeface="+mn-ea"/>
                <a:cs typeface="+mn-cs"/>
              </a:defRPr>
            </a:lvl1pPr>
          </a:lstStyle>
          <a:p>
            <a:pPr marL="0" marR="0" lvl="0" indent="0" algn="l" defTabSz="457189" rtl="0" eaLnBrk="1" fontAlgn="auto" latinLnBrk="0" hangingPunct="1">
              <a:lnSpc>
                <a:spcPct val="100000"/>
              </a:lnSpc>
              <a:spcBef>
                <a:spcPct val="0"/>
              </a:spcBef>
              <a:spcAft>
                <a:spcPts val="0"/>
              </a:spcAft>
              <a:buClrTx/>
              <a:buSzTx/>
              <a:buFont typeface="Arial" pitchFamily="34" charset="0"/>
              <a:buNone/>
              <a:tabLst/>
              <a:defRPr/>
            </a:pPr>
            <a:endParaRPr kumimoji="0" lang="nb-NO" sz="1800" b="0" i="0" u="none" strike="noStrike" kern="1200" cap="none" spc="0" normalizeH="0" baseline="0" noProof="0">
              <a:ln>
                <a:noFill/>
              </a:ln>
              <a:solidFill>
                <a:schemeClr val="bg2"/>
              </a:solidFill>
              <a:effectLst/>
              <a:uLnTx/>
              <a:uFillTx/>
              <a:ea typeface="+mn-ea"/>
              <a:cs typeface="+mn-cs"/>
            </a:endParaRPr>
          </a:p>
        </p:txBody>
      </p:sp>
      <p:sp>
        <p:nvSpPr>
          <p:cNvPr id="10" name="Bearing B symbol">
            <a:extLst>
              <a:ext uri="{FF2B5EF4-FFF2-40B4-BE49-F238E27FC236}">
                <a16:creationId xmlns:a16="http://schemas.microsoft.com/office/drawing/2014/main" id="{03014620-BFE9-6F10-7934-02BF43F1B2FE}"/>
              </a:ext>
            </a:extLst>
          </p:cNvPr>
          <p:cNvSpPr>
            <a:spLocks noChangeAspect="1"/>
          </p:cNvSpPr>
          <p:nvPr>
            <p:custDataLst>
              <p:tags r:id="rId1"/>
            </p:custDataLst>
          </p:nvPr>
        </p:nvSpPr>
        <p:spPr>
          <a:xfrm>
            <a:off x="11538515" y="358775"/>
            <a:ext cx="269833" cy="244800"/>
          </a:xfrm>
          <a:custGeom>
            <a:avLst/>
            <a:gdLst>
              <a:gd name="connsiteX0" fmla="*/ 6435355 w 7561191"/>
              <a:gd name="connsiteY0" fmla="*/ 15 h 6859726"/>
              <a:gd name="connsiteX1" fmla="*/ 5309518 w 7561191"/>
              <a:gd name="connsiteY1" fmla="*/ 1125856 h 6859726"/>
              <a:gd name="connsiteX2" fmla="*/ 6435355 w 7561191"/>
              <a:gd name="connsiteY2" fmla="*/ 2251689 h 6859726"/>
              <a:gd name="connsiteX3" fmla="*/ 7561191 w 7561191"/>
              <a:gd name="connsiteY3" fmla="*/ 1125856 h 6859726"/>
              <a:gd name="connsiteX4" fmla="*/ 6435355 w 7561191"/>
              <a:gd name="connsiteY4" fmla="*/ 15 h 6859726"/>
              <a:gd name="connsiteX5" fmla="*/ 6435355 w 7561191"/>
              <a:gd name="connsiteY5" fmla="*/ 1666056 h 6859726"/>
              <a:gd name="connsiteX6" fmla="*/ 5895151 w 7561191"/>
              <a:gd name="connsiteY6" fmla="*/ 1125856 h 6859726"/>
              <a:gd name="connsiteX7" fmla="*/ 6435355 w 7561191"/>
              <a:gd name="connsiteY7" fmla="*/ 585656 h 6859726"/>
              <a:gd name="connsiteX8" fmla="*/ 6975540 w 7561191"/>
              <a:gd name="connsiteY8" fmla="*/ 1125856 h 6859726"/>
              <a:gd name="connsiteX9" fmla="*/ 6435355 w 7561191"/>
              <a:gd name="connsiteY9" fmla="*/ 1666056 h 6859726"/>
              <a:gd name="connsiteX10" fmla="*/ 4233431 w 7561191"/>
              <a:gd name="connsiteY10" fmla="*/ 3214272 h 6859726"/>
              <a:gd name="connsiteX11" fmla="*/ 4860606 w 7561191"/>
              <a:gd name="connsiteY11" fmla="*/ 1861926 h 6859726"/>
              <a:gd name="connsiteX12" fmla="*/ 2675294 w 7561191"/>
              <a:gd name="connsiteY12" fmla="*/ 0 h 6859726"/>
              <a:gd name="connsiteX13" fmla="*/ 0 w 7561191"/>
              <a:gd name="connsiteY13" fmla="*/ 0 h 6859726"/>
              <a:gd name="connsiteX14" fmla="*/ 0 w 7561191"/>
              <a:gd name="connsiteY14" fmla="*/ 6859727 h 6859726"/>
              <a:gd name="connsiteX15" fmla="*/ 2743891 w 7561191"/>
              <a:gd name="connsiteY15" fmla="*/ 6859727 h 6859726"/>
              <a:gd name="connsiteX16" fmla="*/ 5105598 w 7561191"/>
              <a:gd name="connsiteY16" fmla="*/ 4841007 h 6859726"/>
              <a:gd name="connsiteX17" fmla="*/ 4233431 w 7561191"/>
              <a:gd name="connsiteY17" fmla="*/ 3214272 h 6859726"/>
              <a:gd name="connsiteX18" fmla="*/ 1234751 w 7561191"/>
              <a:gd name="connsiteY18" fmla="*/ 1097556 h 6859726"/>
              <a:gd name="connsiteX19" fmla="*/ 2704692 w 7561191"/>
              <a:gd name="connsiteY19" fmla="*/ 1097556 h 6859726"/>
              <a:gd name="connsiteX20" fmla="*/ 3625856 w 7561191"/>
              <a:gd name="connsiteY20" fmla="*/ 1930523 h 6859726"/>
              <a:gd name="connsiteX21" fmla="*/ 2714492 w 7561191"/>
              <a:gd name="connsiteY21" fmla="*/ 2763491 h 6859726"/>
              <a:gd name="connsiteX22" fmla="*/ 1234751 w 7561191"/>
              <a:gd name="connsiteY22" fmla="*/ 2763491 h 6859726"/>
              <a:gd name="connsiteX23" fmla="*/ 1234751 w 7561191"/>
              <a:gd name="connsiteY23" fmla="*/ 1097556 h 6859726"/>
              <a:gd name="connsiteX24" fmla="*/ 2773289 w 7561191"/>
              <a:gd name="connsiteY24" fmla="*/ 5762171 h 6859726"/>
              <a:gd name="connsiteX25" fmla="*/ 1234751 w 7561191"/>
              <a:gd name="connsiteY25" fmla="*/ 5762171 h 6859726"/>
              <a:gd name="connsiteX26" fmla="*/ 1234751 w 7561191"/>
              <a:gd name="connsiteY26" fmla="*/ 3861046 h 6859726"/>
              <a:gd name="connsiteX27" fmla="*/ 2773289 w 7561191"/>
              <a:gd name="connsiteY27" fmla="*/ 3861046 h 6859726"/>
              <a:gd name="connsiteX28" fmla="*/ 3851247 w 7561191"/>
              <a:gd name="connsiteY28" fmla="*/ 4811609 h 6859726"/>
              <a:gd name="connsiteX29" fmla="*/ 2773289 w 7561191"/>
              <a:gd name="connsiteY29" fmla="*/ 5762171 h 6859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7561191" h="6859726">
                <a:moveTo>
                  <a:pt x="6435355" y="15"/>
                </a:moveTo>
                <a:cubicBezTo>
                  <a:pt x="5813667" y="15"/>
                  <a:pt x="5309518" y="504176"/>
                  <a:pt x="5309518" y="1125856"/>
                </a:cubicBezTo>
                <a:cubicBezTo>
                  <a:pt x="5309518" y="1747536"/>
                  <a:pt x="5813667" y="2251689"/>
                  <a:pt x="6435355" y="2251689"/>
                </a:cubicBezTo>
                <a:cubicBezTo>
                  <a:pt x="7057024" y="2251689"/>
                  <a:pt x="7561191" y="1747536"/>
                  <a:pt x="7561191" y="1125856"/>
                </a:cubicBezTo>
                <a:cubicBezTo>
                  <a:pt x="7561191" y="504176"/>
                  <a:pt x="7057408" y="15"/>
                  <a:pt x="6435355" y="15"/>
                </a:cubicBezTo>
                <a:close/>
                <a:moveTo>
                  <a:pt x="6435355" y="1666056"/>
                </a:moveTo>
                <a:cubicBezTo>
                  <a:pt x="6136850" y="1666056"/>
                  <a:pt x="5895151" y="1423964"/>
                  <a:pt x="5895151" y="1125856"/>
                </a:cubicBezTo>
                <a:cubicBezTo>
                  <a:pt x="5895151" y="827747"/>
                  <a:pt x="6137235" y="585656"/>
                  <a:pt x="6435355" y="585656"/>
                </a:cubicBezTo>
                <a:cubicBezTo>
                  <a:pt x="6733456" y="585656"/>
                  <a:pt x="6975540" y="827747"/>
                  <a:pt x="6975540" y="1125856"/>
                </a:cubicBezTo>
                <a:cubicBezTo>
                  <a:pt x="6975540" y="1423964"/>
                  <a:pt x="6733456" y="1666056"/>
                  <a:pt x="6435355" y="1666056"/>
                </a:cubicBezTo>
                <a:close/>
                <a:moveTo>
                  <a:pt x="4233431" y="3214272"/>
                </a:moveTo>
                <a:cubicBezTo>
                  <a:pt x="4664614" y="2890885"/>
                  <a:pt x="4860606" y="2400905"/>
                  <a:pt x="4860606" y="1861926"/>
                </a:cubicBezTo>
                <a:cubicBezTo>
                  <a:pt x="4860606" y="783969"/>
                  <a:pt x="4135435" y="0"/>
                  <a:pt x="2675294" y="0"/>
                </a:cubicBezTo>
                <a:lnTo>
                  <a:pt x="0" y="0"/>
                </a:lnTo>
                <a:lnTo>
                  <a:pt x="0" y="6859727"/>
                </a:lnTo>
                <a:lnTo>
                  <a:pt x="2743891" y="6859727"/>
                </a:lnTo>
                <a:cubicBezTo>
                  <a:pt x="4311829" y="6859727"/>
                  <a:pt x="5105598" y="6046359"/>
                  <a:pt x="5105598" y="4841007"/>
                </a:cubicBezTo>
                <a:cubicBezTo>
                  <a:pt x="5105598" y="4155035"/>
                  <a:pt x="4811609" y="3537659"/>
                  <a:pt x="4233431" y="3214272"/>
                </a:cubicBezTo>
                <a:close/>
                <a:moveTo>
                  <a:pt x="1234751" y="1097556"/>
                </a:moveTo>
                <a:lnTo>
                  <a:pt x="2704692" y="1097556"/>
                </a:lnTo>
                <a:cubicBezTo>
                  <a:pt x="3322068" y="1097556"/>
                  <a:pt x="3625856" y="1420944"/>
                  <a:pt x="3625856" y="1930523"/>
                </a:cubicBezTo>
                <a:cubicBezTo>
                  <a:pt x="3625856" y="2440104"/>
                  <a:pt x="3312267" y="2763491"/>
                  <a:pt x="2714492" y="2763491"/>
                </a:cubicBezTo>
                <a:lnTo>
                  <a:pt x="1234751" y="2763491"/>
                </a:lnTo>
                <a:lnTo>
                  <a:pt x="1234751" y="1097556"/>
                </a:lnTo>
                <a:close/>
                <a:moveTo>
                  <a:pt x="2773289" y="5762171"/>
                </a:moveTo>
                <a:lnTo>
                  <a:pt x="1234751" y="5762171"/>
                </a:lnTo>
                <a:lnTo>
                  <a:pt x="1234751" y="3861046"/>
                </a:lnTo>
                <a:lnTo>
                  <a:pt x="2773289" y="3861046"/>
                </a:lnTo>
                <a:cubicBezTo>
                  <a:pt x="3469063" y="3861046"/>
                  <a:pt x="3851247" y="4213833"/>
                  <a:pt x="3851247" y="4811609"/>
                </a:cubicBezTo>
                <a:cubicBezTo>
                  <a:pt x="3851247" y="5409385"/>
                  <a:pt x="3488661" y="5762171"/>
                  <a:pt x="2773289" y="5762171"/>
                </a:cubicBezTo>
                <a:close/>
              </a:path>
            </a:pathLst>
          </a:custGeom>
          <a:solidFill>
            <a:schemeClr val="tx1"/>
          </a:solidFill>
          <a:ln w="7553" cap="flat">
            <a:noFill/>
            <a:prstDash val="solid"/>
            <a:miter/>
          </a:ln>
        </p:spPr>
        <p:txBody>
          <a:bodyPr rtlCol="0" anchor="ctr"/>
          <a:lstStyle/>
          <a:p>
            <a:endParaRPr lang="en-US"/>
          </a:p>
        </p:txBody>
      </p:sp>
      <p:sp>
        <p:nvSpPr>
          <p:cNvPr id="12" name="Title 8">
            <a:extLst>
              <a:ext uri="{FF2B5EF4-FFF2-40B4-BE49-F238E27FC236}">
                <a16:creationId xmlns:a16="http://schemas.microsoft.com/office/drawing/2014/main" id="{0C21A457-D296-4B7A-200C-184D0DA52A1C}"/>
              </a:ext>
            </a:extLst>
          </p:cNvPr>
          <p:cNvSpPr txBox="1">
            <a:spLocks/>
          </p:cNvSpPr>
          <p:nvPr/>
        </p:nvSpPr>
        <p:spPr>
          <a:xfrm>
            <a:off x="293758" y="937725"/>
            <a:ext cx="4910137" cy="307777"/>
          </a:xfrm>
          <a:prstGeom prst="rect">
            <a:avLst/>
          </a:prstGeom>
        </p:spPr>
        <p:txBody>
          <a:bodyPr/>
          <a:lstStyle>
            <a:lvl1pPr marL="0" indent="0" algn="l" defTabSz="457189" rtl="0" eaLnBrk="1" latinLnBrk="0" hangingPunct="1">
              <a:spcBef>
                <a:spcPct val="0"/>
              </a:spcBef>
              <a:spcAft>
                <a:spcPts val="0"/>
              </a:spcAft>
              <a:buFont typeface="Arial" pitchFamily="34" charset="0"/>
              <a:buNone/>
              <a:defRPr lang="fr-FR" sz="2400" b="1" kern="1200" baseline="0" smtClean="0">
                <a:solidFill>
                  <a:schemeClr val="accent1"/>
                </a:solidFill>
                <a:latin typeface="+mj-lt"/>
                <a:ea typeface="+mn-ea"/>
                <a:cs typeface="+mn-cs"/>
              </a:defRPr>
            </a:lvl1pPr>
          </a:lstStyle>
          <a:p>
            <a:pPr marL="0" marR="0" lvl="0" indent="0" algn="l" defTabSz="457189" rtl="0" eaLnBrk="1" fontAlgn="auto" latinLnBrk="0" hangingPunct="1">
              <a:lnSpc>
                <a:spcPct val="100000"/>
              </a:lnSpc>
              <a:spcBef>
                <a:spcPct val="0"/>
              </a:spcBef>
              <a:spcAft>
                <a:spcPts val="0"/>
              </a:spcAft>
              <a:buClrTx/>
              <a:buSzTx/>
              <a:buFont typeface="Arial" pitchFamily="34" charset="0"/>
              <a:buNone/>
              <a:tabLst/>
              <a:defRPr/>
            </a:pPr>
            <a:r>
              <a:rPr kumimoji="0" lang="nb-NO" sz="1800" b="0" i="0" u="none" strike="noStrike" kern="1200" cap="none" spc="0" normalizeH="0" baseline="0" noProof="0">
                <a:ln>
                  <a:noFill/>
                </a:ln>
                <a:solidFill>
                  <a:schemeClr val="bg2"/>
                </a:solidFill>
                <a:effectLst/>
                <a:uLnTx/>
                <a:uFillTx/>
                <a:ea typeface="+mn-ea"/>
                <a:cs typeface="+mn-cs"/>
              </a:rPr>
              <a:t>BearingPoint har</a:t>
            </a:r>
          </a:p>
        </p:txBody>
      </p:sp>
      <p:pic>
        <p:nvPicPr>
          <p:cNvPr id="17" name="Picture 16" descr="A qr code on a white background&#10;&#10;AI-generated content may be incorrect.">
            <a:extLst>
              <a:ext uri="{FF2B5EF4-FFF2-40B4-BE49-F238E27FC236}">
                <a16:creationId xmlns:a16="http://schemas.microsoft.com/office/drawing/2014/main" id="{6AD98F6C-3579-DCE8-268B-B90FFC7BDD9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4432" y="3553588"/>
            <a:ext cx="1335600" cy="1335600"/>
          </a:xfrm>
          <a:prstGeom prst="rect">
            <a:avLst/>
          </a:prstGeom>
        </p:spPr>
      </p:pic>
      <p:sp>
        <p:nvSpPr>
          <p:cNvPr id="19" name="TextBox 18">
            <a:extLst>
              <a:ext uri="{FF2B5EF4-FFF2-40B4-BE49-F238E27FC236}">
                <a16:creationId xmlns:a16="http://schemas.microsoft.com/office/drawing/2014/main" id="{DBE5A82D-C68A-DE1E-9ED7-353EFFC746B1}"/>
              </a:ext>
            </a:extLst>
          </p:cNvPr>
          <p:cNvSpPr txBox="1"/>
          <p:nvPr>
            <p:custDataLst>
              <p:tags r:id="rId2"/>
            </p:custDataLst>
          </p:nvPr>
        </p:nvSpPr>
        <p:spPr>
          <a:xfrm>
            <a:off x="287583" y="5019967"/>
            <a:ext cx="1895865" cy="276999"/>
          </a:xfrm>
          <a:prstGeom prst="rect">
            <a:avLst/>
          </a:prstGeom>
          <a:noFill/>
        </p:spPr>
        <p:txBody>
          <a:bodyPr wrap="square" rtlCol="0">
            <a:spAutoFit/>
          </a:bodyPr>
          <a:lstStyle/>
          <a:p>
            <a:r>
              <a:rPr lang="en-US" sz="1200">
                <a:solidFill>
                  <a:schemeClr val="bg1"/>
                </a:solidFill>
              </a:rPr>
              <a:t>F</a:t>
            </a:r>
            <a:r>
              <a:rPr lang="nb-NO" sz="1200" err="1">
                <a:solidFill>
                  <a:schemeClr val="bg1"/>
                </a:solidFill>
              </a:rPr>
              <a:t>ølg</a:t>
            </a:r>
            <a:r>
              <a:rPr lang="nb-NO" sz="1200">
                <a:solidFill>
                  <a:schemeClr val="bg1"/>
                </a:solidFill>
              </a:rPr>
              <a:t> oss på Instagram</a:t>
            </a:r>
          </a:p>
        </p:txBody>
      </p:sp>
      <p:pic>
        <p:nvPicPr>
          <p:cNvPr id="7" name="Picture 6">
            <a:extLst>
              <a:ext uri="{FF2B5EF4-FFF2-40B4-BE49-F238E27FC236}">
                <a16:creationId xmlns:a16="http://schemas.microsoft.com/office/drawing/2014/main" id="{34E90AE8-7F3B-CFDB-D155-93E08A9A2798}"/>
              </a:ext>
            </a:extLst>
          </p:cNvPr>
          <p:cNvPicPr>
            <a:picLocks noChangeAspect="1"/>
          </p:cNvPicPr>
          <p:nvPr/>
        </p:nvPicPr>
        <p:blipFill>
          <a:blip r:embed="rId5">
            <a:extLst>
              <a:ext uri="{28A0092B-C50C-407E-A947-70E740481C1C}">
                <a14:useLocalDpi xmlns:a14="http://schemas.microsoft.com/office/drawing/2010/main" val="0"/>
              </a:ext>
            </a:extLst>
          </a:blip>
          <a:srcRect l="14468" t="7992" r="14346" b="6794"/>
          <a:stretch>
            <a:fillRect/>
          </a:stretch>
        </p:blipFill>
        <p:spPr>
          <a:xfrm>
            <a:off x="7744828" y="358775"/>
            <a:ext cx="2819964" cy="12048135"/>
          </a:xfrm>
          <a:prstGeom prst="rect">
            <a:avLst/>
          </a:prstGeom>
          <a:noFill/>
        </p:spPr>
      </p:pic>
      <p:sp>
        <p:nvSpPr>
          <p:cNvPr id="11" name="Rectangle 10">
            <a:extLst>
              <a:ext uri="{FF2B5EF4-FFF2-40B4-BE49-F238E27FC236}">
                <a16:creationId xmlns:a16="http://schemas.microsoft.com/office/drawing/2014/main" id="{E67A3C30-B565-5CE9-AC08-2C4F57CD55D6}"/>
              </a:ext>
            </a:extLst>
          </p:cNvPr>
          <p:cNvSpPr/>
          <p:nvPr/>
        </p:nvSpPr>
        <p:spPr>
          <a:xfrm>
            <a:off x="7263202" y="-382512"/>
            <a:ext cx="3657600" cy="765024"/>
          </a:xfrm>
          <a:prstGeom prst="rect">
            <a:avLst/>
          </a:prstGeom>
          <a:solidFill>
            <a:srgbClr val="CCC1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3" name="Rectangle 12">
            <a:extLst>
              <a:ext uri="{FF2B5EF4-FFF2-40B4-BE49-F238E27FC236}">
                <a16:creationId xmlns:a16="http://schemas.microsoft.com/office/drawing/2014/main" id="{C8FCE731-702F-76DC-B894-7BB5B3579EE5}"/>
              </a:ext>
            </a:extLst>
          </p:cNvPr>
          <p:cNvSpPr/>
          <p:nvPr/>
        </p:nvSpPr>
        <p:spPr>
          <a:xfrm>
            <a:off x="7295476" y="6499436"/>
            <a:ext cx="3657600" cy="765024"/>
          </a:xfrm>
          <a:prstGeom prst="rect">
            <a:avLst/>
          </a:prstGeom>
          <a:solidFill>
            <a:srgbClr val="CCC1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pic>
        <p:nvPicPr>
          <p:cNvPr id="8" name="Picture 6" descr="Iphone X PNG Vector Images with Transparent background - TransparentPNG">
            <a:extLst>
              <a:ext uri="{FF2B5EF4-FFF2-40B4-BE49-F238E27FC236}">
                <a16:creationId xmlns:a16="http://schemas.microsoft.com/office/drawing/2014/main" id="{E60112F2-C551-D9D6-62D8-638372B8995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86630" y="0"/>
            <a:ext cx="4514740" cy="6882032"/>
          </a:xfrm>
          <a:prstGeom prst="rect">
            <a:avLst/>
          </a:prstGeom>
          <a:noFill/>
          <a:extLst>
            <a:ext uri="{909E8E84-426E-40DD-AFC4-6F175D3DCCD1}">
              <a14:hiddenFill xmlns:a14="http://schemas.microsoft.com/office/drawing/2010/main">
                <a:solidFill>
                  <a:srgbClr val="FFFFFF"/>
                </a:solidFill>
              </a14:hiddenFill>
            </a:ext>
          </a:extLst>
        </p:spPr>
      </p:pic>
      <p:cxnSp>
        <p:nvCxnSpPr>
          <p:cNvPr id="15" name="Straight Connector 14">
            <a:extLst>
              <a:ext uri="{FF2B5EF4-FFF2-40B4-BE49-F238E27FC236}">
                <a16:creationId xmlns:a16="http://schemas.microsoft.com/office/drawing/2014/main" id="{A9A42956-B63E-E226-06B8-1EA1113D3AAB}"/>
              </a:ext>
            </a:extLst>
          </p:cNvPr>
          <p:cNvCxnSpPr/>
          <p:nvPr/>
        </p:nvCxnSpPr>
        <p:spPr>
          <a:xfrm>
            <a:off x="404432" y="2986406"/>
            <a:ext cx="1188000" cy="1"/>
          </a:xfrm>
          <a:prstGeom prst="line">
            <a:avLst/>
          </a:prstGeom>
          <a:ln>
            <a:solidFill>
              <a:srgbClr val="FF3D47"/>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06703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4" presetClass="path" presetSubtype="0" accel="50000" decel="50000" fill="hold" nodeType="withEffect">
                                  <p:stCondLst>
                                    <p:cond delay="0"/>
                                  </p:stCondLst>
                                  <p:childTnLst>
                                    <p:animMotion origin="layout" path="M -1.45833E-6 4.44444E-6 L -0.00221 -0.81899 " pathEditMode="relative" rAng="0" ptsTypes="AA">
                                      <p:cBhvr>
                                        <p:cTn id="6" dur="9000" fill="hold"/>
                                        <p:tgtEl>
                                          <p:spTgt spid="7"/>
                                        </p:tgtEl>
                                        <p:attrNameLst>
                                          <p:attrName>ppt_x</p:attrName>
                                          <p:attrName>ppt_y</p:attrName>
                                        </p:attrNameLst>
                                      </p:cBhvr>
                                      <p:rCtr x="-117" y="-4094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C639F1-656E-D0C7-8659-351098597139}"/>
            </a:ext>
          </a:extLst>
        </p:cNvPr>
        <p:cNvGrpSpPr/>
        <p:nvPr/>
      </p:nvGrpSpPr>
      <p:grpSpPr>
        <a:xfrm>
          <a:off x="0" y="0"/>
          <a:ext cx="1" cy="1"/>
          <a:chOff x="0" y="0"/>
          <a:chExt cx="1" cy="1"/>
        </a:xfrm>
      </p:grpSpPr>
      <p:pic>
        <p:nvPicPr>
          <p:cNvPr id="20" name="Picture 19" descr="A person with a backpack on&#10;&#10;AI-generated content may be incorrect.">
            <a:extLst>
              <a:ext uri="{FF2B5EF4-FFF2-40B4-BE49-F238E27FC236}">
                <a16:creationId xmlns:a16="http://schemas.microsoft.com/office/drawing/2014/main" id="{4DE932E5-6463-7DDD-A80C-35D4A222FDE9}"/>
              </a:ext>
            </a:extLst>
          </p:cNvPr>
          <p:cNvPicPr>
            <a:picLocks noChangeAspect="1"/>
          </p:cNvPicPr>
          <p:nvPr/>
        </p:nvPicPr>
        <p:blipFill>
          <a:blip r:embed="rId4">
            <a:extLst>
              <a:ext uri="{28A0092B-C50C-407E-A947-70E740481C1C}">
                <a14:useLocalDpi xmlns:a14="http://schemas.microsoft.com/office/drawing/2010/main" val="0"/>
              </a:ext>
            </a:extLst>
          </a:blip>
          <a:srcRect l="-1" t="5729" r="-1" b="19451"/>
          <a:stretch>
            <a:fillRect/>
          </a:stretch>
        </p:blipFill>
        <p:spPr>
          <a:xfrm>
            <a:off x="6081289" y="0"/>
            <a:ext cx="6110711" cy="6858000"/>
          </a:xfrm>
          <a:prstGeom prst="rect">
            <a:avLst/>
          </a:prstGeom>
        </p:spPr>
      </p:pic>
      <p:sp>
        <p:nvSpPr>
          <p:cNvPr id="3" name="TextBox 2">
            <a:extLst>
              <a:ext uri="{FF2B5EF4-FFF2-40B4-BE49-F238E27FC236}">
                <a16:creationId xmlns:a16="http://schemas.microsoft.com/office/drawing/2014/main" id="{B700B223-9B90-8380-8CBB-B8A731CCA331}"/>
              </a:ext>
            </a:extLst>
          </p:cNvPr>
          <p:cNvSpPr txBox="1"/>
          <p:nvPr/>
        </p:nvSpPr>
        <p:spPr>
          <a:xfrm>
            <a:off x="313945" y="1499500"/>
            <a:ext cx="3501917" cy="1200329"/>
          </a:xfrm>
          <a:prstGeom prst="rect">
            <a:avLst/>
          </a:prstGeom>
          <a:noFill/>
        </p:spPr>
        <p:txBody>
          <a:bodyPr wrap="square">
            <a:spAutoFit/>
          </a:bodyPr>
          <a:lstStyle/>
          <a:p>
            <a:pPr marL="0" marR="0" lvl="0" indent="0" algn="l" defTabSz="519488" rtl="0" eaLnBrk="1" fontAlgn="auto" latinLnBrk="0" hangingPunct="1">
              <a:lnSpc>
                <a:spcPct val="100000"/>
              </a:lnSpc>
              <a:spcBef>
                <a:spcPts val="0"/>
              </a:spcBef>
              <a:spcAft>
                <a:spcPts val="0"/>
              </a:spcAft>
              <a:buClrTx/>
              <a:buSzTx/>
              <a:buFontTx/>
              <a:buNone/>
              <a:tabLst/>
              <a:defRPr/>
            </a:pPr>
            <a:r>
              <a:rPr kumimoji="0" lang="nb-NO" sz="3600" b="1" i="0" u="none" strike="noStrike" kern="1200" cap="none" spc="0" normalizeH="0" baseline="0" noProof="0">
                <a:ln>
                  <a:noFill/>
                </a:ln>
                <a:solidFill>
                  <a:prstClr val="white"/>
                </a:solidFill>
                <a:effectLst/>
                <a:uLnTx/>
                <a:uFillTx/>
                <a:latin typeface="+mj-lt"/>
                <a:ea typeface="+mn-ea"/>
                <a:cs typeface="+mn-cs"/>
              </a:rPr>
              <a:t>Søk på våre ledige stillinger</a:t>
            </a:r>
          </a:p>
        </p:txBody>
      </p:sp>
      <p:sp>
        <p:nvSpPr>
          <p:cNvPr id="4" name="Title 8">
            <a:extLst>
              <a:ext uri="{FF2B5EF4-FFF2-40B4-BE49-F238E27FC236}">
                <a16:creationId xmlns:a16="http://schemas.microsoft.com/office/drawing/2014/main" id="{DA9BD41E-3994-5F46-ABB1-57D3EFD3309E}"/>
              </a:ext>
            </a:extLst>
          </p:cNvPr>
          <p:cNvSpPr txBox="1">
            <a:spLocks/>
          </p:cNvSpPr>
          <p:nvPr/>
        </p:nvSpPr>
        <p:spPr>
          <a:xfrm>
            <a:off x="306458" y="937725"/>
            <a:ext cx="4910137" cy="307777"/>
          </a:xfrm>
          <a:prstGeom prst="rect">
            <a:avLst/>
          </a:prstGeom>
        </p:spPr>
        <p:txBody>
          <a:bodyPr/>
          <a:lstStyle>
            <a:lvl1pPr marL="0" indent="0" algn="l" defTabSz="457189" rtl="0" eaLnBrk="1" latinLnBrk="0" hangingPunct="1">
              <a:spcBef>
                <a:spcPct val="0"/>
              </a:spcBef>
              <a:spcAft>
                <a:spcPts val="0"/>
              </a:spcAft>
              <a:buFont typeface="Arial" pitchFamily="34" charset="0"/>
              <a:buNone/>
              <a:defRPr lang="fr-FR" sz="2400" b="1" kern="1200" baseline="0" smtClean="0">
                <a:solidFill>
                  <a:schemeClr val="accent1"/>
                </a:solidFill>
                <a:latin typeface="+mj-lt"/>
                <a:ea typeface="+mn-ea"/>
                <a:cs typeface="+mn-cs"/>
              </a:defRPr>
            </a:lvl1pPr>
          </a:lstStyle>
          <a:p>
            <a:pPr marL="0" marR="0" lvl="0" indent="0" algn="l" defTabSz="457189" rtl="0" eaLnBrk="1" fontAlgn="auto" latinLnBrk="0" hangingPunct="1">
              <a:lnSpc>
                <a:spcPct val="100000"/>
              </a:lnSpc>
              <a:spcBef>
                <a:spcPct val="0"/>
              </a:spcBef>
              <a:spcAft>
                <a:spcPts val="0"/>
              </a:spcAft>
              <a:buClrTx/>
              <a:buSzTx/>
              <a:buFont typeface="Arial" pitchFamily="34" charset="0"/>
              <a:buNone/>
              <a:tabLst/>
              <a:defRPr/>
            </a:pPr>
            <a:endParaRPr kumimoji="0" lang="nb-NO" sz="1800" b="0" i="0" u="none" strike="noStrike" kern="1200" cap="none" spc="0" normalizeH="0" baseline="0" noProof="0">
              <a:ln>
                <a:noFill/>
              </a:ln>
              <a:solidFill>
                <a:schemeClr val="bg2"/>
              </a:solidFill>
              <a:effectLst/>
              <a:uLnTx/>
              <a:uFillTx/>
              <a:ea typeface="+mn-ea"/>
              <a:cs typeface="+mn-cs"/>
            </a:endParaRPr>
          </a:p>
        </p:txBody>
      </p:sp>
      <p:sp>
        <p:nvSpPr>
          <p:cNvPr id="10" name="Bearing B symbol">
            <a:extLst>
              <a:ext uri="{FF2B5EF4-FFF2-40B4-BE49-F238E27FC236}">
                <a16:creationId xmlns:a16="http://schemas.microsoft.com/office/drawing/2014/main" id="{934986A3-5919-0ACB-F83F-5210078CB402}"/>
              </a:ext>
            </a:extLst>
          </p:cNvPr>
          <p:cNvSpPr>
            <a:spLocks noChangeAspect="1"/>
          </p:cNvSpPr>
          <p:nvPr>
            <p:custDataLst>
              <p:tags r:id="rId1"/>
            </p:custDataLst>
          </p:nvPr>
        </p:nvSpPr>
        <p:spPr>
          <a:xfrm>
            <a:off x="11538515" y="358775"/>
            <a:ext cx="269833" cy="244800"/>
          </a:xfrm>
          <a:custGeom>
            <a:avLst/>
            <a:gdLst>
              <a:gd name="connsiteX0" fmla="*/ 6435355 w 7561191"/>
              <a:gd name="connsiteY0" fmla="*/ 15 h 6859726"/>
              <a:gd name="connsiteX1" fmla="*/ 5309518 w 7561191"/>
              <a:gd name="connsiteY1" fmla="*/ 1125856 h 6859726"/>
              <a:gd name="connsiteX2" fmla="*/ 6435355 w 7561191"/>
              <a:gd name="connsiteY2" fmla="*/ 2251689 h 6859726"/>
              <a:gd name="connsiteX3" fmla="*/ 7561191 w 7561191"/>
              <a:gd name="connsiteY3" fmla="*/ 1125856 h 6859726"/>
              <a:gd name="connsiteX4" fmla="*/ 6435355 w 7561191"/>
              <a:gd name="connsiteY4" fmla="*/ 15 h 6859726"/>
              <a:gd name="connsiteX5" fmla="*/ 6435355 w 7561191"/>
              <a:gd name="connsiteY5" fmla="*/ 1666056 h 6859726"/>
              <a:gd name="connsiteX6" fmla="*/ 5895151 w 7561191"/>
              <a:gd name="connsiteY6" fmla="*/ 1125856 h 6859726"/>
              <a:gd name="connsiteX7" fmla="*/ 6435355 w 7561191"/>
              <a:gd name="connsiteY7" fmla="*/ 585656 h 6859726"/>
              <a:gd name="connsiteX8" fmla="*/ 6975540 w 7561191"/>
              <a:gd name="connsiteY8" fmla="*/ 1125856 h 6859726"/>
              <a:gd name="connsiteX9" fmla="*/ 6435355 w 7561191"/>
              <a:gd name="connsiteY9" fmla="*/ 1666056 h 6859726"/>
              <a:gd name="connsiteX10" fmla="*/ 4233431 w 7561191"/>
              <a:gd name="connsiteY10" fmla="*/ 3214272 h 6859726"/>
              <a:gd name="connsiteX11" fmla="*/ 4860606 w 7561191"/>
              <a:gd name="connsiteY11" fmla="*/ 1861926 h 6859726"/>
              <a:gd name="connsiteX12" fmla="*/ 2675294 w 7561191"/>
              <a:gd name="connsiteY12" fmla="*/ 0 h 6859726"/>
              <a:gd name="connsiteX13" fmla="*/ 0 w 7561191"/>
              <a:gd name="connsiteY13" fmla="*/ 0 h 6859726"/>
              <a:gd name="connsiteX14" fmla="*/ 0 w 7561191"/>
              <a:gd name="connsiteY14" fmla="*/ 6859727 h 6859726"/>
              <a:gd name="connsiteX15" fmla="*/ 2743891 w 7561191"/>
              <a:gd name="connsiteY15" fmla="*/ 6859727 h 6859726"/>
              <a:gd name="connsiteX16" fmla="*/ 5105598 w 7561191"/>
              <a:gd name="connsiteY16" fmla="*/ 4841007 h 6859726"/>
              <a:gd name="connsiteX17" fmla="*/ 4233431 w 7561191"/>
              <a:gd name="connsiteY17" fmla="*/ 3214272 h 6859726"/>
              <a:gd name="connsiteX18" fmla="*/ 1234751 w 7561191"/>
              <a:gd name="connsiteY18" fmla="*/ 1097556 h 6859726"/>
              <a:gd name="connsiteX19" fmla="*/ 2704692 w 7561191"/>
              <a:gd name="connsiteY19" fmla="*/ 1097556 h 6859726"/>
              <a:gd name="connsiteX20" fmla="*/ 3625856 w 7561191"/>
              <a:gd name="connsiteY20" fmla="*/ 1930523 h 6859726"/>
              <a:gd name="connsiteX21" fmla="*/ 2714492 w 7561191"/>
              <a:gd name="connsiteY21" fmla="*/ 2763491 h 6859726"/>
              <a:gd name="connsiteX22" fmla="*/ 1234751 w 7561191"/>
              <a:gd name="connsiteY22" fmla="*/ 2763491 h 6859726"/>
              <a:gd name="connsiteX23" fmla="*/ 1234751 w 7561191"/>
              <a:gd name="connsiteY23" fmla="*/ 1097556 h 6859726"/>
              <a:gd name="connsiteX24" fmla="*/ 2773289 w 7561191"/>
              <a:gd name="connsiteY24" fmla="*/ 5762171 h 6859726"/>
              <a:gd name="connsiteX25" fmla="*/ 1234751 w 7561191"/>
              <a:gd name="connsiteY25" fmla="*/ 5762171 h 6859726"/>
              <a:gd name="connsiteX26" fmla="*/ 1234751 w 7561191"/>
              <a:gd name="connsiteY26" fmla="*/ 3861046 h 6859726"/>
              <a:gd name="connsiteX27" fmla="*/ 2773289 w 7561191"/>
              <a:gd name="connsiteY27" fmla="*/ 3861046 h 6859726"/>
              <a:gd name="connsiteX28" fmla="*/ 3851247 w 7561191"/>
              <a:gd name="connsiteY28" fmla="*/ 4811609 h 6859726"/>
              <a:gd name="connsiteX29" fmla="*/ 2773289 w 7561191"/>
              <a:gd name="connsiteY29" fmla="*/ 5762171 h 6859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7561191" h="6859726">
                <a:moveTo>
                  <a:pt x="6435355" y="15"/>
                </a:moveTo>
                <a:cubicBezTo>
                  <a:pt x="5813667" y="15"/>
                  <a:pt x="5309518" y="504176"/>
                  <a:pt x="5309518" y="1125856"/>
                </a:cubicBezTo>
                <a:cubicBezTo>
                  <a:pt x="5309518" y="1747536"/>
                  <a:pt x="5813667" y="2251689"/>
                  <a:pt x="6435355" y="2251689"/>
                </a:cubicBezTo>
                <a:cubicBezTo>
                  <a:pt x="7057024" y="2251689"/>
                  <a:pt x="7561191" y="1747536"/>
                  <a:pt x="7561191" y="1125856"/>
                </a:cubicBezTo>
                <a:cubicBezTo>
                  <a:pt x="7561191" y="504176"/>
                  <a:pt x="7057408" y="15"/>
                  <a:pt x="6435355" y="15"/>
                </a:cubicBezTo>
                <a:close/>
                <a:moveTo>
                  <a:pt x="6435355" y="1666056"/>
                </a:moveTo>
                <a:cubicBezTo>
                  <a:pt x="6136850" y="1666056"/>
                  <a:pt x="5895151" y="1423964"/>
                  <a:pt x="5895151" y="1125856"/>
                </a:cubicBezTo>
                <a:cubicBezTo>
                  <a:pt x="5895151" y="827747"/>
                  <a:pt x="6137235" y="585656"/>
                  <a:pt x="6435355" y="585656"/>
                </a:cubicBezTo>
                <a:cubicBezTo>
                  <a:pt x="6733456" y="585656"/>
                  <a:pt x="6975540" y="827747"/>
                  <a:pt x="6975540" y="1125856"/>
                </a:cubicBezTo>
                <a:cubicBezTo>
                  <a:pt x="6975540" y="1423964"/>
                  <a:pt x="6733456" y="1666056"/>
                  <a:pt x="6435355" y="1666056"/>
                </a:cubicBezTo>
                <a:close/>
                <a:moveTo>
                  <a:pt x="4233431" y="3214272"/>
                </a:moveTo>
                <a:cubicBezTo>
                  <a:pt x="4664614" y="2890885"/>
                  <a:pt x="4860606" y="2400905"/>
                  <a:pt x="4860606" y="1861926"/>
                </a:cubicBezTo>
                <a:cubicBezTo>
                  <a:pt x="4860606" y="783969"/>
                  <a:pt x="4135435" y="0"/>
                  <a:pt x="2675294" y="0"/>
                </a:cubicBezTo>
                <a:lnTo>
                  <a:pt x="0" y="0"/>
                </a:lnTo>
                <a:lnTo>
                  <a:pt x="0" y="6859727"/>
                </a:lnTo>
                <a:lnTo>
                  <a:pt x="2743891" y="6859727"/>
                </a:lnTo>
                <a:cubicBezTo>
                  <a:pt x="4311829" y="6859727"/>
                  <a:pt x="5105598" y="6046359"/>
                  <a:pt x="5105598" y="4841007"/>
                </a:cubicBezTo>
                <a:cubicBezTo>
                  <a:pt x="5105598" y="4155035"/>
                  <a:pt x="4811609" y="3537659"/>
                  <a:pt x="4233431" y="3214272"/>
                </a:cubicBezTo>
                <a:close/>
                <a:moveTo>
                  <a:pt x="1234751" y="1097556"/>
                </a:moveTo>
                <a:lnTo>
                  <a:pt x="2704692" y="1097556"/>
                </a:lnTo>
                <a:cubicBezTo>
                  <a:pt x="3322068" y="1097556"/>
                  <a:pt x="3625856" y="1420944"/>
                  <a:pt x="3625856" y="1930523"/>
                </a:cubicBezTo>
                <a:cubicBezTo>
                  <a:pt x="3625856" y="2440104"/>
                  <a:pt x="3312267" y="2763491"/>
                  <a:pt x="2714492" y="2763491"/>
                </a:cubicBezTo>
                <a:lnTo>
                  <a:pt x="1234751" y="2763491"/>
                </a:lnTo>
                <a:lnTo>
                  <a:pt x="1234751" y="1097556"/>
                </a:lnTo>
                <a:close/>
                <a:moveTo>
                  <a:pt x="2773289" y="5762171"/>
                </a:moveTo>
                <a:lnTo>
                  <a:pt x="1234751" y="5762171"/>
                </a:lnTo>
                <a:lnTo>
                  <a:pt x="1234751" y="3861046"/>
                </a:lnTo>
                <a:lnTo>
                  <a:pt x="2773289" y="3861046"/>
                </a:lnTo>
                <a:cubicBezTo>
                  <a:pt x="3469063" y="3861046"/>
                  <a:pt x="3851247" y="4213833"/>
                  <a:pt x="3851247" y="4811609"/>
                </a:cubicBezTo>
                <a:cubicBezTo>
                  <a:pt x="3851247" y="5409385"/>
                  <a:pt x="3488661" y="5762171"/>
                  <a:pt x="2773289" y="5762171"/>
                </a:cubicBezTo>
                <a:close/>
              </a:path>
            </a:pathLst>
          </a:custGeom>
          <a:solidFill>
            <a:schemeClr val="bg1"/>
          </a:solidFill>
          <a:ln w="7553" cap="flat">
            <a:noFill/>
            <a:prstDash val="solid"/>
            <a:miter/>
          </a:ln>
        </p:spPr>
        <p:txBody>
          <a:bodyPr rtlCol="0" anchor="ctr"/>
          <a:lstStyle/>
          <a:p>
            <a:endParaRPr lang="en-US"/>
          </a:p>
        </p:txBody>
      </p:sp>
      <p:sp>
        <p:nvSpPr>
          <p:cNvPr id="12" name="Title 8">
            <a:extLst>
              <a:ext uri="{FF2B5EF4-FFF2-40B4-BE49-F238E27FC236}">
                <a16:creationId xmlns:a16="http://schemas.microsoft.com/office/drawing/2014/main" id="{59BE807C-CD70-7DAD-A718-1F24692BFB98}"/>
              </a:ext>
            </a:extLst>
          </p:cNvPr>
          <p:cNvSpPr txBox="1">
            <a:spLocks/>
          </p:cNvSpPr>
          <p:nvPr/>
        </p:nvSpPr>
        <p:spPr>
          <a:xfrm>
            <a:off x="293758" y="937725"/>
            <a:ext cx="4910137" cy="307777"/>
          </a:xfrm>
          <a:prstGeom prst="rect">
            <a:avLst/>
          </a:prstGeom>
        </p:spPr>
        <p:txBody>
          <a:bodyPr/>
          <a:lstStyle>
            <a:lvl1pPr marL="0" indent="0" algn="l" defTabSz="457189" rtl="0" eaLnBrk="1" latinLnBrk="0" hangingPunct="1">
              <a:spcBef>
                <a:spcPct val="0"/>
              </a:spcBef>
              <a:spcAft>
                <a:spcPts val="0"/>
              </a:spcAft>
              <a:buFont typeface="Arial" pitchFamily="34" charset="0"/>
              <a:buNone/>
              <a:defRPr lang="fr-FR" sz="2400" b="1" kern="1200" baseline="0" smtClean="0">
                <a:solidFill>
                  <a:schemeClr val="accent1"/>
                </a:solidFill>
                <a:latin typeface="+mj-lt"/>
                <a:ea typeface="+mn-ea"/>
                <a:cs typeface="+mn-cs"/>
              </a:defRPr>
            </a:lvl1pPr>
          </a:lstStyle>
          <a:p>
            <a:pPr marL="0" marR="0" lvl="0" indent="0" algn="l" defTabSz="457189" rtl="0" eaLnBrk="1" fontAlgn="auto" latinLnBrk="0" hangingPunct="1">
              <a:lnSpc>
                <a:spcPct val="100000"/>
              </a:lnSpc>
              <a:spcBef>
                <a:spcPct val="0"/>
              </a:spcBef>
              <a:spcAft>
                <a:spcPts val="0"/>
              </a:spcAft>
              <a:buClrTx/>
              <a:buSzTx/>
              <a:buFont typeface="Arial" pitchFamily="34" charset="0"/>
              <a:buNone/>
              <a:tabLst/>
              <a:defRPr/>
            </a:pPr>
            <a:r>
              <a:rPr kumimoji="0" lang="nb-NO" sz="1800" b="0" i="0" u="none" strike="noStrike" kern="1200" cap="none" spc="0" normalizeH="0" baseline="0" noProof="0">
                <a:ln>
                  <a:noFill/>
                </a:ln>
                <a:solidFill>
                  <a:schemeClr val="bg2"/>
                </a:solidFill>
                <a:effectLst/>
                <a:uLnTx/>
                <a:uFillTx/>
                <a:ea typeface="+mn-ea"/>
                <a:cs typeface="+mn-cs"/>
              </a:rPr>
              <a:t>Høres dette ut som noe for deg?</a:t>
            </a:r>
          </a:p>
        </p:txBody>
      </p:sp>
      <p:pic>
        <p:nvPicPr>
          <p:cNvPr id="9" name="Picture 8" descr="A qr code on a white background&#10;&#10;AI-generated content may be incorrect.">
            <a:extLst>
              <a:ext uri="{FF2B5EF4-FFF2-40B4-BE49-F238E27FC236}">
                <a16:creationId xmlns:a16="http://schemas.microsoft.com/office/drawing/2014/main" id="{322CC336-2E86-738E-4393-75B535E1DD4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04432" y="3543539"/>
            <a:ext cx="1335088" cy="1335088"/>
          </a:xfrm>
          <a:prstGeom prst="rect">
            <a:avLst/>
          </a:prstGeom>
        </p:spPr>
      </p:pic>
      <p:cxnSp>
        <p:nvCxnSpPr>
          <p:cNvPr id="2" name="Straight Connector 1">
            <a:extLst>
              <a:ext uri="{FF2B5EF4-FFF2-40B4-BE49-F238E27FC236}">
                <a16:creationId xmlns:a16="http://schemas.microsoft.com/office/drawing/2014/main" id="{A84F405B-3516-7B8C-234E-23B748F620BB}"/>
              </a:ext>
            </a:extLst>
          </p:cNvPr>
          <p:cNvCxnSpPr/>
          <p:nvPr/>
        </p:nvCxnSpPr>
        <p:spPr>
          <a:xfrm>
            <a:off x="404432" y="2986406"/>
            <a:ext cx="1188000" cy="1"/>
          </a:xfrm>
          <a:prstGeom prst="line">
            <a:avLst/>
          </a:prstGeom>
          <a:ln>
            <a:solidFill>
              <a:srgbClr val="FF3D47"/>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D5E729E1-66F1-60B0-6EFC-F2A4C34F9238}"/>
              </a:ext>
            </a:extLst>
          </p:cNvPr>
          <p:cNvSpPr txBox="1"/>
          <p:nvPr>
            <p:custDataLst>
              <p:tags r:id="rId2"/>
            </p:custDataLst>
          </p:nvPr>
        </p:nvSpPr>
        <p:spPr>
          <a:xfrm>
            <a:off x="287583" y="5019967"/>
            <a:ext cx="1895865" cy="276999"/>
          </a:xfrm>
          <a:prstGeom prst="rect">
            <a:avLst/>
          </a:prstGeom>
          <a:noFill/>
        </p:spPr>
        <p:txBody>
          <a:bodyPr wrap="square" rtlCol="0">
            <a:spAutoFit/>
          </a:bodyPr>
          <a:lstStyle/>
          <a:p>
            <a:r>
              <a:rPr lang="en-US" sz="1200" err="1">
                <a:solidFill>
                  <a:schemeClr val="bg1"/>
                </a:solidFill>
              </a:rPr>
              <a:t>Søk</a:t>
            </a:r>
            <a:r>
              <a:rPr lang="en-US" sz="1200">
                <a:solidFill>
                  <a:schemeClr val="bg1"/>
                </a:solidFill>
              </a:rPr>
              <a:t> stilling</a:t>
            </a:r>
            <a:endParaRPr lang="nb-NO" sz="1200">
              <a:solidFill>
                <a:schemeClr val="bg1"/>
              </a:solidFill>
            </a:endParaRPr>
          </a:p>
        </p:txBody>
      </p:sp>
    </p:spTree>
    <p:extLst>
      <p:ext uri="{BB962C8B-B14F-4D97-AF65-F5344CB8AC3E}">
        <p14:creationId xmlns:p14="http://schemas.microsoft.com/office/powerpoint/2010/main" val="27468281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CF18A7-1C70-22AC-3407-828C8FE10DC7}"/>
            </a:ext>
          </a:extLst>
        </p:cNvPr>
        <p:cNvGrpSpPr/>
        <p:nvPr/>
      </p:nvGrpSpPr>
      <p:grpSpPr>
        <a:xfrm>
          <a:off x="0" y="0"/>
          <a:ext cx="1" cy="1"/>
          <a:chOff x="0" y="0"/>
          <a:chExt cx="1" cy="1"/>
        </a:xfrm>
      </p:grpSpPr>
      <p:sp>
        <p:nvSpPr>
          <p:cNvPr id="2" name="Title 1">
            <a:extLst>
              <a:ext uri="{FF2B5EF4-FFF2-40B4-BE49-F238E27FC236}">
                <a16:creationId xmlns:a16="http://schemas.microsoft.com/office/drawing/2014/main" id="{E7722F88-656D-88C7-9F7D-4988DE3BA633}"/>
              </a:ext>
            </a:extLst>
          </p:cNvPr>
          <p:cNvSpPr>
            <a:spLocks noGrp="1"/>
          </p:cNvSpPr>
          <p:nvPr>
            <p:ph type="title"/>
            <p:custDataLst>
              <p:tags r:id="rId1"/>
            </p:custDataLst>
          </p:nvPr>
        </p:nvSpPr>
        <p:spPr>
          <a:xfrm>
            <a:off x="7158039" y="3615162"/>
            <a:ext cx="3679824" cy="1921740"/>
          </a:xfrm>
        </p:spPr>
        <p:txBody>
          <a:bodyPr/>
          <a:lstStyle/>
          <a:p>
            <a:r>
              <a:rPr lang="en-US"/>
              <a:t>Intro </a:t>
            </a:r>
            <a:r>
              <a:rPr lang="en-US" err="1"/>
              <a:t>til</a:t>
            </a:r>
            <a:r>
              <a:rPr lang="en-US"/>
              <a:t> case</a:t>
            </a:r>
            <a:endParaRPr lang="en-US" noProof="0"/>
          </a:p>
        </p:txBody>
      </p:sp>
      <p:sp>
        <p:nvSpPr>
          <p:cNvPr id="3" name="Text Placeholder 2">
            <a:extLst>
              <a:ext uri="{FF2B5EF4-FFF2-40B4-BE49-F238E27FC236}">
                <a16:creationId xmlns:a16="http://schemas.microsoft.com/office/drawing/2014/main" id="{14E32DA1-D0C6-D590-9B84-FCECBB95B09D}"/>
              </a:ext>
            </a:extLst>
          </p:cNvPr>
          <p:cNvSpPr>
            <a:spLocks noGrp="1"/>
          </p:cNvSpPr>
          <p:nvPr>
            <p:ph type="body" sz="quarter" idx="13"/>
            <p:custDataLst>
              <p:tags r:id="rId2"/>
            </p:custDataLst>
          </p:nvPr>
        </p:nvSpPr>
        <p:spPr>
          <a:xfrm>
            <a:off x="385200" y="3590899"/>
            <a:ext cx="3679825" cy="2449513"/>
          </a:xfrm>
        </p:spPr>
        <p:txBody>
          <a:bodyPr/>
          <a:lstStyle/>
          <a:p>
            <a:r>
              <a:rPr lang="en-US" noProof="0"/>
              <a:t>02</a:t>
            </a:r>
          </a:p>
        </p:txBody>
      </p:sp>
    </p:spTree>
    <p:extLst>
      <p:ext uri="{BB962C8B-B14F-4D97-AF65-F5344CB8AC3E}">
        <p14:creationId xmlns:p14="http://schemas.microsoft.com/office/powerpoint/2010/main" val="32770983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ktangel 28">
            <a:extLst>
              <a:ext uri="{FF2B5EF4-FFF2-40B4-BE49-F238E27FC236}">
                <a16:creationId xmlns:a16="http://schemas.microsoft.com/office/drawing/2014/main" id="{45118863-615E-4144-9598-20F00F4C1099}"/>
              </a:ext>
            </a:extLst>
          </p:cNvPr>
          <p:cNvSpPr>
            <a:spLocks noGrp="1"/>
          </p:cNvSpPr>
          <p:nvPr/>
        </p:nvSpPr>
        <p:spPr>
          <a:xfrm>
            <a:off x="400050" y="228600"/>
            <a:ext cx="3143250" cy="209550"/>
          </a:xfrm>
          <a:prstGeom prst="rect">
            <a:avLst/>
          </a:prstGeom>
          <a:noFill/>
          <a:ln w="0">
            <a:noFill/>
          </a:ln>
        </p:spPr>
        <p:txBody>
          <a:bodyPr anchor="t">
            <a:noAutofit/>
          </a:bodyPr>
          <a:lstStyle/>
          <a:p>
            <a:pPr algn="l">
              <a:lnSpc>
                <a:spcPct val="100000"/>
              </a:lnSpc>
              <a:buNone/>
              <a:defRPr sz="975" b="1">
                <a:solidFill>
                  <a:srgbClr val="E55158"/>
                </a:solidFill>
                <a:latin typeface="Aptos"/>
                <a:ea typeface="Aptos"/>
                <a:cs typeface="Aptos"/>
              </a:defRPr>
            </a:pPr>
            <a:r>
              <a:rPr sz="975" b="1">
                <a:solidFill>
                  <a:srgbClr val="E55158"/>
                </a:solidFill>
                <a:latin typeface="Aptos"/>
                <a:ea typeface="Aptos"/>
                <a:cs typeface="Aptos"/>
              </a:rPr>
              <a:t>INTRODUKSJON TIL CASE</a:t>
            </a:r>
          </a:p>
        </p:txBody>
      </p:sp>
      <p:sp>
        <p:nvSpPr>
          <p:cNvPr id="2" name="Rektangel 1">
            <a:extLst>
              <a:ext uri="{FF2B5EF4-FFF2-40B4-BE49-F238E27FC236}">
                <a16:creationId xmlns:a16="http://schemas.microsoft.com/office/drawing/2014/main" id="{3E2A0CB0-1B08-46A5-B1F3-0B65980A1267}"/>
              </a:ext>
            </a:extLst>
          </p:cNvPr>
          <p:cNvSpPr>
            <a:spLocks noGrp="1"/>
          </p:cNvSpPr>
          <p:nvPr/>
        </p:nvSpPr>
        <p:spPr>
          <a:xfrm>
            <a:off x="400050" y="476250"/>
            <a:ext cx="10668000" cy="685800"/>
          </a:xfrm>
          <a:prstGeom prst="rect">
            <a:avLst/>
          </a:prstGeom>
          <a:noFill/>
          <a:ln w="0">
            <a:noFill/>
          </a:ln>
        </p:spPr>
        <p:txBody>
          <a:bodyPr anchor="t">
            <a:noAutofit/>
          </a:bodyPr>
          <a:lstStyle/>
          <a:p>
            <a:pPr algn="l">
              <a:lnSpc>
                <a:spcPct val="100000"/>
              </a:lnSpc>
              <a:buNone/>
              <a:defRPr sz="2775" b="1">
                <a:solidFill>
                  <a:srgbClr val="000000"/>
                </a:solidFill>
                <a:latin typeface="Aptos Display"/>
                <a:ea typeface="Aptos Display"/>
                <a:cs typeface="Aptos Display"/>
              </a:defRPr>
            </a:pPr>
            <a:r>
              <a:rPr sz="2775" b="1">
                <a:solidFill>
                  <a:srgbClr val="000000"/>
                </a:solidFill>
                <a:latin typeface="Aptos Display"/>
                <a:ea typeface="Aptos Display"/>
                <a:cs typeface="Aptos Display"/>
              </a:rPr>
              <a:t>Et </a:t>
            </a:r>
            <a:r>
              <a:rPr sz="2775" b="1" err="1">
                <a:solidFill>
                  <a:srgbClr val="000000"/>
                </a:solidFill>
                <a:latin typeface="Aptos Display"/>
                <a:ea typeface="Aptos Display"/>
                <a:cs typeface="Aptos Display"/>
              </a:rPr>
              <a:t>fiskemottak</a:t>
            </a:r>
            <a:r>
              <a:rPr sz="2775" b="1">
                <a:solidFill>
                  <a:srgbClr val="000000"/>
                </a:solidFill>
                <a:latin typeface="Aptos Display"/>
                <a:ea typeface="Aptos Display"/>
                <a:cs typeface="Aptos Display"/>
              </a:rPr>
              <a:t> </a:t>
            </a:r>
            <a:r>
              <a:rPr sz="2775" b="1" err="1">
                <a:solidFill>
                  <a:srgbClr val="000000"/>
                </a:solidFill>
                <a:latin typeface="Aptos Display"/>
                <a:ea typeface="Aptos Display"/>
                <a:cs typeface="Aptos Display"/>
              </a:rPr>
              <a:t>vil</a:t>
            </a:r>
            <a:r>
              <a:rPr sz="2775" b="1">
                <a:solidFill>
                  <a:srgbClr val="000000"/>
                </a:solidFill>
                <a:latin typeface="Aptos Display"/>
                <a:ea typeface="Aptos Display"/>
                <a:cs typeface="Aptos Display"/>
              </a:rPr>
              <a:t> </a:t>
            </a:r>
            <a:r>
              <a:rPr sz="2775" b="1" err="1">
                <a:solidFill>
                  <a:srgbClr val="000000"/>
                </a:solidFill>
                <a:latin typeface="Aptos Display"/>
                <a:ea typeface="Aptos Display"/>
                <a:cs typeface="Aptos Display"/>
              </a:rPr>
              <a:t>vite</a:t>
            </a:r>
            <a:r>
              <a:rPr sz="2775" b="1">
                <a:solidFill>
                  <a:srgbClr val="000000"/>
                </a:solidFill>
                <a:latin typeface="Aptos Display"/>
                <a:ea typeface="Aptos Display"/>
                <a:cs typeface="Aptos Display"/>
              </a:rPr>
              <a:t> </a:t>
            </a:r>
            <a:r>
              <a:rPr lang="nb-NO" sz="2775" b="1">
                <a:solidFill>
                  <a:srgbClr val="000000"/>
                </a:solidFill>
                <a:latin typeface="Aptos Display"/>
                <a:ea typeface="Aptos Display"/>
                <a:cs typeface="Aptos Display"/>
              </a:rPr>
              <a:t>hvor mye fisk</a:t>
            </a:r>
            <a:r>
              <a:rPr sz="2775" b="1">
                <a:solidFill>
                  <a:srgbClr val="000000"/>
                </a:solidFill>
                <a:latin typeface="Aptos Display"/>
                <a:ea typeface="Aptos Display"/>
                <a:cs typeface="Aptos Display"/>
              </a:rPr>
              <a:t> </a:t>
            </a:r>
            <a:r>
              <a:rPr sz="2775" b="1" err="1">
                <a:solidFill>
                  <a:srgbClr val="000000"/>
                </a:solidFill>
                <a:latin typeface="Aptos Display"/>
                <a:ea typeface="Aptos Display"/>
                <a:cs typeface="Aptos Display"/>
              </a:rPr>
              <a:t>som</a:t>
            </a:r>
            <a:r>
              <a:rPr sz="2775" b="1">
                <a:solidFill>
                  <a:srgbClr val="000000"/>
                </a:solidFill>
                <a:latin typeface="Aptos Display"/>
                <a:ea typeface="Aptos Display"/>
                <a:cs typeface="Aptos Display"/>
              </a:rPr>
              <a:t> </a:t>
            </a:r>
            <a:r>
              <a:rPr sz="2775" b="1" err="1">
                <a:solidFill>
                  <a:srgbClr val="000000"/>
                </a:solidFill>
                <a:latin typeface="Aptos Display"/>
                <a:ea typeface="Aptos Display"/>
                <a:cs typeface="Aptos Display"/>
              </a:rPr>
              <a:t>landes</a:t>
            </a:r>
            <a:r>
              <a:rPr sz="2775" b="1">
                <a:solidFill>
                  <a:srgbClr val="000000"/>
                </a:solidFill>
                <a:latin typeface="Aptos Display"/>
                <a:ea typeface="Aptos Display"/>
                <a:cs typeface="Aptos Display"/>
              </a:rPr>
              <a:t> </a:t>
            </a:r>
            <a:r>
              <a:rPr sz="2775" b="1" err="1">
                <a:solidFill>
                  <a:srgbClr val="000000"/>
                </a:solidFill>
                <a:latin typeface="Aptos Display"/>
                <a:ea typeface="Aptos Display"/>
                <a:cs typeface="Aptos Display"/>
              </a:rPr>
              <a:t>neste</a:t>
            </a:r>
            <a:r>
              <a:rPr sz="2775" b="1">
                <a:solidFill>
                  <a:srgbClr val="000000"/>
                </a:solidFill>
                <a:latin typeface="Aptos Display"/>
                <a:ea typeface="Aptos Display"/>
                <a:cs typeface="Aptos Display"/>
              </a:rPr>
              <a:t> uke</a:t>
            </a:r>
          </a:p>
        </p:txBody>
      </p:sp>
      <p:sp>
        <p:nvSpPr>
          <p:cNvPr id="3" name="Rett linje 2">
            <a:extLst>
              <a:ext uri="{FF2B5EF4-FFF2-40B4-BE49-F238E27FC236}">
                <a16:creationId xmlns:a16="http://schemas.microsoft.com/office/drawing/2014/main" id="{BB908865-4CAB-4438-8734-597E52BBAF0C}"/>
              </a:ext>
            </a:extLst>
          </p:cNvPr>
          <p:cNvSpPr>
            <a:spLocks noGrp="1"/>
          </p:cNvSpPr>
          <p:nvPr/>
        </p:nvSpPr>
        <p:spPr>
          <a:xfrm>
            <a:off x="400050" y="1228725"/>
            <a:ext cx="1171575" cy="0"/>
          </a:xfrm>
          <a:prstGeom prst="line">
            <a:avLst/>
          </a:prstGeom>
          <a:noFill/>
          <a:ln w="19050">
            <a:solidFill>
              <a:srgbClr val="FF3D47"/>
            </a:solidFill>
          </a:ln>
        </p:spPr>
        <p:txBody>
          <a:bodyPr/>
          <a:lstStyle/>
          <a:p>
            <a:endParaRPr lang="nb-NO"/>
          </a:p>
        </p:txBody>
      </p:sp>
      <p:sp>
        <p:nvSpPr>
          <p:cNvPr id="4" name="Rektangel 3">
            <a:extLst>
              <a:ext uri="{FF2B5EF4-FFF2-40B4-BE49-F238E27FC236}">
                <a16:creationId xmlns:a16="http://schemas.microsoft.com/office/drawing/2014/main" id="{57997FEC-75B2-4E99-B40E-6576679A2AE2}"/>
              </a:ext>
            </a:extLst>
          </p:cNvPr>
          <p:cNvSpPr>
            <a:spLocks noGrp="1"/>
          </p:cNvSpPr>
          <p:nvPr/>
        </p:nvSpPr>
        <p:spPr>
          <a:xfrm>
            <a:off x="552450" y="1762125"/>
            <a:ext cx="4857750" cy="552450"/>
          </a:xfrm>
          <a:prstGeom prst="rect">
            <a:avLst/>
          </a:prstGeom>
          <a:noFill/>
          <a:ln w="0">
            <a:noFill/>
          </a:ln>
        </p:spPr>
        <p:txBody>
          <a:bodyPr anchor="t">
            <a:noAutofit/>
          </a:bodyPr>
          <a:lstStyle/>
          <a:p>
            <a:pPr algn="l">
              <a:lnSpc>
                <a:spcPct val="100000"/>
              </a:lnSpc>
              <a:buNone/>
              <a:defRPr sz="2025" b="1">
                <a:solidFill>
                  <a:srgbClr val="000000"/>
                </a:solidFill>
                <a:latin typeface="Aptos Display"/>
                <a:ea typeface="Aptos Display"/>
                <a:cs typeface="Aptos Display"/>
              </a:defRPr>
            </a:pPr>
            <a:r>
              <a:rPr sz="2025" b="1">
                <a:solidFill>
                  <a:srgbClr val="000000"/>
                </a:solidFill>
                <a:latin typeface="Aptos Display"/>
                <a:ea typeface="Aptos Display"/>
                <a:cs typeface="Aptos Display"/>
              </a:rPr>
              <a:t>Bedre </a:t>
            </a:r>
            <a:r>
              <a:rPr sz="2025" b="1" err="1">
                <a:solidFill>
                  <a:srgbClr val="000000"/>
                </a:solidFill>
                <a:latin typeface="Aptos Display"/>
                <a:ea typeface="Aptos Display"/>
                <a:cs typeface="Aptos Display"/>
              </a:rPr>
              <a:t>planlegging</a:t>
            </a:r>
            <a:r>
              <a:rPr sz="2025" b="1">
                <a:solidFill>
                  <a:srgbClr val="000000"/>
                </a:solidFill>
                <a:latin typeface="Aptos Display"/>
                <a:ea typeface="Aptos Display"/>
                <a:cs typeface="Aptos Display"/>
              </a:rPr>
              <a:t> </a:t>
            </a:r>
            <a:r>
              <a:rPr sz="2025" b="1" err="1">
                <a:solidFill>
                  <a:srgbClr val="000000"/>
                </a:solidFill>
                <a:latin typeface="Aptos Display"/>
                <a:ea typeface="Aptos Display"/>
                <a:cs typeface="Aptos Display"/>
              </a:rPr>
              <a:t>krever</a:t>
            </a:r>
            <a:r>
              <a:rPr sz="2025" b="1">
                <a:solidFill>
                  <a:srgbClr val="000000"/>
                </a:solidFill>
                <a:latin typeface="Aptos Display"/>
                <a:ea typeface="Aptos Display"/>
                <a:cs typeface="Aptos Display"/>
              </a:rPr>
              <a:t> </a:t>
            </a:r>
            <a:r>
              <a:rPr sz="2025" b="1" err="1">
                <a:solidFill>
                  <a:srgbClr val="000000"/>
                </a:solidFill>
                <a:latin typeface="Aptos Display"/>
                <a:ea typeface="Aptos Display"/>
                <a:cs typeface="Aptos Display"/>
              </a:rPr>
              <a:t>svar</a:t>
            </a:r>
            <a:r>
              <a:rPr sz="2025" b="1">
                <a:solidFill>
                  <a:srgbClr val="000000"/>
                </a:solidFill>
                <a:latin typeface="Aptos Display"/>
                <a:ea typeface="Aptos Display"/>
                <a:cs typeface="Aptos Display"/>
              </a:rPr>
              <a:t> </a:t>
            </a:r>
            <a:r>
              <a:rPr sz="2025" b="1" err="1">
                <a:solidFill>
                  <a:srgbClr val="000000"/>
                </a:solidFill>
                <a:latin typeface="Aptos Display"/>
                <a:ea typeface="Aptos Display"/>
                <a:cs typeface="Aptos Display"/>
              </a:rPr>
              <a:t>på</a:t>
            </a:r>
            <a:r>
              <a:rPr sz="2025" b="1">
                <a:solidFill>
                  <a:srgbClr val="000000"/>
                </a:solidFill>
                <a:latin typeface="Aptos Display"/>
                <a:ea typeface="Aptos Display"/>
                <a:cs typeface="Aptos Display"/>
              </a:rPr>
              <a:t> to </a:t>
            </a:r>
            <a:r>
              <a:rPr sz="2025" b="1" err="1">
                <a:solidFill>
                  <a:srgbClr val="000000"/>
                </a:solidFill>
                <a:latin typeface="Aptos Display"/>
                <a:ea typeface="Aptos Display"/>
                <a:cs typeface="Aptos Display"/>
              </a:rPr>
              <a:t>spørsmål</a:t>
            </a:r>
            <a:endParaRPr sz="2025" b="1">
              <a:solidFill>
                <a:srgbClr val="000000"/>
              </a:solidFill>
              <a:latin typeface="Aptos Display"/>
              <a:ea typeface="Aptos Display"/>
              <a:cs typeface="Aptos Display"/>
            </a:endParaRPr>
          </a:p>
        </p:txBody>
      </p:sp>
      <p:sp>
        <p:nvSpPr>
          <p:cNvPr id="5" name="Ellipse 4">
            <a:extLst>
              <a:ext uri="{FF2B5EF4-FFF2-40B4-BE49-F238E27FC236}">
                <a16:creationId xmlns:a16="http://schemas.microsoft.com/office/drawing/2014/main" id="{EFEF5970-1EB6-47A0-9C79-7EEAE577909E}"/>
              </a:ext>
            </a:extLst>
          </p:cNvPr>
          <p:cNvSpPr>
            <a:spLocks noGrp="1"/>
          </p:cNvSpPr>
          <p:nvPr/>
        </p:nvSpPr>
        <p:spPr>
          <a:xfrm>
            <a:off x="552450" y="2628900"/>
            <a:ext cx="514350" cy="514350"/>
          </a:xfrm>
          <a:prstGeom prst="ellipse">
            <a:avLst/>
          </a:prstGeom>
          <a:solidFill>
            <a:srgbClr val="FF3D47"/>
          </a:solidFill>
          <a:ln w="0">
            <a:noFill/>
          </a:ln>
        </p:spPr>
        <p:txBody>
          <a:bodyPr/>
          <a:lstStyle/>
          <a:p>
            <a:endParaRPr lang="nb-NO"/>
          </a:p>
        </p:txBody>
      </p:sp>
      <p:sp>
        <p:nvSpPr>
          <p:cNvPr id="6" name="Rektangel 5">
            <a:extLst>
              <a:ext uri="{FF2B5EF4-FFF2-40B4-BE49-F238E27FC236}">
                <a16:creationId xmlns:a16="http://schemas.microsoft.com/office/drawing/2014/main" id="{F50B4997-0DB7-4630-9D2B-5040D24CC308}"/>
              </a:ext>
            </a:extLst>
          </p:cNvPr>
          <p:cNvSpPr>
            <a:spLocks noGrp="1"/>
          </p:cNvSpPr>
          <p:nvPr/>
        </p:nvSpPr>
        <p:spPr>
          <a:xfrm>
            <a:off x="552450" y="2628900"/>
            <a:ext cx="514350" cy="514350"/>
          </a:xfrm>
          <a:prstGeom prst="rect">
            <a:avLst/>
          </a:prstGeom>
          <a:noFill/>
          <a:ln w="0">
            <a:noFill/>
          </a:ln>
        </p:spPr>
        <p:txBody>
          <a:bodyPr anchor="ctr">
            <a:noAutofit/>
          </a:bodyPr>
          <a:lstStyle/>
          <a:p>
            <a:pPr algn="ctr">
              <a:lnSpc>
                <a:spcPct val="100000"/>
              </a:lnSpc>
              <a:buNone/>
              <a:defRPr sz="1650" b="1">
                <a:solidFill>
                  <a:srgbClr val="FFFFFF"/>
                </a:solidFill>
                <a:latin typeface="Aptos"/>
                <a:ea typeface="Aptos"/>
                <a:cs typeface="Aptos"/>
              </a:defRPr>
            </a:pPr>
            <a:r>
              <a:rPr sz="1650" b="1">
                <a:solidFill>
                  <a:srgbClr val="FFFFFF"/>
                </a:solidFill>
                <a:latin typeface="Aptos"/>
                <a:ea typeface="Aptos"/>
                <a:cs typeface="Aptos"/>
              </a:rPr>
              <a:t>1</a:t>
            </a:r>
          </a:p>
        </p:txBody>
      </p:sp>
      <p:sp>
        <p:nvSpPr>
          <p:cNvPr id="7" name="Rektangel 6">
            <a:extLst>
              <a:ext uri="{FF2B5EF4-FFF2-40B4-BE49-F238E27FC236}">
                <a16:creationId xmlns:a16="http://schemas.microsoft.com/office/drawing/2014/main" id="{5E225524-E342-455C-8640-D173BB475C01}"/>
              </a:ext>
            </a:extLst>
          </p:cNvPr>
          <p:cNvSpPr>
            <a:spLocks noGrp="1"/>
          </p:cNvSpPr>
          <p:nvPr/>
        </p:nvSpPr>
        <p:spPr>
          <a:xfrm>
            <a:off x="1314450" y="2638425"/>
            <a:ext cx="4286250" cy="571500"/>
          </a:xfrm>
          <a:prstGeom prst="rect">
            <a:avLst/>
          </a:prstGeom>
          <a:noFill/>
          <a:ln w="0">
            <a:noFill/>
          </a:ln>
        </p:spPr>
        <p:txBody>
          <a:bodyPr anchor="ctr">
            <a:noAutofit/>
          </a:bodyPr>
          <a:lstStyle/>
          <a:p>
            <a:pPr algn="l">
              <a:lnSpc>
                <a:spcPct val="100000"/>
              </a:lnSpc>
              <a:buNone/>
              <a:defRPr sz="1650" b="1">
                <a:solidFill>
                  <a:srgbClr val="000000"/>
                </a:solidFill>
                <a:latin typeface="Aptos"/>
                <a:ea typeface="Aptos"/>
                <a:cs typeface="Aptos"/>
              </a:defRPr>
            </a:pPr>
            <a:r>
              <a:rPr sz="1650" b="1" err="1">
                <a:solidFill>
                  <a:srgbClr val="000000"/>
                </a:solidFill>
                <a:latin typeface="Aptos"/>
                <a:ea typeface="Aptos"/>
                <a:cs typeface="Aptos"/>
              </a:rPr>
              <a:t>Hvor</a:t>
            </a:r>
            <a:r>
              <a:rPr sz="1650" b="1">
                <a:solidFill>
                  <a:srgbClr val="000000"/>
                </a:solidFill>
                <a:latin typeface="Aptos"/>
                <a:ea typeface="Aptos"/>
                <a:cs typeface="Aptos"/>
              </a:rPr>
              <a:t> </a:t>
            </a:r>
            <a:r>
              <a:rPr sz="1650" b="1" err="1">
                <a:solidFill>
                  <a:srgbClr val="000000"/>
                </a:solidFill>
                <a:latin typeface="Aptos"/>
                <a:ea typeface="Aptos"/>
                <a:cs typeface="Aptos"/>
              </a:rPr>
              <a:t>mye</a:t>
            </a:r>
            <a:r>
              <a:rPr sz="1650" b="1">
                <a:solidFill>
                  <a:srgbClr val="000000"/>
                </a:solidFill>
                <a:latin typeface="Aptos"/>
                <a:ea typeface="Aptos"/>
                <a:cs typeface="Aptos"/>
              </a:rPr>
              <a:t> torsk, </a:t>
            </a:r>
            <a:r>
              <a:rPr sz="1650" b="1" err="1">
                <a:solidFill>
                  <a:srgbClr val="000000"/>
                </a:solidFill>
                <a:latin typeface="Aptos"/>
                <a:ea typeface="Aptos"/>
                <a:cs typeface="Aptos"/>
              </a:rPr>
              <a:t>hyse</a:t>
            </a:r>
            <a:r>
              <a:rPr sz="1650" b="1">
                <a:solidFill>
                  <a:srgbClr val="000000"/>
                </a:solidFill>
                <a:latin typeface="Aptos"/>
                <a:ea typeface="Aptos"/>
                <a:cs typeface="Aptos"/>
              </a:rPr>
              <a:t> </a:t>
            </a:r>
            <a:r>
              <a:rPr sz="1650" b="1" err="1">
                <a:solidFill>
                  <a:srgbClr val="000000"/>
                </a:solidFill>
                <a:latin typeface="Aptos"/>
                <a:ea typeface="Aptos"/>
                <a:cs typeface="Aptos"/>
              </a:rPr>
              <a:t>og</a:t>
            </a:r>
            <a:r>
              <a:rPr sz="1650" b="1">
                <a:solidFill>
                  <a:srgbClr val="000000"/>
                </a:solidFill>
                <a:latin typeface="Aptos"/>
                <a:ea typeface="Aptos"/>
                <a:cs typeface="Aptos"/>
              </a:rPr>
              <a:t> sei </a:t>
            </a:r>
            <a:r>
              <a:rPr sz="1650" b="1" err="1">
                <a:solidFill>
                  <a:srgbClr val="000000"/>
                </a:solidFill>
                <a:latin typeface="Aptos"/>
                <a:ea typeface="Aptos"/>
                <a:cs typeface="Aptos"/>
              </a:rPr>
              <a:t>forventer</a:t>
            </a:r>
            <a:r>
              <a:rPr sz="1650" b="1">
                <a:solidFill>
                  <a:srgbClr val="000000"/>
                </a:solidFill>
                <a:latin typeface="Aptos"/>
                <a:ea typeface="Aptos"/>
                <a:cs typeface="Aptos"/>
              </a:rPr>
              <a:t> vi?</a:t>
            </a:r>
          </a:p>
        </p:txBody>
      </p:sp>
      <p:sp>
        <p:nvSpPr>
          <p:cNvPr id="8" name="Rett linje 7">
            <a:extLst>
              <a:ext uri="{FF2B5EF4-FFF2-40B4-BE49-F238E27FC236}">
                <a16:creationId xmlns:a16="http://schemas.microsoft.com/office/drawing/2014/main" id="{78552EC9-B962-4E2A-A70A-17724C559A2E}"/>
              </a:ext>
            </a:extLst>
          </p:cNvPr>
          <p:cNvSpPr>
            <a:spLocks noGrp="1"/>
          </p:cNvSpPr>
          <p:nvPr/>
        </p:nvSpPr>
        <p:spPr>
          <a:xfrm>
            <a:off x="1314450" y="3371850"/>
            <a:ext cx="4019550" cy="0"/>
          </a:xfrm>
          <a:prstGeom prst="line">
            <a:avLst/>
          </a:prstGeom>
          <a:noFill/>
          <a:ln w="9525">
            <a:solidFill>
              <a:srgbClr val="CCC1BC"/>
            </a:solidFill>
          </a:ln>
        </p:spPr>
        <p:txBody>
          <a:bodyPr/>
          <a:lstStyle/>
          <a:p>
            <a:endParaRPr lang="nb-NO"/>
          </a:p>
        </p:txBody>
      </p:sp>
      <p:sp>
        <p:nvSpPr>
          <p:cNvPr id="9" name="Ellipse 8">
            <a:extLst>
              <a:ext uri="{FF2B5EF4-FFF2-40B4-BE49-F238E27FC236}">
                <a16:creationId xmlns:a16="http://schemas.microsoft.com/office/drawing/2014/main" id="{463083D1-2A92-4C89-B986-1A478CDC5ABE}"/>
              </a:ext>
            </a:extLst>
          </p:cNvPr>
          <p:cNvSpPr>
            <a:spLocks noGrp="1"/>
          </p:cNvSpPr>
          <p:nvPr/>
        </p:nvSpPr>
        <p:spPr>
          <a:xfrm>
            <a:off x="552450" y="3676650"/>
            <a:ext cx="514350" cy="514350"/>
          </a:xfrm>
          <a:prstGeom prst="ellipse">
            <a:avLst/>
          </a:prstGeom>
          <a:solidFill>
            <a:srgbClr val="E55158"/>
          </a:solidFill>
          <a:ln w="0">
            <a:noFill/>
          </a:ln>
        </p:spPr>
        <p:txBody>
          <a:bodyPr/>
          <a:lstStyle/>
          <a:p>
            <a:endParaRPr lang="nb-NO"/>
          </a:p>
        </p:txBody>
      </p:sp>
      <p:sp>
        <p:nvSpPr>
          <p:cNvPr id="10" name="Rektangel 9">
            <a:extLst>
              <a:ext uri="{FF2B5EF4-FFF2-40B4-BE49-F238E27FC236}">
                <a16:creationId xmlns:a16="http://schemas.microsoft.com/office/drawing/2014/main" id="{4369B700-2C1C-46F7-BC0D-76899929C6B3}"/>
              </a:ext>
            </a:extLst>
          </p:cNvPr>
          <p:cNvSpPr>
            <a:spLocks noGrp="1"/>
          </p:cNvSpPr>
          <p:nvPr/>
        </p:nvSpPr>
        <p:spPr>
          <a:xfrm>
            <a:off x="552450" y="3676650"/>
            <a:ext cx="514350" cy="514350"/>
          </a:xfrm>
          <a:prstGeom prst="rect">
            <a:avLst/>
          </a:prstGeom>
          <a:noFill/>
          <a:ln w="0">
            <a:noFill/>
          </a:ln>
        </p:spPr>
        <p:txBody>
          <a:bodyPr anchor="ctr">
            <a:noAutofit/>
          </a:bodyPr>
          <a:lstStyle/>
          <a:p>
            <a:pPr algn="ctr">
              <a:lnSpc>
                <a:spcPct val="100000"/>
              </a:lnSpc>
              <a:buNone/>
              <a:defRPr sz="1650" b="1">
                <a:solidFill>
                  <a:srgbClr val="FFFFFF"/>
                </a:solidFill>
                <a:latin typeface="Aptos"/>
                <a:ea typeface="Aptos"/>
                <a:cs typeface="Aptos"/>
              </a:defRPr>
            </a:pPr>
            <a:r>
              <a:rPr sz="1650" b="1">
                <a:solidFill>
                  <a:srgbClr val="FFFFFF"/>
                </a:solidFill>
                <a:latin typeface="Aptos"/>
                <a:ea typeface="Aptos"/>
                <a:cs typeface="Aptos"/>
              </a:rPr>
              <a:t>2</a:t>
            </a:r>
          </a:p>
        </p:txBody>
      </p:sp>
      <p:sp>
        <p:nvSpPr>
          <p:cNvPr id="11" name="Rektangel 10">
            <a:extLst>
              <a:ext uri="{FF2B5EF4-FFF2-40B4-BE49-F238E27FC236}">
                <a16:creationId xmlns:a16="http://schemas.microsoft.com/office/drawing/2014/main" id="{CAC45411-65A5-49AE-9A16-C2DC4999AB12}"/>
              </a:ext>
            </a:extLst>
          </p:cNvPr>
          <p:cNvSpPr>
            <a:spLocks noGrp="1"/>
          </p:cNvSpPr>
          <p:nvPr/>
        </p:nvSpPr>
        <p:spPr>
          <a:xfrm>
            <a:off x="1314450" y="3686175"/>
            <a:ext cx="4286250" cy="571500"/>
          </a:xfrm>
          <a:prstGeom prst="rect">
            <a:avLst/>
          </a:prstGeom>
          <a:noFill/>
          <a:ln w="0">
            <a:noFill/>
          </a:ln>
        </p:spPr>
        <p:txBody>
          <a:bodyPr anchor="ctr">
            <a:noAutofit/>
          </a:bodyPr>
          <a:lstStyle/>
          <a:p>
            <a:pPr algn="l">
              <a:lnSpc>
                <a:spcPct val="100000"/>
              </a:lnSpc>
              <a:buNone/>
              <a:defRPr sz="1650" b="1">
                <a:solidFill>
                  <a:srgbClr val="000000"/>
                </a:solidFill>
                <a:latin typeface="Aptos"/>
                <a:ea typeface="Aptos"/>
                <a:cs typeface="Aptos"/>
              </a:defRPr>
            </a:pPr>
            <a:r>
              <a:rPr sz="1650" b="1">
                <a:solidFill>
                  <a:srgbClr val="000000"/>
                </a:solidFill>
                <a:latin typeface="Aptos"/>
                <a:ea typeface="Aptos"/>
                <a:cs typeface="Aptos"/>
              </a:rPr>
              <a:t>Hvilke fangstområder får størst volum?</a:t>
            </a:r>
          </a:p>
        </p:txBody>
      </p:sp>
      <p:sp>
        <p:nvSpPr>
          <p:cNvPr id="13" name="Rektangel 12">
            <a:extLst>
              <a:ext uri="{FF2B5EF4-FFF2-40B4-BE49-F238E27FC236}">
                <a16:creationId xmlns:a16="http://schemas.microsoft.com/office/drawing/2014/main" id="{7AE7ABC5-E552-4D43-888A-A0F263523BBC}"/>
              </a:ext>
            </a:extLst>
          </p:cNvPr>
          <p:cNvSpPr>
            <a:spLocks noGrp="1"/>
          </p:cNvSpPr>
          <p:nvPr/>
        </p:nvSpPr>
        <p:spPr>
          <a:xfrm>
            <a:off x="6572250" y="2038350"/>
            <a:ext cx="2076450" cy="685800"/>
          </a:xfrm>
          <a:prstGeom prst="rect">
            <a:avLst/>
          </a:prstGeom>
          <a:solidFill>
            <a:schemeClr val="accent6"/>
          </a:solidFill>
          <a:ln w="0">
            <a:noFill/>
          </a:ln>
        </p:spPr>
        <p:txBody>
          <a:bodyPr/>
          <a:lstStyle/>
          <a:p>
            <a:endParaRPr lang="nb-NO"/>
          </a:p>
        </p:txBody>
      </p:sp>
      <p:sp>
        <p:nvSpPr>
          <p:cNvPr id="14" name="Rektangel 13">
            <a:extLst>
              <a:ext uri="{FF2B5EF4-FFF2-40B4-BE49-F238E27FC236}">
                <a16:creationId xmlns:a16="http://schemas.microsoft.com/office/drawing/2014/main" id="{273B7247-3C1B-40E3-9673-B3F0582FBC23}"/>
              </a:ext>
            </a:extLst>
          </p:cNvPr>
          <p:cNvSpPr>
            <a:spLocks noGrp="1"/>
          </p:cNvSpPr>
          <p:nvPr/>
        </p:nvSpPr>
        <p:spPr>
          <a:xfrm>
            <a:off x="6705600" y="2076450"/>
            <a:ext cx="1809750" cy="609600"/>
          </a:xfrm>
          <a:prstGeom prst="rect">
            <a:avLst/>
          </a:prstGeom>
          <a:noFill/>
          <a:ln w="0">
            <a:noFill/>
          </a:ln>
        </p:spPr>
        <p:txBody>
          <a:bodyPr anchor="ctr">
            <a:noAutofit/>
          </a:bodyPr>
          <a:lstStyle/>
          <a:p>
            <a:pPr algn="ctr">
              <a:lnSpc>
                <a:spcPct val="100000"/>
              </a:lnSpc>
              <a:buNone/>
              <a:defRPr sz="1425" b="1">
                <a:solidFill>
                  <a:srgbClr val="000000"/>
                </a:solidFill>
                <a:latin typeface="Aptos"/>
                <a:ea typeface="Aptos"/>
                <a:cs typeface="Aptos"/>
              </a:defRPr>
            </a:pPr>
            <a:r>
              <a:rPr sz="1425" b="1">
                <a:solidFill>
                  <a:srgbClr val="000000"/>
                </a:solidFill>
                <a:latin typeface="Aptos"/>
                <a:ea typeface="Aptos"/>
                <a:cs typeface="Aptos"/>
              </a:rPr>
              <a:t>Historiske landinger</a:t>
            </a:r>
          </a:p>
        </p:txBody>
      </p:sp>
      <p:sp>
        <p:nvSpPr>
          <p:cNvPr id="15" name="Rett linje 14">
            <a:extLst>
              <a:ext uri="{FF2B5EF4-FFF2-40B4-BE49-F238E27FC236}">
                <a16:creationId xmlns:a16="http://schemas.microsoft.com/office/drawing/2014/main" id="{48F319D5-6577-43D6-8AC6-6B5777076D2E}"/>
              </a:ext>
            </a:extLst>
          </p:cNvPr>
          <p:cNvSpPr>
            <a:spLocks noGrp="1"/>
          </p:cNvSpPr>
          <p:nvPr/>
        </p:nvSpPr>
        <p:spPr>
          <a:xfrm>
            <a:off x="8648700" y="2381250"/>
            <a:ext cx="400050" cy="0"/>
          </a:xfrm>
          <a:prstGeom prst="line">
            <a:avLst/>
          </a:prstGeom>
          <a:noFill/>
          <a:ln w="19050">
            <a:solidFill>
              <a:srgbClr val="FF3D47"/>
            </a:solidFill>
          </a:ln>
        </p:spPr>
        <p:txBody>
          <a:bodyPr/>
          <a:lstStyle/>
          <a:p>
            <a:endParaRPr lang="nb-NO"/>
          </a:p>
        </p:txBody>
      </p:sp>
      <p:sp>
        <p:nvSpPr>
          <p:cNvPr id="16" name="Rektangel 15">
            <a:extLst>
              <a:ext uri="{FF2B5EF4-FFF2-40B4-BE49-F238E27FC236}">
                <a16:creationId xmlns:a16="http://schemas.microsoft.com/office/drawing/2014/main" id="{B2603051-1C69-4736-83EC-878D54B05233}"/>
              </a:ext>
            </a:extLst>
          </p:cNvPr>
          <p:cNvSpPr>
            <a:spLocks noGrp="1"/>
          </p:cNvSpPr>
          <p:nvPr/>
        </p:nvSpPr>
        <p:spPr>
          <a:xfrm>
            <a:off x="6572250" y="3105150"/>
            <a:ext cx="2076450" cy="685800"/>
          </a:xfrm>
          <a:prstGeom prst="rect">
            <a:avLst/>
          </a:prstGeom>
          <a:solidFill>
            <a:schemeClr val="accent6"/>
          </a:solidFill>
          <a:ln w="0">
            <a:noFill/>
          </a:ln>
        </p:spPr>
        <p:txBody>
          <a:bodyPr/>
          <a:lstStyle/>
          <a:p>
            <a:endParaRPr lang="nb-NO"/>
          </a:p>
        </p:txBody>
      </p:sp>
      <p:sp>
        <p:nvSpPr>
          <p:cNvPr id="17" name="Rektangel 16">
            <a:extLst>
              <a:ext uri="{FF2B5EF4-FFF2-40B4-BE49-F238E27FC236}">
                <a16:creationId xmlns:a16="http://schemas.microsoft.com/office/drawing/2014/main" id="{1408C9AC-22B8-4CEF-981B-4522AD34DEB8}"/>
              </a:ext>
            </a:extLst>
          </p:cNvPr>
          <p:cNvSpPr>
            <a:spLocks noGrp="1"/>
          </p:cNvSpPr>
          <p:nvPr/>
        </p:nvSpPr>
        <p:spPr>
          <a:xfrm>
            <a:off x="6705600" y="3143250"/>
            <a:ext cx="1809750" cy="609600"/>
          </a:xfrm>
          <a:prstGeom prst="rect">
            <a:avLst/>
          </a:prstGeom>
          <a:noFill/>
          <a:ln w="0">
            <a:noFill/>
          </a:ln>
        </p:spPr>
        <p:txBody>
          <a:bodyPr anchor="ctr">
            <a:noAutofit/>
          </a:bodyPr>
          <a:lstStyle/>
          <a:p>
            <a:pPr algn="ctr">
              <a:lnSpc>
                <a:spcPct val="100000"/>
              </a:lnSpc>
              <a:buNone/>
              <a:defRPr sz="1425" b="1">
                <a:solidFill>
                  <a:srgbClr val="000000"/>
                </a:solidFill>
                <a:latin typeface="Aptos"/>
                <a:ea typeface="Aptos"/>
                <a:cs typeface="Aptos"/>
              </a:defRPr>
            </a:pPr>
            <a:r>
              <a:rPr sz="1425" b="1">
                <a:solidFill>
                  <a:srgbClr val="000000"/>
                </a:solidFill>
                <a:latin typeface="Aptos"/>
                <a:ea typeface="Aptos"/>
                <a:cs typeface="Aptos"/>
              </a:rPr>
              <a:t>Fartøydata</a:t>
            </a:r>
          </a:p>
        </p:txBody>
      </p:sp>
      <p:sp>
        <p:nvSpPr>
          <p:cNvPr id="18" name="Rett linje 17">
            <a:extLst>
              <a:ext uri="{FF2B5EF4-FFF2-40B4-BE49-F238E27FC236}">
                <a16:creationId xmlns:a16="http://schemas.microsoft.com/office/drawing/2014/main" id="{199A9BDD-8DEF-4852-A48C-5EB04C71009B}"/>
              </a:ext>
            </a:extLst>
          </p:cNvPr>
          <p:cNvSpPr>
            <a:spLocks noGrp="1"/>
          </p:cNvSpPr>
          <p:nvPr/>
        </p:nvSpPr>
        <p:spPr>
          <a:xfrm>
            <a:off x="8648700" y="3448050"/>
            <a:ext cx="400050" cy="0"/>
          </a:xfrm>
          <a:prstGeom prst="line">
            <a:avLst/>
          </a:prstGeom>
          <a:noFill/>
          <a:ln w="19050">
            <a:solidFill>
              <a:srgbClr val="FF3D47"/>
            </a:solidFill>
          </a:ln>
        </p:spPr>
        <p:txBody>
          <a:bodyPr/>
          <a:lstStyle/>
          <a:p>
            <a:endParaRPr lang="nb-NO"/>
          </a:p>
        </p:txBody>
      </p:sp>
      <p:sp>
        <p:nvSpPr>
          <p:cNvPr id="19" name="Rektangel 18">
            <a:extLst>
              <a:ext uri="{FF2B5EF4-FFF2-40B4-BE49-F238E27FC236}">
                <a16:creationId xmlns:a16="http://schemas.microsoft.com/office/drawing/2014/main" id="{57447433-3A58-403E-B2DA-1C073D09746C}"/>
              </a:ext>
            </a:extLst>
          </p:cNvPr>
          <p:cNvSpPr>
            <a:spLocks noGrp="1"/>
          </p:cNvSpPr>
          <p:nvPr/>
        </p:nvSpPr>
        <p:spPr>
          <a:xfrm>
            <a:off x="6572250" y="4171950"/>
            <a:ext cx="2076450" cy="685800"/>
          </a:xfrm>
          <a:prstGeom prst="rect">
            <a:avLst/>
          </a:prstGeom>
          <a:solidFill>
            <a:schemeClr val="accent6"/>
          </a:solidFill>
          <a:ln w="0">
            <a:noFill/>
          </a:ln>
        </p:spPr>
        <p:txBody>
          <a:bodyPr/>
          <a:lstStyle/>
          <a:p>
            <a:endParaRPr lang="nb-NO"/>
          </a:p>
        </p:txBody>
      </p:sp>
      <p:sp>
        <p:nvSpPr>
          <p:cNvPr id="20" name="Rektangel 19">
            <a:extLst>
              <a:ext uri="{FF2B5EF4-FFF2-40B4-BE49-F238E27FC236}">
                <a16:creationId xmlns:a16="http://schemas.microsoft.com/office/drawing/2014/main" id="{339B21F1-4652-4790-9E79-F82911D7CD75}"/>
              </a:ext>
            </a:extLst>
          </p:cNvPr>
          <p:cNvSpPr>
            <a:spLocks noGrp="1"/>
          </p:cNvSpPr>
          <p:nvPr/>
        </p:nvSpPr>
        <p:spPr>
          <a:xfrm>
            <a:off x="6705600" y="4210050"/>
            <a:ext cx="1809750" cy="609600"/>
          </a:xfrm>
          <a:prstGeom prst="rect">
            <a:avLst/>
          </a:prstGeom>
          <a:noFill/>
          <a:ln w="0">
            <a:noFill/>
          </a:ln>
        </p:spPr>
        <p:txBody>
          <a:bodyPr anchor="ctr">
            <a:noAutofit/>
          </a:bodyPr>
          <a:lstStyle/>
          <a:p>
            <a:pPr algn="ctr">
              <a:lnSpc>
                <a:spcPct val="100000"/>
              </a:lnSpc>
              <a:buNone/>
              <a:defRPr sz="1425" b="1">
                <a:solidFill>
                  <a:srgbClr val="000000"/>
                </a:solidFill>
                <a:latin typeface="Aptos"/>
                <a:ea typeface="Aptos"/>
                <a:cs typeface="Aptos"/>
              </a:defRPr>
            </a:pPr>
            <a:r>
              <a:rPr sz="1425" b="1" err="1">
                <a:solidFill>
                  <a:srgbClr val="000000"/>
                </a:solidFill>
                <a:latin typeface="Aptos"/>
                <a:ea typeface="Aptos"/>
                <a:cs typeface="Aptos"/>
              </a:rPr>
              <a:t>Havforhold</a:t>
            </a:r>
            <a:endParaRPr sz="1425" b="1">
              <a:solidFill>
                <a:srgbClr val="000000"/>
              </a:solidFill>
              <a:latin typeface="Aptos"/>
              <a:ea typeface="Aptos"/>
              <a:cs typeface="Aptos"/>
            </a:endParaRPr>
          </a:p>
        </p:txBody>
      </p:sp>
      <p:sp>
        <p:nvSpPr>
          <p:cNvPr id="21" name="Rett linje 20">
            <a:extLst>
              <a:ext uri="{FF2B5EF4-FFF2-40B4-BE49-F238E27FC236}">
                <a16:creationId xmlns:a16="http://schemas.microsoft.com/office/drawing/2014/main" id="{A8858466-D337-465F-8162-2730D1697298}"/>
              </a:ext>
            </a:extLst>
          </p:cNvPr>
          <p:cNvSpPr>
            <a:spLocks noGrp="1"/>
          </p:cNvSpPr>
          <p:nvPr/>
        </p:nvSpPr>
        <p:spPr>
          <a:xfrm>
            <a:off x="8648700" y="4514850"/>
            <a:ext cx="400050" cy="0"/>
          </a:xfrm>
          <a:prstGeom prst="line">
            <a:avLst/>
          </a:prstGeom>
          <a:noFill/>
          <a:ln w="19050">
            <a:solidFill>
              <a:srgbClr val="FF3D47"/>
            </a:solidFill>
          </a:ln>
        </p:spPr>
        <p:txBody>
          <a:bodyPr/>
          <a:lstStyle/>
          <a:p>
            <a:endParaRPr lang="nb-NO"/>
          </a:p>
        </p:txBody>
      </p:sp>
      <p:sp>
        <p:nvSpPr>
          <p:cNvPr id="22" name="Rett linje 21">
            <a:extLst>
              <a:ext uri="{FF2B5EF4-FFF2-40B4-BE49-F238E27FC236}">
                <a16:creationId xmlns:a16="http://schemas.microsoft.com/office/drawing/2014/main" id="{FBC28F9A-116A-4BD2-8A47-21D4DE9D4A17}"/>
              </a:ext>
            </a:extLst>
          </p:cNvPr>
          <p:cNvSpPr>
            <a:spLocks noGrp="1"/>
          </p:cNvSpPr>
          <p:nvPr/>
        </p:nvSpPr>
        <p:spPr>
          <a:xfrm>
            <a:off x="9048750" y="2381250"/>
            <a:ext cx="0" cy="2133600"/>
          </a:xfrm>
          <a:prstGeom prst="line">
            <a:avLst/>
          </a:prstGeom>
          <a:noFill/>
          <a:ln w="19050">
            <a:solidFill>
              <a:srgbClr val="FF3D47"/>
            </a:solidFill>
          </a:ln>
        </p:spPr>
        <p:txBody>
          <a:bodyPr/>
          <a:lstStyle/>
          <a:p>
            <a:endParaRPr lang="nb-NO"/>
          </a:p>
        </p:txBody>
      </p:sp>
      <p:sp>
        <p:nvSpPr>
          <p:cNvPr id="23" name="Rett linje 22">
            <a:extLst>
              <a:ext uri="{FF2B5EF4-FFF2-40B4-BE49-F238E27FC236}">
                <a16:creationId xmlns:a16="http://schemas.microsoft.com/office/drawing/2014/main" id="{8B838DAE-B28F-4AD8-A514-CB9C09BB7C18}"/>
              </a:ext>
            </a:extLst>
          </p:cNvPr>
          <p:cNvSpPr>
            <a:spLocks noGrp="1"/>
          </p:cNvSpPr>
          <p:nvPr/>
        </p:nvSpPr>
        <p:spPr>
          <a:xfrm>
            <a:off x="9048750" y="3448050"/>
            <a:ext cx="361950" cy="0"/>
          </a:xfrm>
          <a:prstGeom prst="line">
            <a:avLst/>
          </a:prstGeom>
          <a:noFill/>
          <a:ln w="19050">
            <a:solidFill>
              <a:srgbClr val="FF3D47"/>
            </a:solidFill>
          </a:ln>
        </p:spPr>
        <p:txBody>
          <a:bodyPr/>
          <a:lstStyle/>
          <a:p>
            <a:endParaRPr lang="nb-NO"/>
          </a:p>
        </p:txBody>
      </p:sp>
      <p:sp>
        <p:nvSpPr>
          <p:cNvPr id="24" name="Ellipse 23">
            <a:extLst>
              <a:ext uri="{FF2B5EF4-FFF2-40B4-BE49-F238E27FC236}">
                <a16:creationId xmlns:a16="http://schemas.microsoft.com/office/drawing/2014/main" id="{A2CEA098-F1FB-46D4-BEA5-5F5FCBF2286F}"/>
              </a:ext>
            </a:extLst>
          </p:cNvPr>
          <p:cNvSpPr>
            <a:spLocks noGrp="1"/>
          </p:cNvSpPr>
          <p:nvPr/>
        </p:nvSpPr>
        <p:spPr>
          <a:xfrm>
            <a:off x="9410700" y="2676525"/>
            <a:ext cx="1543050" cy="1543050"/>
          </a:xfrm>
          <a:prstGeom prst="ellipse">
            <a:avLst/>
          </a:prstGeom>
          <a:solidFill>
            <a:srgbClr val="FF3D47"/>
          </a:solidFill>
          <a:ln w="0">
            <a:noFill/>
          </a:ln>
        </p:spPr>
        <p:txBody>
          <a:bodyPr/>
          <a:lstStyle/>
          <a:p>
            <a:endParaRPr lang="nb-NO"/>
          </a:p>
        </p:txBody>
      </p:sp>
      <p:sp>
        <p:nvSpPr>
          <p:cNvPr id="25" name="Rektangel 24">
            <a:extLst>
              <a:ext uri="{FF2B5EF4-FFF2-40B4-BE49-F238E27FC236}">
                <a16:creationId xmlns:a16="http://schemas.microsoft.com/office/drawing/2014/main" id="{4C93A82F-8AEB-40F8-96B6-404897F6EEDF}"/>
              </a:ext>
            </a:extLst>
          </p:cNvPr>
          <p:cNvSpPr>
            <a:spLocks noGrp="1"/>
          </p:cNvSpPr>
          <p:nvPr/>
        </p:nvSpPr>
        <p:spPr>
          <a:xfrm>
            <a:off x="9410700" y="2781300"/>
            <a:ext cx="1543050" cy="781050"/>
          </a:xfrm>
          <a:prstGeom prst="rect">
            <a:avLst/>
          </a:prstGeom>
          <a:noFill/>
          <a:ln w="0">
            <a:noFill/>
          </a:ln>
        </p:spPr>
        <p:txBody>
          <a:bodyPr anchor="ctr">
            <a:noAutofit/>
          </a:bodyPr>
          <a:lstStyle/>
          <a:p>
            <a:pPr algn="ctr">
              <a:lnSpc>
                <a:spcPct val="100000"/>
              </a:lnSpc>
              <a:buNone/>
              <a:defRPr sz="4350" b="1">
                <a:solidFill>
                  <a:srgbClr val="FFFFFF"/>
                </a:solidFill>
                <a:latin typeface="Aptos Display"/>
                <a:ea typeface="Aptos Display"/>
                <a:cs typeface="Aptos Display"/>
              </a:defRPr>
            </a:pPr>
            <a:r>
              <a:rPr sz="4350" b="1">
                <a:solidFill>
                  <a:srgbClr val="FFFFFF"/>
                </a:solidFill>
                <a:latin typeface="Aptos Display"/>
                <a:ea typeface="Aptos Display"/>
                <a:cs typeface="Aptos Display"/>
              </a:rPr>
              <a:t>?</a:t>
            </a:r>
          </a:p>
        </p:txBody>
      </p:sp>
      <p:sp>
        <p:nvSpPr>
          <p:cNvPr id="26" name="Rektangel 25">
            <a:extLst>
              <a:ext uri="{FF2B5EF4-FFF2-40B4-BE49-F238E27FC236}">
                <a16:creationId xmlns:a16="http://schemas.microsoft.com/office/drawing/2014/main" id="{4B86298A-3BC4-4CAB-B6D4-8FD41514D596}"/>
              </a:ext>
            </a:extLst>
          </p:cNvPr>
          <p:cNvSpPr>
            <a:spLocks noGrp="1"/>
          </p:cNvSpPr>
          <p:nvPr/>
        </p:nvSpPr>
        <p:spPr>
          <a:xfrm>
            <a:off x="9544050" y="3476625"/>
            <a:ext cx="1276350" cy="476250"/>
          </a:xfrm>
          <a:prstGeom prst="rect">
            <a:avLst/>
          </a:prstGeom>
          <a:noFill/>
          <a:ln w="0">
            <a:noFill/>
          </a:ln>
        </p:spPr>
        <p:txBody>
          <a:bodyPr anchor="ctr">
            <a:noAutofit/>
          </a:bodyPr>
          <a:lstStyle/>
          <a:p>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kg neste uke</a:t>
            </a:r>
          </a:p>
        </p:txBody>
      </p:sp>
      <p:sp>
        <p:nvSpPr>
          <p:cNvPr id="27" name="Rett linje 26">
            <a:extLst>
              <a:ext uri="{FF2B5EF4-FFF2-40B4-BE49-F238E27FC236}">
                <a16:creationId xmlns:a16="http://schemas.microsoft.com/office/drawing/2014/main" id="{AE94AE34-A295-482E-B6CA-680F6E429C9E}"/>
              </a:ext>
            </a:extLst>
          </p:cNvPr>
          <p:cNvSpPr>
            <a:spLocks noGrp="1"/>
          </p:cNvSpPr>
          <p:nvPr/>
        </p:nvSpPr>
        <p:spPr>
          <a:xfrm>
            <a:off x="10953750" y="3448050"/>
            <a:ext cx="685800" cy="0"/>
          </a:xfrm>
          <a:prstGeom prst="line">
            <a:avLst/>
          </a:prstGeom>
          <a:noFill/>
          <a:ln w="28575">
            <a:solidFill>
              <a:srgbClr val="FF3D47"/>
            </a:solidFill>
          </a:ln>
        </p:spPr>
        <p:txBody>
          <a:bodyPr/>
          <a:lstStyle/>
          <a:p>
            <a:endParaRPr lang="nb-NO"/>
          </a:p>
        </p:txBody>
      </p:sp>
      <p:sp>
        <p:nvSpPr>
          <p:cNvPr id="28" name="Rektangel 27">
            <a:extLst>
              <a:ext uri="{FF2B5EF4-FFF2-40B4-BE49-F238E27FC236}">
                <a16:creationId xmlns:a16="http://schemas.microsoft.com/office/drawing/2014/main" id="{CD5CC265-9EF0-42B5-A642-91827DAA6338}"/>
              </a:ext>
            </a:extLst>
          </p:cNvPr>
          <p:cNvSpPr>
            <a:spLocks noGrp="1"/>
          </p:cNvSpPr>
          <p:nvPr/>
        </p:nvSpPr>
        <p:spPr>
          <a:xfrm>
            <a:off x="9925050" y="4629150"/>
            <a:ext cx="1847850" cy="704850"/>
          </a:xfrm>
          <a:prstGeom prst="rect">
            <a:avLst/>
          </a:prstGeom>
          <a:noFill/>
          <a:ln w="0">
            <a:noFill/>
          </a:ln>
        </p:spPr>
        <p:txBody>
          <a:bodyPr anchor="t">
            <a:noAutofit/>
          </a:bodyPr>
          <a:lstStyle/>
          <a:p>
            <a:pPr algn="ctr">
              <a:lnSpc>
                <a:spcPct val="100000"/>
              </a:lnSpc>
              <a:buNone/>
              <a:defRPr sz="1725" b="1">
                <a:solidFill>
                  <a:srgbClr val="000000"/>
                </a:solidFill>
                <a:latin typeface="Aptos Display"/>
                <a:ea typeface="Aptos Display"/>
                <a:cs typeface="Aptos Display"/>
              </a:defRPr>
            </a:pPr>
            <a:r>
              <a:rPr sz="1725" b="1">
                <a:solidFill>
                  <a:srgbClr val="000000"/>
                </a:solidFill>
                <a:latin typeface="Aptos Display"/>
                <a:ea typeface="Aptos Display"/>
                <a:cs typeface="Aptos Display"/>
              </a:rPr>
              <a:t>Per art og</a:t>
            </a:r>
          </a:p>
          <a:p>
            <a:pPr algn="ctr">
              <a:lnSpc>
                <a:spcPct val="100000"/>
              </a:lnSpc>
              <a:buNone/>
              <a:defRPr sz="1725" b="1">
                <a:solidFill>
                  <a:srgbClr val="000000"/>
                </a:solidFill>
                <a:latin typeface="Aptos Display"/>
                <a:ea typeface="Aptos Display"/>
                <a:cs typeface="Aptos Display"/>
              </a:defRPr>
            </a:pPr>
            <a:r>
              <a:rPr sz="1725" b="1">
                <a:solidFill>
                  <a:srgbClr val="000000"/>
                </a:solidFill>
                <a:latin typeface="Aptos Display"/>
                <a:ea typeface="Aptos Display"/>
                <a:cs typeface="Aptos Display"/>
              </a:rPr>
              <a:t>fangstområde</a:t>
            </a:r>
          </a:p>
        </p:txBody>
      </p:sp>
      <p:sp>
        <p:nvSpPr>
          <p:cNvPr id="31" name="Rektangel 19">
            <a:extLst>
              <a:ext uri="{FF2B5EF4-FFF2-40B4-BE49-F238E27FC236}">
                <a16:creationId xmlns:a16="http://schemas.microsoft.com/office/drawing/2014/main" id="{4CD143B9-2813-B859-EA43-89B72D4B3340}"/>
              </a:ext>
            </a:extLst>
          </p:cNvPr>
          <p:cNvSpPr>
            <a:spLocks noGrp="1"/>
          </p:cNvSpPr>
          <p:nvPr/>
        </p:nvSpPr>
        <p:spPr>
          <a:xfrm>
            <a:off x="552450" y="5581649"/>
            <a:ext cx="11049000" cy="552450"/>
          </a:xfrm>
          <a:prstGeom prst="rect">
            <a:avLst/>
          </a:prstGeom>
          <a:noFill/>
          <a:ln w="0">
            <a:noFill/>
          </a:ln>
        </p:spPr>
        <p:txBody>
          <a:bodyPr anchor="t">
            <a:noAutofit/>
          </a:bodyPr>
          <a:lstStyle/>
          <a:p>
            <a:pPr algn="ctr">
              <a:lnSpc>
                <a:spcPct val="100000"/>
              </a:lnSpc>
              <a:buNone/>
              <a:defRPr sz="2250" b="1">
                <a:solidFill>
                  <a:srgbClr val="000000"/>
                </a:solidFill>
                <a:latin typeface="Aptos Display"/>
                <a:ea typeface="Aptos Display"/>
                <a:cs typeface="Aptos Display"/>
              </a:defRPr>
            </a:pPr>
            <a:r>
              <a:rPr sz="2250" b="1" err="1">
                <a:solidFill>
                  <a:srgbClr val="000000"/>
                </a:solidFill>
                <a:latin typeface="Aptos Display"/>
                <a:ea typeface="Aptos Display"/>
                <a:cs typeface="Aptos Display"/>
              </a:rPr>
              <a:t>Felles</a:t>
            </a:r>
            <a:r>
              <a:rPr sz="2250" b="1">
                <a:solidFill>
                  <a:srgbClr val="000000"/>
                </a:solidFill>
                <a:latin typeface="Aptos Display"/>
                <a:ea typeface="Aptos Display"/>
                <a:cs typeface="Aptos Display"/>
              </a:rPr>
              <a:t> </a:t>
            </a:r>
            <a:r>
              <a:rPr sz="2250" b="1" err="1">
                <a:solidFill>
                  <a:srgbClr val="000000"/>
                </a:solidFill>
                <a:latin typeface="Aptos Display"/>
                <a:ea typeface="Aptos Display"/>
                <a:cs typeface="Aptos Display"/>
              </a:rPr>
              <a:t>spørsmål</a:t>
            </a:r>
            <a:r>
              <a:rPr sz="2250" b="1">
                <a:solidFill>
                  <a:srgbClr val="000000"/>
                </a:solidFill>
                <a:latin typeface="Aptos Display"/>
                <a:ea typeface="Aptos Display"/>
                <a:cs typeface="Aptos Display"/>
              </a:rPr>
              <a:t>: </a:t>
            </a:r>
            <a:r>
              <a:rPr sz="2250" b="1" err="1">
                <a:solidFill>
                  <a:srgbClr val="000000"/>
                </a:solidFill>
                <a:latin typeface="Aptos Display"/>
                <a:ea typeface="Aptos Display"/>
                <a:cs typeface="Aptos Display"/>
              </a:rPr>
              <a:t>Hvor</a:t>
            </a:r>
            <a:r>
              <a:rPr sz="2250" b="1">
                <a:solidFill>
                  <a:srgbClr val="000000"/>
                </a:solidFill>
                <a:latin typeface="Aptos Display"/>
                <a:ea typeface="Aptos Display"/>
                <a:cs typeface="Aptos Display"/>
              </a:rPr>
              <a:t> </a:t>
            </a:r>
            <a:r>
              <a:rPr sz="2250" b="1" err="1">
                <a:solidFill>
                  <a:srgbClr val="000000"/>
                </a:solidFill>
                <a:latin typeface="Aptos Display"/>
                <a:ea typeface="Aptos Display"/>
                <a:cs typeface="Aptos Display"/>
              </a:rPr>
              <a:t>mye</a:t>
            </a:r>
            <a:r>
              <a:rPr sz="2250" b="1">
                <a:solidFill>
                  <a:srgbClr val="000000"/>
                </a:solidFill>
                <a:latin typeface="Aptos Display"/>
                <a:ea typeface="Aptos Display"/>
                <a:cs typeface="Aptos Display"/>
              </a:rPr>
              <a:t> </a:t>
            </a:r>
            <a:r>
              <a:rPr sz="2250" b="1" err="1">
                <a:solidFill>
                  <a:srgbClr val="000000"/>
                </a:solidFill>
                <a:latin typeface="Aptos Display"/>
                <a:ea typeface="Aptos Display"/>
                <a:cs typeface="Aptos Display"/>
              </a:rPr>
              <a:t>fisk</a:t>
            </a:r>
            <a:r>
              <a:rPr sz="2250" b="1">
                <a:solidFill>
                  <a:srgbClr val="000000"/>
                </a:solidFill>
                <a:latin typeface="Aptos Display"/>
                <a:ea typeface="Aptos Display"/>
                <a:cs typeface="Aptos Display"/>
              </a:rPr>
              <a:t> </a:t>
            </a:r>
            <a:r>
              <a:rPr sz="2250" b="1" err="1">
                <a:solidFill>
                  <a:srgbClr val="000000"/>
                </a:solidFill>
                <a:latin typeface="Aptos Display"/>
                <a:ea typeface="Aptos Display"/>
                <a:cs typeface="Aptos Display"/>
              </a:rPr>
              <a:t>blir</a:t>
            </a:r>
            <a:r>
              <a:rPr sz="2250" b="1">
                <a:solidFill>
                  <a:srgbClr val="000000"/>
                </a:solidFill>
                <a:latin typeface="Aptos Display"/>
                <a:ea typeface="Aptos Display"/>
                <a:cs typeface="Aptos Display"/>
              </a:rPr>
              <a:t> </a:t>
            </a:r>
            <a:r>
              <a:rPr sz="2250" b="1" err="1">
                <a:solidFill>
                  <a:srgbClr val="000000"/>
                </a:solidFill>
                <a:latin typeface="Aptos Display"/>
                <a:ea typeface="Aptos Display"/>
                <a:cs typeface="Aptos Display"/>
              </a:rPr>
              <a:t>landet</a:t>
            </a:r>
            <a:r>
              <a:rPr sz="2250" b="1">
                <a:solidFill>
                  <a:srgbClr val="000000"/>
                </a:solidFill>
                <a:latin typeface="Aptos Display"/>
                <a:ea typeface="Aptos Display"/>
                <a:cs typeface="Aptos Display"/>
              </a:rPr>
              <a:t> </a:t>
            </a:r>
            <a:r>
              <a:rPr sz="2250" b="1" err="1">
                <a:solidFill>
                  <a:srgbClr val="000000"/>
                </a:solidFill>
                <a:latin typeface="Aptos Display"/>
                <a:ea typeface="Aptos Display"/>
                <a:cs typeface="Aptos Display"/>
              </a:rPr>
              <a:t>neste</a:t>
            </a:r>
            <a:r>
              <a:rPr sz="2250" b="1">
                <a:solidFill>
                  <a:srgbClr val="000000"/>
                </a:solidFill>
                <a:latin typeface="Aptos Display"/>
                <a:ea typeface="Aptos Display"/>
                <a:cs typeface="Aptos Display"/>
              </a:rPr>
              <a:t> uke?</a:t>
            </a:r>
          </a:p>
        </p:txBody>
      </p:sp>
    </p:spTree>
    <p:extLst>
      <p:ext uri="{BB962C8B-B14F-4D97-AF65-F5344CB8AC3E}">
        <p14:creationId xmlns:p14="http://schemas.microsoft.com/office/powerpoint/2010/main" val="1583768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6"/>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7"/>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p:bldP spid="7" grpId="0"/>
      <p:bldP spid="8" grpId="0" animBg="1"/>
      <p:bldP spid="9" grpId="0" animBg="1"/>
      <p:bldP spid="10" grpId="0"/>
      <p:bldP spid="11" grpId="0"/>
      <p:bldP spid="13" grpId="0" animBg="1"/>
      <p:bldP spid="14" grpId="0"/>
      <p:bldP spid="15" grpId="0" animBg="1"/>
      <p:bldP spid="16" grpId="0" animBg="1"/>
      <p:bldP spid="17" grpId="0"/>
      <p:bldP spid="18" grpId="0" animBg="1"/>
      <p:bldP spid="19" grpId="0" animBg="1"/>
      <p:bldP spid="20" grpId="0"/>
      <p:bldP spid="21" grpId="0" animBg="1"/>
      <p:bldP spid="22" grpId="0" animBg="1"/>
      <p:bldP spid="23" grpId="0" animBg="1"/>
      <p:bldP spid="24" grpId="0" animBg="1"/>
      <p:bldP spid="25" grpId="0"/>
      <p:bldP spid="26" grpId="0"/>
      <p:bldP spid="27" grpId="0" animBg="1"/>
      <p:bldP spid="28" grpId="0"/>
      <p:bldP spid="3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21" name="eyebrow">
            <a:extLst>
              <a:ext uri="{FF2B5EF4-FFF2-40B4-BE49-F238E27FC236}">
                <a16:creationId xmlns:a16="http://schemas.microsoft.com/office/drawing/2014/main" id="{096E5C8C-9C5A-4BEA-AB23-283BCF942EB9}"/>
              </a:ext>
            </a:extLst>
          </p:cNvPr>
          <p:cNvSpPr>
            <a:spLocks noGrp="1"/>
          </p:cNvSpPr>
          <p:nvPr/>
        </p:nvSpPr>
        <p:spPr>
          <a:xfrm>
            <a:off x="400050" y="228600"/>
            <a:ext cx="3143250" cy="209550"/>
          </a:xfrm>
          <a:prstGeom prst="rect">
            <a:avLst/>
          </a:prstGeom>
          <a:noFill/>
          <a:ln w="0">
            <a:noFill/>
          </a:ln>
        </p:spPr>
        <p:txBody>
          <a:bodyPr anchor="t">
            <a:noAutofit/>
          </a:bodyPr>
          <a:lstStyle/>
          <a:p>
            <a:pPr algn="l">
              <a:lnSpc>
                <a:spcPct val="100000"/>
              </a:lnSpc>
              <a:buNone/>
              <a:defRPr sz="975" b="1">
                <a:solidFill>
                  <a:srgbClr val="E55158"/>
                </a:solidFill>
                <a:latin typeface="Aptos"/>
                <a:ea typeface="Aptos"/>
                <a:cs typeface="Aptos"/>
              </a:defRPr>
            </a:pPr>
            <a:r>
              <a:rPr sz="975" b="1">
                <a:solidFill>
                  <a:srgbClr val="E55158"/>
                </a:solidFill>
                <a:latin typeface="Aptos"/>
                <a:ea typeface="Aptos"/>
                <a:cs typeface="Aptos"/>
              </a:rPr>
              <a:t>MÅL</a:t>
            </a:r>
          </a:p>
        </p:txBody>
      </p:sp>
      <p:sp>
        <p:nvSpPr>
          <p:cNvPr id="2" name="slide-title">
            <a:extLst>
              <a:ext uri="{FF2B5EF4-FFF2-40B4-BE49-F238E27FC236}">
                <a16:creationId xmlns:a16="http://schemas.microsoft.com/office/drawing/2014/main" id="{5F59B7F8-7657-4FCA-B6F8-EB41A6B28D1D}"/>
              </a:ext>
            </a:extLst>
          </p:cNvPr>
          <p:cNvSpPr>
            <a:spLocks noGrp="1"/>
          </p:cNvSpPr>
          <p:nvPr/>
        </p:nvSpPr>
        <p:spPr>
          <a:xfrm>
            <a:off x="400050" y="476250"/>
            <a:ext cx="10668000" cy="609600"/>
          </a:xfrm>
          <a:prstGeom prst="rect">
            <a:avLst/>
          </a:prstGeom>
          <a:noFill/>
          <a:ln w="0">
            <a:noFill/>
          </a:ln>
        </p:spPr>
        <p:txBody>
          <a:bodyPr anchor="t">
            <a:noAutofit/>
          </a:bodyPr>
          <a:lstStyle/>
          <a:p>
            <a:pPr algn="l">
              <a:lnSpc>
                <a:spcPct val="100000"/>
              </a:lnSpc>
              <a:buNone/>
              <a:defRPr sz="2850" b="1">
                <a:solidFill>
                  <a:srgbClr val="000000"/>
                </a:solidFill>
                <a:latin typeface="Aptos Display"/>
                <a:ea typeface="Aptos Display"/>
                <a:cs typeface="Aptos Display"/>
              </a:defRPr>
            </a:pPr>
            <a:r>
              <a:rPr sz="2850" b="1">
                <a:solidFill>
                  <a:srgbClr val="000000"/>
                </a:solidFill>
                <a:latin typeface="Aptos Display"/>
                <a:ea typeface="Aptos Display"/>
                <a:cs typeface="Aptos Display"/>
              </a:rPr>
              <a:t>Dette </a:t>
            </a:r>
            <a:r>
              <a:rPr sz="2850" b="1" err="1">
                <a:solidFill>
                  <a:srgbClr val="000000"/>
                </a:solidFill>
                <a:latin typeface="Aptos Display"/>
                <a:ea typeface="Aptos Display"/>
                <a:cs typeface="Aptos Display"/>
              </a:rPr>
              <a:t>bygger</a:t>
            </a:r>
            <a:r>
              <a:rPr sz="2850" b="1">
                <a:solidFill>
                  <a:srgbClr val="000000"/>
                </a:solidFill>
                <a:latin typeface="Aptos Display"/>
                <a:ea typeface="Aptos Display"/>
                <a:cs typeface="Aptos Display"/>
              </a:rPr>
              <a:t> vi </a:t>
            </a:r>
            <a:r>
              <a:rPr sz="2850" b="1" err="1">
                <a:solidFill>
                  <a:srgbClr val="000000"/>
                </a:solidFill>
                <a:latin typeface="Aptos Display"/>
                <a:ea typeface="Aptos Display"/>
                <a:cs typeface="Aptos Display"/>
              </a:rPr>
              <a:t>i</a:t>
            </a:r>
            <a:r>
              <a:rPr lang="nb-NO" sz="2850" b="1">
                <a:solidFill>
                  <a:srgbClr val="000000"/>
                </a:solidFill>
                <a:latin typeface="Aptos Display"/>
                <a:ea typeface="Aptos Display"/>
                <a:cs typeface="Aptos Display"/>
              </a:rPr>
              <a:t> </a:t>
            </a:r>
            <a:r>
              <a:rPr lang="nb-NO" sz="2850" b="1" err="1">
                <a:solidFill>
                  <a:srgbClr val="000000"/>
                </a:solidFill>
                <a:latin typeface="Aptos Display"/>
                <a:ea typeface="Aptos Display"/>
                <a:cs typeface="Aptos Display"/>
              </a:rPr>
              <a:t>Databricks</a:t>
            </a:r>
            <a:r>
              <a:rPr lang="nb-NO" sz="2850" b="1">
                <a:solidFill>
                  <a:srgbClr val="000000"/>
                </a:solidFill>
                <a:latin typeface="Aptos Display"/>
                <a:ea typeface="Aptos Display"/>
                <a:cs typeface="Aptos Display"/>
              </a:rPr>
              <a:t> i</a:t>
            </a:r>
            <a:r>
              <a:rPr sz="2850" b="1">
                <a:solidFill>
                  <a:srgbClr val="000000"/>
                </a:solidFill>
                <a:latin typeface="Aptos Display"/>
                <a:ea typeface="Aptos Display"/>
                <a:cs typeface="Aptos Display"/>
              </a:rPr>
              <a:t> </a:t>
            </a:r>
            <a:r>
              <a:rPr sz="2850" b="1" err="1">
                <a:solidFill>
                  <a:srgbClr val="000000"/>
                </a:solidFill>
                <a:latin typeface="Aptos Display"/>
                <a:ea typeface="Aptos Display"/>
                <a:cs typeface="Aptos Display"/>
              </a:rPr>
              <a:t>løpet</a:t>
            </a:r>
            <a:r>
              <a:rPr sz="2850" b="1">
                <a:solidFill>
                  <a:srgbClr val="000000"/>
                </a:solidFill>
                <a:latin typeface="Aptos Display"/>
                <a:ea typeface="Aptos Display"/>
                <a:cs typeface="Aptos Display"/>
              </a:rPr>
              <a:t> av </a:t>
            </a:r>
            <a:r>
              <a:rPr sz="2850" b="1" err="1">
                <a:solidFill>
                  <a:srgbClr val="000000"/>
                </a:solidFill>
                <a:latin typeface="Aptos Display"/>
                <a:ea typeface="Aptos Display"/>
                <a:cs typeface="Aptos Display"/>
              </a:rPr>
              <a:t>kurset</a:t>
            </a:r>
            <a:endParaRPr sz="2850" b="1">
              <a:solidFill>
                <a:srgbClr val="000000"/>
              </a:solidFill>
              <a:latin typeface="Aptos Display"/>
              <a:ea typeface="Aptos Display"/>
              <a:cs typeface="Aptos Display"/>
            </a:endParaRPr>
          </a:p>
        </p:txBody>
      </p:sp>
      <p:sp>
        <p:nvSpPr>
          <p:cNvPr id="3" name="Rett linje 2">
            <a:extLst>
              <a:ext uri="{FF2B5EF4-FFF2-40B4-BE49-F238E27FC236}">
                <a16:creationId xmlns:a16="http://schemas.microsoft.com/office/drawing/2014/main" id="{ADEF6E7C-54A3-42F0-9A6A-93ED70B19594}"/>
              </a:ext>
            </a:extLst>
          </p:cNvPr>
          <p:cNvSpPr>
            <a:spLocks noGrp="1"/>
          </p:cNvSpPr>
          <p:nvPr/>
        </p:nvSpPr>
        <p:spPr>
          <a:xfrm>
            <a:off x="400050" y="1152525"/>
            <a:ext cx="1171575" cy="1"/>
          </a:xfrm>
          <a:prstGeom prst="line">
            <a:avLst/>
          </a:prstGeom>
          <a:noFill/>
          <a:ln w="19050">
            <a:solidFill>
              <a:srgbClr val="FF3D47"/>
            </a:solidFill>
          </a:ln>
        </p:spPr>
        <p:txBody>
          <a:bodyPr/>
          <a:lstStyle/>
          <a:p>
            <a:endParaRPr lang="nb-NO"/>
          </a:p>
        </p:txBody>
      </p:sp>
      <p:sp>
        <p:nvSpPr>
          <p:cNvPr id="4" name="Rektangel 3">
            <a:extLst>
              <a:ext uri="{FF2B5EF4-FFF2-40B4-BE49-F238E27FC236}">
                <a16:creationId xmlns:a16="http://schemas.microsoft.com/office/drawing/2014/main" id="{3DB94911-F982-4228-ADFE-5ABE2D4ED0F3}"/>
              </a:ext>
            </a:extLst>
          </p:cNvPr>
          <p:cNvSpPr>
            <a:spLocks noGrp="1"/>
          </p:cNvSpPr>
          <p:nvPr/>
        </p:nvSpPr>
        <p:spPr>
          <a:xfrm>
            <a:off x="552450" y="1866900"/>
            <a:ext cx="2476500" cy="2619375"/>
          </a:xfrm>
          <a:prstGeom prst="rect">
            <a:avLst/>
          </a:prstGeom>
          <a:solidFill>
            <a:srgbClr val="F6C5C7"/>
          </a:solidFill>
          <a:ln w="0">
            <a:noFill/>
          </a:ln>
        </p:spPr>
        <p:txBody>
          <a:bodyPr/>
          <a:lstStyle/>
          <a:p>
            <a:endParaRPr lang="nb-NO"/>
          </a:p>
        </p:txBody>
      </p:sp>
      <p:sp>
        <p:nvSpPr>
          <p:cNvPr id="5" name="Rektangel 4">
            <a:extLst>
              <a:ext uri="{FF2B5EF4-FFF2-40B4-BE49-F238E27FC236}">
                <a16:creationId xmlns:a16="http://schemas.microsoft.com/office/drawing/2014/main" id="{56F58CE2-E96B-4583-8B94-85CBFE6CBBE5}"/>
              </a:ext>
            </a:extLst>
          </p:cNvPr>
          <p:cNvSpPr>
            <a:spLocks noGrp="1"/>
          </p:cNvSpPr>
          <p:nvPr/>
        </p:nvSpPr>
        <p:spPr>
          <a:xfrm>
            <a:off x="723900" y="2057400"/>
            <a:ext cx="666750" cy="571500"/>
          </a:xfrm>
          <a:prstGeom prst="rect">
            <a:avLst/>
          </a:prstGeom>
          <a:noFill/>
          <a:ln w="0">
            <a:noFill/>
          </a:ln>
        </p:spPr>
        <p:txBody>
          <a:bodyPr anchor="t">
            <a:noAutofit/>
          </a:bodyPr>
          <a:lstStyle/>
          <a:p>
            <a:pPr algn="l">
              <a:lnSpc>
                <a:spcPct val="100000"/>
              </a:lnSpc>
              <a:buNone/>
              <a:defRPr sz="3150" b="1">
                <a:solidFill>
                  <a:srgbClr val="E55158"/>
                </a:solidFill>
                <a:latin typeface="Aptos"/>
                <a:ea typeface="Aptos"/>
                <a:cs typeface="Aptos"/>
              </a:defRPr>
            </a:pPr>
            <a:r>
              <a:rPr sz="3150" b="1">
                <a:solidFill>
                  <a:srgbClr val="E55158"/>
                </a:solidFill>
                <a:latin typeface="Aptos"/>
                <a:ea typeface="Aptos"/>
                <a:cs typeface="Aptos"/>
              </a:rPr>
              <a:t>01</a:t>
            </a:r>
          </a:p>
        </p:txBody>
      </p:sp>
      <p:sp>
        <p:nvSpPr>
          <p:cNvPr id="6" name="Rektangel 5">
            <a:extLst>
              <a:ext uri="{FF2B5EF4-FFF2-40B4-BE49-F238E27FC236}">
                <a16:creationId xmlns:a16="http://schemas.microsoft.com/office/drawing/2014/main" id="{A3544AF7-AB22-49C6-9167-F97C0838E884}"/>
              </a:ext>
            </a:extLst>
          </p:cNvPr>
          <p:cNvSpPr>
            <a:spLocks noGrp="1"/>
          </p:cNvSpPr>
          <p:nvPr/>
        </p:nvSpPr>
        <p:spPr>
          <a:xfrm>
            <a:off x="723900" y="2857500"/>
            <a:ext cx="2095500" cy="400050"/>
          </a:xfrm>
          <a:prstGeom prst="rect">
            <a:avLst/>
          </a:prstGeom>
          <a:noFill/>
          <a:ln w="0">
            <a:noFill/>
          </a:ln>
        </p:spPr>
        <p:txBody>
          <a:bodyPr anchor="t">
            <a:noAutofit/>
          </a:bodyPr>
          <a:lstStyle/>
          <a:p>
            <a:pPr algn="l">
              <a:lnSpc>
                <a:spcPct val="100000"/>
              </a:lnSpc>
              <a:buNone/>
              <a:defRPr sz="2100" b="1">
                <a:solidFill>
                  <a:srgbClr val="000000"/>
                </a:solidFill>
                <a:latin typeface="Aptos Display"/>
                <a:ea typeface="Aptos Display"/>
                <a:cs typeface="Aptos Display"/>
              </a:defRPr>
            </a:pPr>
            <a:r>
              <a:rPr sz="2100" b="1">
                <a:solidFill>
                  <a:srgbClr val="000000"/>
                </a:solidFill>
                <a:latin typeface="Aptos Display"/>
                <a:ea typeface="Aptos Display"/>
                <a:cs typeface="Aptos Display"/>
              </a:rPr>
              <a:t>Rådata</a:t>
            </a:r>
          </a:p>
        </p:txBody>
      </p:sp>
      <p:sp>
        <p:nvSpPr>
          <p:cNvPr id="7" name="Rektangel 6">
            <a:extLst>
              <a:ext uri="{FF2B5EF4-FFF2-40B4-BE49-F238E27FC236}">
                <a16:creationId xmlns:a16="http://schemas.microsoft.com/office/drawing/2014/main" id="{F7BD7B8A-C394-433E-9849-F852CC78D12E}"/>
              </a:ext>
            </a:extLst>
          </p:cNvPr>
          <p:cNvSpPr>
            <a:spLocks noGrp="1"/>
          </p:cNvSpPr>
          <p:nvPr/>
        </p:nvSpPr>
        <p:spPr>
          <a:xfrm>
            <a:off x="723900" y="3390900"/>
            <a:ext cx="2095500" cy="895350"/>
          </a:xfrm>
          <a:prstGeom prst="rect">
            <a:avLst/>
          </a:prstGeom>
          <a:noFill/>
          <a:ln w="0">
            <a:noFill/>
          </a:ln>
        </p:spPr>
        <p:txBody>
          <a:bodyPr anchor="t">
            <a:noAutofit/>
          </a:bodyPr>
          <a:lstStyle/>
          <a:p>
            <a:pPr algn="l">
              <a:lnSpc>
                <a:spcPct val="105000"/>
              </a:lnSpc>
              <a:buNone/>
              <a:defRPr sz="1500" b="0">
                <a:solidFill>
                  <a:srgbClr val="000000"/>
                </a:solidFill>
                <a:latin typeface="Aptos"/>
                <a:ea typeface="Aptos"/>
                <a:cs typeface="Aptos"/>
              </a:defRPr>
            </a:pPr>
            <a:r>
              <a:rPr sz="1500" b="0" err="1">
                <a:solidFill>
                  <a:srgbClr val="000000"/>
                </a:solidFill>
                <a:latin typeface="Aptos"/>
                <a:ea typeface="Aptos"/>
                <a:cs typeface="Aptos"/>
              </a:rPr>
              <a:t>Landinger</a:t>
            </a:r>
            <a:r>
              <a:rPr sz="1500" b="0">
                <a:solidFill>
                  <a:srgbClr val="000000"/>
                </a:solidFill>
                <a:latin typeface="Aptos"/>
                <a:ea typeface="Aptos"/>
                <a:cs typeface="Aptos"/>
              </a:rPr>
              <a:t>, </a:t>
            </a:r>
            <a:r>
              <a:rPr sz="1500" b="0" err="1">
                <a:solidFill>
                  <a:srgbClr val="000000"/>
                </a:solidFill>
                <a:latin typeface="Aptos"/>
                <a:ea typeface="Aptos"/>
                <a:cs typeface="Aptos"/>
              </a:rPr>
              <a:t>fartøy</a:t>
            </a:r>
            <a:r>
              <a:rPr sz="1500" b="0">
                <a:solidFill>
                  <a:srgbClr val="000000"/>
                </a:solidFill>
                <a:latin typeface="Aptos"/>
                <a:ea typeface="Aptos"/>
                <a:cs typeface="Aptos"/>
              </a:rPr>
              <a:t>, </a:t>
            </a:r>
            <a:r>
              <a:rPr sz="1500" b="0" err="1">
                <a:solidFill>
                  <a:srgbClr val="000000"/>
                </a:solidFill>
                <a:latin typeface="Aptos"/>
                <a:ea typeface="Aptos"/>
                <a:cs typeface="Aptos"/>
              </a:rPr>
              <a:t>kalender</a:t>
            </a:r>
            <a:r>
              <a:rPr sz="1500" b="0">
                <a:solidFill>
                  <a:srgbClr val="000000"/>
                </a:solidFill>
                <a:latin typeface="Aptos"/>
                <a:ea typeface="Aptos"/>
                <a:cs typeface="Aptos"/>
              </a:rPr>
              <a:t> </a:t>
            </a:r>
            <a:r>
              <a:rPr sz="1500" b="0" err="1">
                <a:solidFill>
                  <a:srgbClr val="000000"/>
                </a:solidFill>
                <a:latin typeface="Aptos"/>
                <a:ea typeface="Aptos"/>
                <a:cs typeface="Aptos"/>
              </a:rPr>
              <a:t>og</a:t>
            </a:r>
            <a:r>
              <a:rPr sz="1500" b="0">
                <a:solidFill>
                  <a:srgbClr val="000000"/>
                </a:solidFill>
                <a:latin typeface="Aptos"/>
                <a:ea typeface="Aptos"/>
                <a:cs typeface="Aptos"/>
              </a:rPr>
              <a:t> </a:t>
            </a:r>
            <a:r>
              <a:rPr sz="1500" b="0" err="1">
                <a:solidFill>
                  <a:srgbClr val="000000"/>
                </a:solidFill>
                <a:latin typeface="Aptos"/>
                <a:ea typeface="Aptos"/>
                <a:cs typeface="Aptos"/>
              </a:rPr>
              <a:t>havforhold</a:t>
            </a:r>
            <a:endParaRPr sz="1500" b="0">
              <a:solidFill>
                <a:srgbClr val="000000"/>
              </a:solidFill>
              <a:latin typeface="Aptos"/>
              <a:ea typeface="Aptos"/>
              <a:cs typeface="Aptos"/>
            </a:endParaRPr>
          </a:p>
        </p:txBody>
      </p:sp>
      <p:sp>
        <p:nvSpPr>
          <p:cNvPr id="8" name="Rektangel 7">
            <a:extLst>
              <a:ext uri="{FF2B5EF4-FFF2-40B4-BE49-F238E27FC236}">
                <a16:creationId xmlns:a16="http://schemas.microsoft.com/office/drawing/2014/main" id="{9F3ABC28-C791-4178-B36C-FDCB1610F241}"/>
              </a:ext>
            </a:extLst>
          </p:cNvPr>
          <p:cNvSpPr>
            <a:spLocks noGrp="1"/>
          </p:cNvSpPr>
          <p:nvPr/>
        </p:nvSpPr>
        <p:spPr>
          <a:xfrm>
            <a:off x="3429000" y="1866900"/>
            <a:ext cx="2476500" cy="2619375"/>
          </a:xfrm>
          <a:prstGeom prst="rect">
            <a:avLst/>
          </a:prstGeom>
          <a:solidFill>
            <a:srgbClr val="CCC1BC"/>
          </a:solidFill>
          <a:ln w="0">
            <a:noFill/>
          </a:ln>
        </p:spPr>
        <p:txBody>
          <a:bodyPr/>
          <a:lstStyle/>
          <a:p>
            <a:endParaRPr lang="nb-NO"/>
          </a:p>
        </p:txBody>
      </p:sp>
      <p:sp>
        <p:nvSpPr>
          <p:cNvPr id="9" name="Rektangel 8">
            <a:extLst>
              <a:ext uri="{FF2B5EF4-FFF2-40B4-BE49-F238E27FC236}">
                <a16:creationId xmlns:a16="http://schemas.microsoft.com/office/drawing/2014/main" id="{2AA557FE-34DC-417D-8FC2-8A55A4C75A85}"/>
              </a:ext>
            </a:extLst>
          </p:cNvPr>
          <p:cNvSpPr>
            <a:spLocks noGrp="1"/>
          </p:cNvSpPr>
          <p:nvPr/>
        </p:nvSpPr>
        <p:spPr>
          <a:xfrm>
            <a:off x="3600450" y="2057400"/>
            <a:ext cx="666750" cy="571500"/>
          </a:xfrm>
          <a:prstGeom prst="rect">
            <a:avLst/>
          </a:prstGeom>
          <a:noFill/>
          <a:ln w="0">
            <a:noFill/>
          </a:ln>
        </p:spPr>
        <p:txBody>
          <a:bodyPr anchor="t">
            <a:noAutofit/>
          </a:bodyPr>
          <a:lstStyle/>
          <a:p>
            <a:pPr algn="l">
              <a:lnSpc>
                <a:spcPct val="100000"/>
              </a:lnSpc>
              <a:buNone/>
              <a:defRPr sz="3150" b="1">
                <a:solidFill>
                  <a:srgbClr val="E55158"/>
                </a:solidFill>
                <a:latin typeface="Aptos"/>
                <a:ea typeface="Aptos"/>
                <a:cs typeface="Aptos"/>
              </a:defRPr>
            </a:pPr>
            <a:r>
              <a:rPr sz="3150" b="1">
                <a:solidFill>
                  <a:srgbClr val="E55158"/>
                </a:solidFill>
                <a:latin typeface="Aptos"/>
                <a:ea typeface="Aptos"/>
                <a:cs typeface="Aptos"/>
              </a:rPr>
              <a:t>02</a:t>
            </a:r>
          </a:p>
        </p:txBody>
      </p:sp>
      <p:sp>
        <p:nvSpPr>
          <p:cNvPr id="10" name="Rektangel 9">
            <a:extLst>
              <a:ext uri="{FF2B5EF4-FFF2-40B4-BE49-F238E27FC236}">
                <a16:creationId xmlns:a16="http://schemas.microsoft.com/office/drawing/2014/main" id="{F8B66717-0606-4B5A-A948-E0E82B188082}"/>
              </a:ext>
            </a:extLst>
          </p:cNvPr>
          <p:cNvSpPr>
            <a:spLocks noGrp="1"/>
          </p:cNvSpPr>
          <p:nvPr/>
        </p:nvSpPr>
        <p:spPr>
          <a:xfrm>
            <a:off x="3600450" y="2857500"/>
            <a:ext cx="2095500" cy="400050"/>
          </a:xfrm>
          <a:prstGeom prst="rect">
            <a:avLst/>
          </a:prstGeom>
          <a:noFill/>
          <a:ln w="0">
            <a:noFill/>
          </a:ln>
        </p:spPr>
        <p:txBody>
          <a:bodyPr anchor="t">
            <a:noAutofit/>
          </a:bodyPr>
          <a:lstStyle/>
          <a:p>
            <a:pPr algn="l">
              <a:lnSpc>
                <a:spcPct val="100000"/>
              </a:lnSpc>
              <a:buNone/>
              <a:defRPr sz="2100" b="1">
                <a:solidFill>
                  <a:srgbClr val="000000"/>
                </a:solidFill>
                <a:latin typeface="Aptos Display"/>
                <a:ea typeface="Aptos Display"/>
                <a:cs typeface="Aptos Display"/>
              </a:defRPr>
            </a:pPr>
            <a:r>
              <a:rPr lang="nb-NO" sz="2100" b="1">
                <a:solidFill>
                  <a:srgbClr val="000000"/>
                </a:solidFill>
                <a:latin typeface="Aptos Display"/>
                <a:ea typeface="Aptos Display"/>
                <a:cs typeface="Aptos Display"/>
              </a:rPr>
              <a:t>Datamodellering</a:t>
            </a:r>
            <a:endParaRPr sz="2100" b="1">
              <a:solidFill>
                <a:srgbClr val="000000"/>
              </a:solidFill>
              <a:latin typeface="Aptos Display"/>
              <a:ea typeface="Aptos Display"/>
              <a:cs typeface="Aptos Display"/>
            </a:endParaRPr>
          </a:p>
        </p:txBody>
      </p:sp>
      <p:sp>
        <p:nvSpPr>
          <p:cNvPr id="11" name="Rektangel 10">
            <a:extLst>
              <a:ext uri="{FF2B5EF4-FFF2-40B4-BE49-F238E27FC236}">
                <a16:creationId xmlns:a16="http://schemas.microsoft.com/office/drawing/2014/main" id="{FA1B7729-C7C0-408E-8A8F-8F0E7C7A5BF1}"/>
              </a:ext>
            </a:extLst>
          </p:cNvPr>
          <p:cNvSpPr>
            <a:spLocks noGrp="1"/>
          </p:cNvSpPr>
          <p:nvPr/>
        </p:nvSpPr>
        <p:spPr>
          <a:xfrm>
            <a:off x="3600450" y="3390900"/>
            <a:ext cx="2095500" cy="895350"/>
          </a:xfrm>
          <a:prstGeom prst="rect">
            <a:avLst/>
          </a:prstGeom>
          <a:noFill/>
          <a:ln w="0">
            <a:noFill/>
          </a:ln>
        </p:spPr>
        <p:txBody>
          <a:bodyPr anchor="t">
            <a:noAutofit/>
          </a:bodyPr>
          <a:lstStyle/>
          <a:p>
            <a:pPr algn="l">
              <a:lnSpc>
                <a:spcPct val="105000"/>
              </a:lnSpc>
              <a:buNone/>
              <a:defRPr sz="1500" b="0">
                <a:solidFill>
                  <a:srgbClr val="000000"/>
                </a:solidFill>
                <a:latin typeface="Aptos"/>
                <a:ea typeface="Aptos"/>
                <a:cs typeface="Aptos"/>
              </a:defRPr>
            </a:pPr>
            <a:r>
              <a:rPr sz="1500" b="0">
                <a:solidFill>
                  <a:srgbClr val="000000"/>
                </a:solidFill>
                <a:latin typeface="Aptos"/>
                <a:ea typeface="Aptos"/>
                <a:cs typeface="Aptos"/>
              </a:rPr>
              <a:t>Bronze, Silver og Gold i Databricks</a:t>
            </a:r>
          </a:p>
        </p:txBody>
      </p:sp>
      <p:sp>
        <p:nvSpPr>
          <p:cNvPr id="12" name="Rektangel 11">
            <a:extLst>
              <a:ext uri="{FF2B5EF4-FFF2-40B4-BE49-F238E27FC236}">
                <a16:creationId xmlns:a16="http://schemas.microsoft.com/office/drawing/2014/main" id="{74CA83EF-876D-49C5-9F33-2A7C947AD073}"/>
              </a:ext>
            </a:extLst>
          </p:cNvPr>
          <p:cNvSpPr>
            <a:spLocks noGrp="1"/>
          </p:cNvSpPr>
          <p:nvPr/>
        </p:nvSpPr>
        <p:spPr>
          <a:xfrm>
            <a:off x="6305550" y="1866900"/>
            <a:ext cx="2476500" cy="2619375"/>
          </a:xfrm>
          <a:prstGeom prst="rect">
            <a:avLst/>
          </a:prstGeom>
          <a:solidFill>
            <a:srgbClr val="F6C5C7"/>
          </a:solidFill>
          <a:ln w="0">
            <a:noFill/>
          </a:ln>
        </p:spPr>
        <p:txBody>
          <a:bodyPr/>
          <a:lstStyle/>
          <a:p>
            <a:endParaRPr lang="nb-NO"/>
          </a:p>
        </p:txBody>
      </p:sp>
      <p:sp>
        <p:nvSpPr>
          <p:cNvPr id="13" name="Rektangel 12">
            <a:extLst>
              <a:ext uri="{FF2B5EF4-FFF2-40B4-BE49-F238E27FC236}">
                <a16:creationId xmlns:a16="http://schemas.microsoft.com/office/drawing/2014/main" id="{5FBF602B-0E1D-4E99-9E81-96159EF181AF}"/>
              </a:ext>
            </a:extLst>
          </p:cNvPr>
          <p:cNvSpPr>
            <a:spLocks noGrp="1"/>
          </p:cNvSpPr>
          <p:nvPr/>
        </p:nvSpPr>
        <p:spPr>
          <a:xfrm>
            <a:off x="6477000" y="2057400"/>
            <a:ext cx="666750" cy="571500"/>
          </a:xfrm>
          <a:prstGeom prst="rect">
            <a:avLst/>
          </a:prstGeom>
          <a:noFill/>
          <a:ln w="0">
            <a:noFill/>
          </a:ln>
        </p:spPr>
        <p:txBody>
          <a:bodyPr anchor="t">
            <a:noAutofit/>
          </a:bodyPr>
          <a:lstStyle/>
          <a:p>
            <a:pPr algn="l">
              <a:lnSpc>
                <a:spcPct val="100000"/>
              </a:lnSpc>
              <a:buNone/>
              <a:defRPr sz="3150" b="1">
                <a:solidFill>
                  <a:srgbClr val="E55158"/>
                </a:solidFill>
                <a:latin typeface="Aptos"/>
                <a:ea typeface="Aptos"/>
                <a:cs typeface="Aptos"/>
              </a:defRPr>
            </a:pPr>
            <a:r>
              <a:rPr sz="3150" b="1">
                <a:solidFill>
                  <a:srgbClr val="E55158"/>
                </a:solidFill>
                <a:latin typeface="Aptos"/>
                <a:ea typeface="Aptos"/>
                <a:cs typeface="Aptos"/>
              </a:rPr>
              <a:t>03</a:t>
            </a:r>
          </a:p>
        </p:txBody>
      </p:sp>
      <p:sp>
        <p:nvSpPr>
          <p:cNvPr id="14" name="Rektangel 13">
            <a:extLst>
              <a:ext uri="{FF2B5EF4-FFF2-40B4-BE49-F238E27FC236}">
                <a16:creationId xmlns:a16="http://schemas.microsoft.com/office/drawing/2014/main" id="{40643C5F-43E0-4E0E-BCB6-B1BA4DA49617}"/>
              </a:ext>
            </a:extLst>
          </p:cNvPr>
          <p:cNvSpPr>
            <a:spLocks noGrp="1"/>
          </p:cNvSpPr>
          <p:nvPr/>
        </p:nvSpPr>
        <p:spPr>
          <a:xfrm>
            <a:off x="6477000" y="2857500"/>
            <a:ext cx="2095500" cy="400050"/>
          </a:xfrm>
          <a:prstGeom prst="rect">
            <a:avLst/>
          </a:prstGeom>
          <a:noFill/>
          <a:ln w="0">
            <a:noFill/>
          </a:ln>
        </p:spPr>
        <p:txBody>
          <a:bodyPr anchor="t">
            <a:noAutofit/>
          </a:bodyPr>
          <a:lstStyle/>
          <a:p>
            <a:pPr algn="l">
              <a:lnSpc>
                <a:spcPct val="100000"/>
              </a:lnSpc>
              <a:buNone/>
              <a:defRPr sz="2100" b="1">
                <a:solidFill>
                  <a:srgbClr val="000000"/>
                </a:solidFill>
                <a:latin typeface="Aptos Display"/>
                <a:ea typeface="Aptos Display"/>
                <a:cs typeface="Aptos Display"/>
              </a:defRPr>
            </a:pPr>
            <a:r>
              <a:rPr sz="2100" b="1">
                <a:solidFill>
                  <a:srgbClr val="000000"/>
                </a:solidFill>
                <a:latin typeface="Aptos Display"/>
                <a:ea typeface="Aptos Display"/>
                <a:cs typeface="Aptos Display"/>
              </a:rPr>
              <a:t>Prognose</a:t>
            </a:r>
          </a:p>
        </p:txBody>
      </p:sp>
      <p:sp>
        <p:nvSpPr>
          <p:cNvPr id="15" name="Rektangel 14">
            <a:extLst>
              <a:ext uri="{FF2B5EF4-FFF2-40B4-BE49-F238E27FC236}">
                <a16:creationId xmlns:a16="http://schemas.microsoft.com/office/drawing/2014/main" id="{D82AA3B9-8996-4E0D-97A1-B272D3B8ECC6}"/>
              </a:ext>
            </a:extLst>
          </p:cNvPr>
          <p:cNvSpPr>
            <a:spLocks noGrp="1"/>
          </p:cNvSpPr>
          <p:nvPr/>
        </p:nvSpPr>
        <p:spPr>
          <a:xfrm>
            <a:off x="6477000" y="3390900"/>
            <a:ext cx="2095500" cy="895350"/>
          </a:xfrm>
          <a:prstGeom prst="rect">
            <a:avLst/>
          </a:prstGeom>
          <a:noFill/>
          <a:ln w="0">
            <a:noFill/>
          </a:ln>
        </p:spPr>
        <p:txBody>
          <a:bodyPr anchor="t">
            <a:noAutofit/>
          </a:bodyPr>
          <a:lstStyle/>
          <a:p>
            <a:pPr algn="l">
              <a:lnSpc>
                <a:spcPct val="105000"/>
              </a:lnSpc>
              <a:buNone/>
              <a:defRPr sz="1500" b="0">
                <a:solidFill>
                  <a:srgbClr val="000000"/>
                </a:solidFill>
                <a:latin typeface="Aptos"/>
                <a:ea typeface="Aptos"/>
                <a:cs typeface="Aptos"/>
              </a:defRPr>
            </a:pPr>
            <a:r>
              <a:rPr sz="1500" b="0">
                <a:solidFill>
                  <a:srgbClr val="000000"/>
                </a:solidFill>
                <a:latin typeface="Aptos"/>
                <a:ea typeface="Aptos"/>
                <a:cs typeface="Aptos"/>
              </a:rPr>
              <a:t>Neste ukes landingsmengde per art og område</a:t>
            </a:r>
          </a:p>
        </p:txBody>
      </p:sp>
      <p:sp>
        <p:nvSpPr>
          <p:cNvPr id="16" name="Rektangel 15">
            <a:extLst>
              <a:ext uri="{FF2B5EF4-FFF2-40B4-BE49-F238E27FC236}">
                <a16:creationId xmlns:a16="http://schemas.microsoft.com/office/drawing/2014/main" id="{2B013DCF-6652-4BE5-AC2E-3B9615DE919B}"/>
              </a:ext>
            </a:extLst>
          </p:cNvPr>
          <p:cNvSpPr>
            <a:spLocks noGrp="1"/>
          </p:cNvSpPr>
          <p:nvPr/>
        </p:nvSpPr>
        <p:spPr>
          <a:xfrm>
            <a:off x="9182100" y="1866900"/>
            <a:ext cx="2476500" cy="2619375"/>
          </a:xfrm>
          <a:prstGeom prst="rect">
            <a:avLst/>
          </a:prstGeom>
          <a:solidFill>
            <a:srgbClr val="CCC1BC"/>
          </a:solidFill>
          <a:ln w="0">
            <a:noFill/>
          </a:ln>
        </p:spPr>
        <p:txBody>
          <a:bodyPr/>
          <a:lstStyle/>
          <a:p>
            <a:endParaRPr lang="nb-NO"/>
          </a:p>
        </p:txBody>
      </p:sp>
      <p:sp>
        <p:nvSpPr>
          <p:cNvPr id="17" name="Rektangel 16">
            <a:extLst>
              <a:ext uri="{FF2B5EF4-FFF2-40B4-BE49-F238E27FC236}">
                <a16:creationId xmlns:a16="http://schemas.microsoft.com/office/drawing/2014/main" id="{67229B57-828A-4902-93D3-71535C1B7061}"/>
              </a:ext>
            </a:extLst>
          </p:cNvPr>
          <p:cNvSpPr>
            <a:spLocks noGrp="1"/>
          </p:cNvSpPr>
          <p:nvPr/>
        </p:nvSpPr>
        <p:spPr>
          <a:xfrm>
            <a:off x="9353550" y="2057400"/>
            <a:ext cx="666750" cy="571500"/>
          </a:xfrm>
          <a:prstGeom prst="rect">
            <a:avLst/>
          </a:prstGeom>
          <a:noFill/>
          <a:ln w="0">
            <a:noFill/>
          </a:ln>
        </p:spPr>
        <p:txBody>
          <a:bodyPr anchor="t">
            <a:noAutofit/>
          </a:bodyPr>
          <a:lstStyle/>
          <a:p>
            <a:pPr algn="l">
              <a:lnSpc>
                <a:spcPct val="100000"/>
              </a:lnSpc>
              <a:buNone/>
              <a:defRPr sz="3150" b="1">
                <a:solidFill>
                  <a:srgbClr val="E55158"/>
                </a:solidFill>
                <a:latin typeface="Aptos"/>
                <a:ea typeface="Aptos"/>
                <a:cs typeface="Aptos"/>
              </a:defRPr>
            </a:pPr>
            <a:r>
              <a:rPr sz="3150" b="1">
                <a:solidFill>
                  <a:srgbClr val="E55158"/>
                </a:solidFill>
                <a:latin typeface="Aptos"/>
                <a:ea typeface="Aptos"/>
                <a:cs typeface="Aptos"/>
              </a:rPr>
              <a:t>04</a:t>
            </a:r>
          </a:p>
        </p:txBody>
      </p:sp>
      <p:sp>
        <p:nvSpPr>
          <p:cNvPr id="18" name="Rektangel 17">
            <a:extLst>
              <a:ext uri="{FF2B5EF4-FFF2-40B4-BE49-F238E27FC236}">
                <a16:creationId xmlns:a16="http://schemas.microsoft.com/office/drawing/2014/main" id="{B74E4517-B073-433F-850F-9824EE568B66}"/>
              </a:ext>
            </a:extLst>
          </p:cNvPr>
          <p:cNvSpPr>
            <a:spLocks noGrp="1"/>
          </p:cNvSpPr>
          <p:nvPr/>
        </p:nvSpPr>
        <p:spPr>
          <a:xfrm>
            <a:off x="9353550" y="2857500"/>
            <a:ext cx="2095500" cy="400050"/>
          </a:xfrm>
          <a:prstGeom prst="rect">
            <a:avLst/>
          </a:prstGeom>
          <a:noFill/>
          <a:ln w="0">
            <a:noFill/>
          </a:ln>
        </p:spPr>
        <p:txBody>
          <a:bodyPr anchor="t">
            <a:noAutofit/>
          </a:bodyPr>
          <a:lstStyle/>
          <a:p>
            <a:pPr algn="l">
              <a:lnSpc>
                <a:spcPct val="100000"/>
              </a:lnSpc>
              <a:buNone/>
              <a:defRPr sz="2100" b="1">
                <a:solidFill>
                  <a:srgbClr val="000000"/>
                </a:solidFill>
                <a:latin typeface="Aptos Display"/>
                <a:ea typeface="Aptos Display"/>
                <a:cs typeface="Aptos Display"/>
              </a:defRPr>
            </a:pPr>
            <a:r>
              <a:rPr sz="2100" b="1">
                <a:solidFill>
                  <a:srgbClr val="000000"/>
                </a:solidFill>
                <a:latin typeface="Aptos Display"/>
                <a:ea typeface="Aptos Display"/>
                <a:cs typeface="Aptos Display"/>
              </a:rPr>
              <a:t>Innsikt</a:t>
            </a:r>
          </a:p>
        </p:txBody>
      </p:sp>
      <p:sp>
        <p:nvSpPr>
          <p:cNvPr id="19" name="Rektangel 18">
            <a:extLst>
              <a:ext uri="{FF2B5EF4-FFF2-40B4-BE49-F238E27FC236}">
                <a16:creationId xmlns:a16="http://schemas.microsoft.com/office/drawing/2014/main" id="{2864A305-D505-4405-9871-450311875FBB}"/>
              </a:ext>
            </a:extLst>
          </p:cNvPr>
          <p:cNvSpPr>
            <a:spLocks noGrp="1"/>
          </p:cNvSpPr>
          <p:nvPr/>
        </p:nvSpPr>
        <p:spPr>
          <a:xfrm>
            <a:off x="9353550" y="3390900"/>
            <a:ext cx="2095500" cy="895350"/>
          </a:xfrm>
          <a:prstGeom prst="rect">
            <a:avLst/>
          </a:prstGeom>
          <a:noFill/>
          <a:ln w="0">
            <a:noFill/>
          </a:ln>
        </p:spPr>
        <p:txBody>
          <a:bodyPr anchor="t">
            <a:noAutofit/>
          </a:bodyPr>
          <a:lstStyle/>
          <a:p>
            <a:pPr algn="l">
              <a:lnSpc>
                <a:spcPct val="105000"/>
              </a:lnSpc>
              <a:buNone/>
              <a:defRPr sz="1500" b="0">
                <a:solidFill>
                  <a:srgbClr val="000000"/>
                </a:solidFill>
                <a:latin typeface="Aptos"/>
                <a:ea typeface="Aptos"/>
                <a:cs typeface="Aptos"/>
              </a:defRPr>
            </a:pPr>
            <a:r>
              <a:rPr sz="1500" b="0">
                <a:solidFill>
                  <a:srgbClr val="000000"/>
                </a:solidFill>
                <a:latin typeface="Aptos"/>
                <a:ea typeface="Aptos"/>
                <a:cs typeface="Aptos"/>
              </a:rPr>
              <a:t>AI/BI-dashboard med faktiske og predikerte verdier</a:t>
            </a:r>
          </a:p>
        </p:txBody>
      </p:sp>
    </p:spTree>
    <p:extLst>
      <p:ext uri="{BB962C8B-B14F-4D97-AF65-F5344CB8AC3E}">
        <p14:creationId xmlns:p14="http://schemas.microsoft.com/office/powerpoint/2010/main" val="13004582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85216" y="384048"/>
            <a:ext cx="1828800" cy="153888"/>
          </a:xfrm>
          <a:prstGeom prst="rect">
            <a:avLst/>
          </a:prstGeom>
          <a:noFill/>
        </p:spPr>
        <p:txBody>
          <a:bodyPr wrap="square" lIns="0" tIns="0" rIns="0" bIns="0" anchor="t">
            <a:spAutoFit/>
          </a:bodyPr>
          <a:lstStyle/>
          <a:p>
            <a:pPr algn="l"/>
            <a:r>
              <a:rPr lang="nb-NO" sz="1000" b="1">
                <a:solidFill>
                  <a:srgbClr val="E55158"/>
                </a:solidFill>
                <a:latin typeface="Arial"/>
              </a:rPr>
              <a:t>PLATTFORM</a:t>
            </a:r>
            <a:endParaRPr lang="nb-NO"/>
          </a:p>
        </p:txBody>
      </p:sp>
      <p:sp>
        <p:nvSpPr>
          <p:cNvPr id="5" name="TextBox 4"/>
          <p:cNvSpPr txBox="1"/>
          <p:nvPr/>
        </p:nvSpPr>
        <p:spPr>
          <a:xfrm>
            <a:off x="585216" y="704088"/>
            <a:ext cx="6126480" cy="475488"/>
          </a:xfrm>
          <a:prstGeom prst="rect">
            <a:avLst/>
          </a:prstGeom>
          <a:noFill/>
        </p:spPr>
        <p:txBody>
          <a:bodyPr wrap="square" lIns="0" tIns="0" rIns="0" bIns="0">
            <a:spAutoFit/>
          </a:bodyPr>
          <a:lstStyle/>
          <a:p>
            <a:pPr algn="l"/>
            <a:r>
              <a:rPr sz="2600" b="1">
                <a:solidFill>
                  <a:srgbClr val="000000"/>
                </a:solidFill>
                <a:latin typeface="Arial"/>
              </a:rPr>
              <a:t>Hva er Databricks?</a:t>
            </a:r>
          </a:p>
        </p:txBody>
      </p:sp>
      <p:sp>
        <p:nvSpPr>
          <p:cNvPr id="6" name="Rectangle 5"/>
          <p:cNvSpPr/>
          <p:nvPr/>
        </p:nvSpPr>
        <p:spPr>
          <a:xfrm>
            <a:off x="493776" y="1225296"/>
            <a:ext cx="1170432" cy="16459"/>
          </a:xfrm>
          <a:prstGeom prst="rect">
            <a:avLst/>
          </a:prstGeom>
          <a:solidFill>
            <a:srgbClr val="E551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85216" y="1490472"/>
            <a:ext cx="10881360" cy="530352"/>
          </a:xfrm>
          <a:prstGeom prst="rect">
            <a:avLst/>
          </a:prstGeom>
          <a:noFill/>
        </p:spPr>
        <p:txBody>
          <a:bodyPr wrap="square" lIns="0" tIns="0" rIns="0" bIns="0">
            <a:spAutoFit/>
          </a:bodyPr>
          <a:lstStyle/>
          <a:p>
            <a:pPr algn="l"/>
            <a:r>
              <a:rPr sz="2000" b="0">
                <a:solidFill>
                  <a:srgbClr val="272727"/>
                </a:solidFill>
                <a:latin typeface="Arial"/>
              </a:rPr>
              <a:t>En moderne, skybasert plattform som samler data engineering, analyse og AI i ett miljø.</a:t>
            </a:r>
          </a:p>
        </p:txBody>
      </p:sp>
      <p:sp>
        <p:nvSpPr>
          <p:cNvPr id="9" name="Rectangle 8"/>
          <p:cNvSpPr/>
          <p:nvPr/>
        </p:nvSpPr>
        <p:spPr>
          <a:xfrm>
            <a:off x="585216" y="2331720"/>
            <a:ext cx="3127248" cy="2148840"/>
          </a:xfrm>
          <a:prstGeom prst="rect">
            <a:avLst/>
          </a:prstGeom>
          <a:solidFill>
            <a:srgbClr val="F6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86384" y="2551176"/>
            <a:ext cx="457200" cy="256032"/>
          </a:xfrm>
          <a:prstGeom prst="rect">
            <a:avLst/>
          </a:prstGeom>
          <a:noFill/>
        </p:spPr>
        <p:txBody>
          <a:bodyPr wrap="square" lIns="0" tIns="0" rIns="0" bIns="0">
            <a:spAutoFit/>
          </a:bodyPr>
          <a:lstStyle/>
          <a:p>
            <a:pPr algn="l"/>
            <a:r>
              <a:rPr sz="1200" b="1">
                <a:solidFill>
                  <a:srgbClr val="E55158"/>
                </a:solidFill>
                <a:latin typeface="Arial"/>
              </a:rPr>
              <a:t>01</a:t>
            </a:r>
          </a:p>
        </p:txBody>
      </p:sp>
      <p:sp>
        <p:nvSpPr>
          <p:cNvPr id="11" name="TextBox 10"/>
          <p:cNvSpPr txBox="1"/>
          <p:nvPr/>
        </p:nvSpPr>
        <p:spPr>
          <a:xfrm>
            <a:off x="786384" y="2907792"/>
            <a:ext cx="2697480" cy="384048"/>
          </a:xfrm>
          <a:prstGeom prst="rect">
            <a:avLst/>
          </a:prstGeom>
          <a:noFill/>
        </p:spPr>
        <p:txBody>
          <a:bodyPr wrap="square" lIns="0" tIns="0" rIns="0" bIns="0">
            <a:spAutoFit/>
          </a:bodyPr>
          <a:lstStyle/>
          <a:p>
            <a:pPr algn="l"/>
            <a:r>
              <a:rPr sz="2000" b="1">
                <a:solidFill>
                  <a:srgbClr val="000000"/>
                </a:solidFill>
                <a:latin typeface="Arial"/>
              </a:rPr>
              <a:t>Én plattform</a:t>
            </a:r>
          </a:p>
        </p:txBody>
      </p:sp>
      <p:sp>
        <p:nvSpPr>
          <p:cNvPr id="12" name="TextBox 11"/>
          <p:cNvSpPr txBox="1"/>
          <p:nvPr/>
        </p:nvSpPr>
        <p:spPr>
          <a:xfrm>
            <a:off x="786384" y="3429000"/>
            <a:ext cx="2697480" cy="804672"/>
          </a:xfrm>
          <a:prstGeom prst="rect">
            <a:avLst/>
          </a:prstGeom>
          <a:noFill/>
        </p:spPr>
        <p:txBody>
          <a:bodyPr wrap="square" lIns="0" tIns="0" rIns="0" bIns="0">
            <a:spAutoFit/>
          </a:bodyPr>
          <a:lstStyle/>
          <a:p>
            <a:pPr algn="l"/>
            <a:r>
              <a:rPr sz="1400" b="0">
                <a:solidFill>
                  <a:srgbClr val="272727"/>
                </a:solidFill>
                <a:latin typeface="Arial"/>
              </a:rPr>
              <a:t>Bygg datapipelines, SQL-analyse, maskinlæring og AI på samme datagrunnlag.</a:t>
            </a:r>
          </a:p>
        </p:txBody>
      </p:sp>
      <p:sp>
        <p:nvSpPr>
          <p:cNvPr id="13" name="Rectangle 12"/>
          <p:cNvSpPr/>
          <p:nvPr/>
        </p:nvSpPr>
        <p:spPr>
          <a:xfrm>
            <a:off x="4069080" y="2331720"/>
            <a:ext cx="3127248" cy="2148840"/>
          </a:xfrm>
          <a:prstGeom prst="rect">
            <a:avLst/>
          </a:prstGeom>
          <a:solidFill>
            <a:srgbClr val="F6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270248" y="2551176"/>
            <a:ext cx="457200" cy="256032"/>
          </a:xfrm>
          <a:prstGeom prst="rect">
            <a:avLst/>
          </a:prstGeom>
          <a:noFill/>
        </p:spPr>
        <p:txBody>
          <a:bodyPr wrap="square" lIns="0" tIns="0" rIns="0" bIns="0">
            <a:spAutoFit/>
          </a:bodyPr>
          <a:lstStyle/>
          <a:p>
            <a:pPr algn="l"/>
            <a:r>
              <a:rPr sz="1200" b="1">
                <a:solidFill>
                  <a:srgbClr val="E55158"/>
                </a:solidFill>
                <a:latin typeface="Arial"/>
              </a:rPr>
              <a:t>02</a:t>
            </a:r>
          </a:p>
        </p:txBody>
      </p:sp>
      <p:sp>
        <p:nvSpPr>
          <p:cNvPr id="15" name="TextBox 14"/>
          <p:cNvSpPr txBox="1"/>
          <p:nvPr/>
        </p:nvSpPr>
        <p:spPr>
          <a:xfrm>
            <a:off x="4270248" y="2907792"/>
            <a:ext cx="2697480" cy="384048"/>
          </a:xfrm>
          <a:prstGeom prst="rect">
            <a:avLst/>
          </a:prstGeom>
          <a:noFill/>
        </p:spPr>
        <p:txBody>
          <a:bodyPr wrap="square" lIns="0" tIns="0" rIns="0" bIns="0">
            <a:spAutoFit/>
          </a:bodyPr>
          <a:lstStyle/>
          <a:p>
            <a:pPr algn="l"/>
            <a:r>
              <a:rPr sz="2000" b="1">
                <a:solidFill>
                  <a:srgbClr val="000000"/>
                </a:solidFill>
                <a:latin typeface="Arial"/>
              </a:rPr>
              <a:t>Bygget for skyen</a:t>
            </a:r>
          </a:p>
        </p:txBody>
      </p:sp>
      <p:sp>
        <p:nvSpPr>
          <p:cNvPr id="16" name="TextBox 15"/>
          <p:cNvSpPr txBox="1"/>
          <p:nvPr/>
        </p:nvSpPr>
        <p:spPr>
          <a:xfrm>
            <a:off x="4270248" y="3429000"/>
            <a:ext cx="2697480" cy="804672"/>
          </a:xfrm>
          <a:prstGeom prst="rect">
            <a:avLst/>
          </a:prstGeom>
          <a:noFill/>
        </p:spPr>
        <p:txBody>
          <a:bodyPr wrap="square" lIns="0" tIns="0" rIns="0" bIns="0">
            <a:spAutoFit/>
          </a:bodyPr>
          <a:lstStyle/>
          <a:p>
            <a:pPr algn="l"/>
            <a:r>
              <a:rPr sz="1400" b="0">
                <a:solidFill>
                  <a:srgbClr val="272727"/>
                </a:solidFill>
                <a:latin typeface="Arial"/>
              </a:rPr>
              <a:t>Skaler lagring og compute etter behov, og jobb på AWS, Azure eller Google Cloud.</a:t>
            </a:r>
          </a:p>
        </p:txBody>
      </p:sp>
      <p:sp>
        <p:nvSpPr>
          <p:cNvPr id="17" name="Rectangle 16"/>
          <p:cNvSpPr/>
          <p:nvPr/>
        </p:nvSpPr>
        <p:spPr>
          <a:xfrm>
            <a:off x="7552944" y="2331720"/>
            <a:ext cx="3127248" cy="2148840"/>
          </a:xfrm>
          <a:prstGeom prst="rect">
            <a:avLst/>
          </a:prstGeom>
          <a:solidFill>
            <a:srgbClr val="F6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54112" y="2551176"/>
            <a:ext cx="457200" cy="256032"/>
          </a:xfrm>
          <a:prstGeom prst="rect">
            <a:avLst/>
          </a:prstGeom>
          <a:noFill/>
        </p:spPr>
        <p:txBody>
          <a:bodyPr wrap="square" lIns="0" tIns="0" rIns="0" bIns="0">
            <a:spAutoFit/>
          </a:bodyPr>
          <a:lstStyle/>
          <a:p>
            <a:pPr algn="l"/>
            <a:r>
              <a:rPr sz="1200" b="1">
                <a:solidFill>
                  <a:srgbClr val="E55158"/>
                </a:solidFill>
                <a:latin typeface="Arial"/>
              </a:rPr>
              <a:t>03</a:t>
            </a:r>
          </a:p>
        </p:txBody>
      </p:sp>
      <p:sp>
        <p:nvSpPr>
          <p:cNvPr id="19" name="TextBox 18"/>
          <p:cNvSpPr txBox="1"/>
          <p:nvPr/>
        </p:nvSpPr>
        <p:spPr>
          <a:xfrm>
            <a:off x="7754112" y="2907792"/>
            <a:ext cx="2697480" cy="384048"/>
          </a:xfrm>
          <a:prstGeom prst="rect">
            <a:avLst/>
          </a:prstGeom>
          <a:noFill/>
        </p:spPr>
        <p:txBody>
          <a:bodyPr wrap="square" lIns="0" tIns="0" rIns="0" bIns="0">
            <a:spAutoFit/>
          </a:bodyPr>
          <a:lstStyle/>
          <a:p>
            <a:pPr algn="l"/>
            <a:r>
              <a:rPr sz="2000" b="1">
                <a:solidFill>
                  <a:srgbClr val="000000"/>
                </a:solidFill>
                <a:latin typeface="Arial"/>
              </a:rPr>
              <a:t>Åpen og styrbar</a:t>
            </a:r>
          </a:p>
        </p:txBody>
      </p:sp>
      <p:sp>
        <p:nvSpPr>
          <p:cNvPr id="20" name="TextBox 19"/>
          <p:cNvSpPr txBox="1"/>
          <p:nvPr/>
        </p:nvSpPr>
        <p:spPr>
          <a:xfrm>
            <a:off x="7754112" y="3429000"/>
            <a:ext cx="2697480" cy="804672"/>
          </a:xfrm>
          <a:prstGeom prst="rect">
            <a:avLst/>
          </a:prstGeom>
          <a:noFill/>
        </p:spPr>
        <p:txBody>
          <a:bodyPr wrap="square" lIns="0" tIns="0" rIns="0" bIns="0">
            <a:spAutoFit/>
          </a:bodyPr>
          <a:lstStyle/>
          <a:p>
            <a:pPr algn="l"/>
            <a:r>
              <a:rPr sz="1400" b="0">
                <a:solidFill>
                  <a:srgbClr val="272727"/>
                </a:solidFill>
                <a:latin typeface="Arial"/>
              </a:rPr>
              <a:t>Lakehouse-arkitektur kombinerer fleksibel datalagring med governance, kvalitet og sporbarhet.</a:t>
            </a:r>
          </a:p>
        </p:txBody>
      </p:sp>
      <p:sp>
        <p:nvSpPr>
          <p:cNvPr id="21" name="Rectangle 20"/>
          <p:cNvSpPr/>
          <p:nvPr/>
        </p:nvSpPr>
        <p:spPr>
          <a:xfrm>
            <a:off x="493776" y="4828032"/>
            <a:ext cx="11320272" cy="1078992"/>
          </a:xfrm>
          <a:prstGeom prst="rect">
            <a:avLst/>
          </a:prstGeom>
          <a:solidFill>
            <a:srgbClr val="E551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31520" y="5056632"/>
            <a:ext cx="3703320" cy="219456"/>
          </a:xfrm>
          <a:prstGeom prst="rect">
            <a:avLst/>
          </a:prstGeom>
          <a:noFill/>
        </p:spPr>
        <p:txBody>
          <a:bodyPr wrap="square" lIns="0" tIns="0" rIns="0" bIns="0">
            <a:spAutoFit/>
          </a:bodyPr>
          <a:lstStyle/>
          <a:p>
            <a:pPr algn="l"/>
            <a:r>
              <a:rPr sz="1000" b="1">
                <a:solidFill>
                  <a:srgbClr val="FFFFFF"/>
                </a:solidFill>
                <a:latin typeface="Arial"/>
              </a:rPr>
              <a:t>EN AV PLATTFORMENE VI JOBBER MED HOS KUNDER</a:t>
            </a:r>
          </a:p>
        </p:txBody>
      </p:sp>
      <p:sp>
        <p:nvSpPr>
          <p:cNvPr id="23" name="TextBox 22"/>
          <p:cNvSpPr txBox="1"/>
          <p:nvPr/>
        </p:nvSpPr>
        <p:spPr>
          <a:xfrm>
            <a:off x="744327" y="5271478"/>
            <a:ext cx="10561320" cy="365760"/>
          </a:xfrm>
          <a:prstGeom prst="rect">
            <a:avLst/>
          </a:prstGeom>
          <a:noFill/>
        </p:spPr>
        <p:txBody>
          <a:bodyPr wrap="square" lIns="0" tIns="0" rIns="0" bIns="0">
            <a:spAutoFit/>
          </a:bodyPr>
          <a:lstStyle/>
          <a:p>
            <a:pPr algn="l"/>
            <a:r>
              <a:rPr sz="1600" b="1">
                <a:solidFill>
                  <a:srgbClr val="FFFFFF"/>
                </a:solidFill>
                <a:latin typeface="Arial"/>
              </a:rPr>
              <a:t>BearingPoint bruker Databricks som én av flere moderne data- og AI-plattformer, valgt ut fra kundens behov og teknologilandskap.</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5CE9E-0BD0-1921-B32A-63AE51CD7451}"/>
              </a:ext>
            </a:extLst>
          </p:cNvPr>
          <p:cNvSpPr>
            <a:spLocks noGrp="1"/>
          </p:cNvSpPr>
          <p:nvPr>
            <p:ph type="title"/>
          </p:nvPr>
        </p:nvSpPr>
        <p:spPr/>
        <p:txBody>
          <a:bodyPr/>
          <a:lstStyle/>
          <a:p>
            <a:r>
              <a:rPr lang="en-NO"/>
              <a:t>Let’s GO</a:t>
            </a:r>
          </a:p>
        </p:txBody>
      </p:sp>
      <p:sp>
        <p:nvSpPr>
          <p:cNvPr id="3" name="Text Placeholder 2">
            <a:extLst>
              <a:ext uri="{FF2B5EF4-FFF2-40B4-BE49-F238E27FC236}">
                <a16:creationId xmlns:a16="http://schemas.microsoft.com/office/drawing/2014/main" id="{F0B98D2B-54EA-27D5-D650-A77600677AA3}"/>
              </a:ext>
            </a:extLst>
          </p:cNvPr>
          <p:cNvSpPr>
            <a:spLocks noGrp="1"/>
          </p:cNvSpPr>
          <p:nvPr>
            <p:ph type="body" idx="13"/>
          </p:nvPr>
        </p:nvSpPr>
        <p:spPr/>
        <p:txBody>
          <a:bodyPr/>
          <a:lstStyle/>
          <a:p>
            <a:r>
              <a:rPr lang="en-NO"/>
              <a:t>03</a:t>
            </a:r>
          </a:p>
        </p:txBody>
      </p:sp>
    </p:spTree>
    <p:extLst>
      <p:ext uri="{BB962C8B-B14F-4D97-AF65-F5344CB8AC3E}">
        <p14:creationId xmlns:p14="http://schemas.microsoft.com/office/powerpoint/2010/main" val="16337117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29" name="eyebrow">
            <a:extLst>
              <a:ext uri="{FF2B5EF4-FFF2-40B4-BE49-F238E27FC236}">
                <a16:creationId xmlns:a16="http://schemas.microsoft.com/office/drawing/2014/main" id="{A3C1949D-C75C-47D6-BECA-105782F68F92}"/>
              </a:ext>
            </a:extLst>
          </p:cNvPr>
          <p:cNvSpPr>
            <a:spLocks noGrp="1"/>
          </p:cNvSpPr>
          <p:nvPr/>
        </p:nvSpPr>
        <p:spPr>
          <a:xfrm>
            <a:off x="400050" y="228600"/>
            <a:ext cx="3143250" cy="209550"/>
          </a:xfrm>
          <a:prstGeom prst="rect">
            <a:avLst/>
          </a:prstGeom>
          <a:noFill/>
          <a:ln w="0">
            <a:noFill/>
          </a:ln>
        </p:spPr>
        <p:txBody>
          <a:bodyPr anchor="t">
            <a:noAutofit/>
          </a:bodyPr>
          <a:lstStyle/>
          <a:p>
            <a:pPr algn="l">
              <a:lnSpc>
                <a:spcPct val="100000"/>
              </a:lnSpc>
              <a:buNone/>
              <a:defRPr sz="975" b="1">
                <a:solidFill>
                  <a:srgbClr val="E55158"/>
                </a:solidFill>
                <a:latin typeface="Aptos"/>
                <a:ea typeface="Aptos"/>
                <a:cs typeface="Aptos"/>
              </a:defRPr>
            </a:pPr>
            <a:r>
              <a:rPr sz="975" b="1">
                <a:solidFill>
                  <a:srgbClr val="E55158"/>
                </a:solidFill>
                <a:latin typeface="Aptos"/>
                <a:ea typeface="Aptos"/>
                <a:cs typeface="Aptos"/>
              </a:rPr>
              <a:t>OVERSIKT</a:t>
            </a:r>
          </a:p>
        </p:txBody>
      </p:sp>
      <p:sp>
        <p:nvSpPr>
          <p:cNvPr id="2" name="slide-title">
            <a:extLst>
              <a:ext uri="{FF2B5EF4-FFF2-40B4-BE49-F238E27FC236}">
                <a16:creationId xmlns:a16="http://schemas.microsoft.com/office/drawing/2014/main" id="{A9842CB5-3978-416E-B32C-D3F2537BC52E}"/>
              </a:ext>
            </a:extLst>
          </p:cNvPr>
          <p:cNvSpPr>
            <a:spLocks noGrp="1"/>
          </p:cNvSpPr>
          <p:nvPr/>
        </p:nvSpPr>
        <p:spPr>
          <a:xfrm>
            <a:off x="400050" y="476250"/>
            <a:ext cx="10668000" cy="609600"/>
          </a:xfrm>
          <a:prstGeom prst="rect">
            <a:avLst/>
          </a:prstGeom>
          <a:noFill/>
          <a:ln w="0">
            <a:noFill/>
          </a:ln>
        </p:spPr>
        <p:txBody>
          <a:bodyPr anchor="t">
            <a:noAutofit/>
          </a:bodyPr>
          <a:lstStyle/>
          <a:p>
            <a:pPr algn="l">
              <a:lnSpc>
                <a:spcPct val="100000"/>
              </a:lnSpc>
              <a:buNone/>
              <a:defRPr sz="2850" b="1">
                <a:solidFill>
                  <a:srgbClr val="000000"/>
                </a:solidFill>
                <a:latin typeface="Aptos Display"/>
                <a:ea typeface="Aptos Display"/>
                <a:cs typeface="Aptos Display"/>
              </a:defRPr>
            </a:pPr>
            <a:r>
              <a:rPr sz="2850" b="1">
                <a:solidFill>
                  <a:srgbClr val="000000"/>
                </a:solidFill>
                <a:latin typeface="Aptos Display"/>
                <a:ea typeface="Aptos Display"/>
                <a:cs typeface="Aptos Display"/>
              </a:rPr>
              <a:t>Kursets dataflyt</a:t>
            </a:r>
          </a:p>
        </p:txBody>
      </p:sp>
      <p:sp>
        <p:nvSpPr>
          <p:cNvPr id="3" name="Rett linje 2">
            <a:extLst>
              <a:ext uri="{FF2B5EF4-FFF2-40B4-BE49-F238E27FC236}">
                <a16:creationId xmlns:a16="http://schemas.microsoft.com/office/drawing/2014/main" id="{C7E796B9-D5D6-42C9-835C-E02AD42FCC82}"/>
              </a:ext>
            </a:extLst>
          </p:cNvPr>
          <p:cNvSpPr>
            <a:spLocks noGrp="1"/>
          </p:cNvSpPr>
          <p:nvPr/>
        </p:nvSpPr>
        <p:spPr>
          <a:xfrm>
            <a:off x="400050" y="1152525"/>
            <a:ext cx="1171575" cy="1"/>
          </a:xfrm>
          <a:prstGeom prst="line">
            <a:avLst/>
          </a:prstGeom>
          <a:noFill/>
          <a:ln w="19050">
            <a:solidFill>
              <a:srgbClr val="FF3D47"/>
            </a:solidFill>
          </a:ln>
        </p:spPr>
        <p:txBody>
          <a:bodyPr/>
          <a:lstStyle/>
          <a:p>
            <a:endParaRPr lang="nb-NO"/>
          </a:p>
        </p:txBody>
      </p:sp>
      <p:sp>
        <p:nvSpPr>
          <p:cNvPr id="4" name="Rektangel 3">
            <a:extLst>
              <a:ext uri="{FF2B5EF4-FFF2-40B4-BE49-F238E27FC236}">
                <a16:creationId xmlns:a16="http://schemas.microsoft.com/office/drawing/2014/main" id="{8E2AF0EE-0C36-494E-BFEA-F27D93D50912}"/>
              </a:ext>
            </a:extLst>
          </p:cNvPr>
          <p:cNvSpPr>
            <a:spLocks noGrp="1"/>
          </p:cNvSpPr>
          <p:nvPr/>
        </p:nvSpPr>
        <p:spPr>
          <a:xfrm>
            <a:off x="400050" y="2343150"/>
            <a:ext cx="1714500" cy="1619250"/>
          </a:xfrm>
          <a:prstGeom prst="rect">
            <a:avLst/>
          </a:prstGeom>
          <a:solidFill>
            <a:srgbClr val="F6C5C7"/>
          </a:solidFill>
          <a:ln w="0">
            <a:noFill/>
          </a:ln>
        </p:spPr>
        <p:txBody>
          <a:bodyPr/>
          <a:lstStyle/>
          <a:p>
            <a:endParaRPr lang="nb-NO"/>
          </a:p>
        </p:txBody>
      </p:sp>
      <p:sp>
        <p:nvSpPr>
          <p:cNvPr id="5" name="Rektangel 4">
            <a:extLst>
              <a:ext uri="{FF2B5EF4-FFF2-40B4-BE49-F238E27FC236}">
                <a16:creationId xmlns:a16="http://schemas.microsoft.com/office/drawing/2014/main" id="{AEBE5F20-218B-41E8-B418-36EDDE051EED}"/>
              </a:ext>
            </a:extLst>
          </p:cNvPr>
          <p:cNvSpPr>
            <a:spLocks noGrp="1"/>
          </p:cNvSpPr>
          <p:nvPr/>
        </p:nvSpPr>
        <p:spPr>
          <a:xfrm>
            <a:off x="533400" y="2590800"/>
            <a:ext cx="1447800" cy="323850"/>
          </a:xfrm>
          <a:prstGeom prst="rect">
            <a:avLst/>
          </a:prstGeom>
          <a:noFill/>
          <a:ln w="0">
            <a:noFill/>
          </a:ln>
        </p:spPr>
        <p:txBody>
          <a:bodyPr anchor="t">
            <a:noAutofit/>
          </a:bodyPr>
          <a:lstStyle/>
          <a:p>
            <a:pPr algn="ctr">
              <a:lnSpc>
                <a:spcPct val="100000"/>
              </a:lnSpc>
              <a:buNone/>
              <a:defRPr sz="1875" b="1">
                <a:solidFill>
                  <a:srgbClr val="000000"/>
                </a:solidFill>
                <a:latin typeface="Aptos Display"/>
                <a:ea typeface="Aptos Display"/>
                <a:cs typeface="Aptos Display"/>
              </a:defRPr>
            </a:pPr>
            <a:r>
              <a:rPr sz="1875" b="1" err="1">
                <a:solidFill>
                  <a:srgbClr val="000000"/>
                </a:solidFill>
                <a:latin typeface="Aptos Display"/>
                <a:ea typeface="Aptos Display"/>
                <a:cs typeface="Aptos Display"/>
              </a:rPr>
              <a:t>Kilder</a:t>
            </a:r>
            <a:endParaRPr sz="1875" b="1">
              <a:solidFill>
                <a:srgbClr val="000000"/>
              </a:solidFill>
              <a:latin typeface="Aptos Display"/>
              <a:ea typeface="Aptos Display"/>
              <a:cs typeface="Aptos Display"/>
            </a:endParaRPr>
          </a:p>
        </p:txBody>
      </p:sp>
      <p:sp>
        <p:nvSpPr>
          <p:cNvPr id="6" name="Rektangel 5">
            <a:extLst>
              <a:ext uri="{FF2B5EF4-FFF2-40B4-BE49-F238E27FC236}">
                <a16:creationId xmlns:a16="http://schemas.microsoft.com/office/drawing/2014/main" id="{42AC0B8C-B702-4F7E-9EE6-5A1036C201C1}"/>
              </a:ext>
            </a:extLst>
          </p:cNvPr>
          <p:cNvSpPr>
            <a:spLocks noGrp="1"/>
          </p:cNvSpPr>
          <p:nvPr/>
        </p:nvSpPr>
        <p:spPr>
          <a:xfrm>
            <a:off x="533400" y="3124200"/>
            <a:ext cx="1447800" cy="666750"/>
          </a:xfrm>
          <a:prstGeom prst="rect">
            <a:avLst/>
          </a:prstGeom>
          <a:noFill/>
          <a:ln w="0">
            <a:noFill/>
          </a:ln>
        </p:spPr>
        <p:txBody>
          <a:bodyPr anchor="t">
            <a:noAutofit/>
          </a:bodyPr>
          <a:lstStyle/>
          <a:p>
            <a:pPr algn="ctr">
              <a:lnSpc>
                <a:spcPct val="100000"/>
              </a:lnSpc>
              <a:buNone/>
              <a:defRPr sz="1350" b="0">
                <a:solidFill>
                  <a:srgbClr val="000000"/>
                </a:solidFill>
                <a:latin typeface="Aptos"/>
                <a:ea typeface="Aptos"/>
                <a:cs typeface="Aptos"/>
              </a:defRPr>
            </a:pPr>
            <a:r>
              <a:rPr sz="1350" b="0">
                <a:solidFill>
                  <a:srgbClr val="000000"/>
                </a:solidFill>
                <a:latin typeface="Aptos"/>
                <a:ea typeface="Aptos"/>
                <a:cs typeface="Aptos"/>
              </a:rPr>
              <a:t>CSV, JSONL</a:t>
            </a:r>
          </a:p>
          <a:p>
            <a:pPr algn="ctr">
              <a:lnSpc>
                <a:spcPct val="100000"/>
              </a:lnSpc>
              <a:buNone/>
              <a:defRPr sz="1350" b="0">
                <a:solidFill>
                  <a:srgbClr val="000000"/>
                </a:solidFill>
                <a:latin typeface="Aptos"/>
                <a:ea typeface="Aptos"/>
                <a:cs typeface="Aptos"/>
              </a:defRPr>
            </a:pPr>
            <a:r>
              <a:rPr sz="1350" b="0" err="1">
                <a:solidFill>
                  <a:srgbClr val="000000"/>
                </a:solidFill>
                <a:latin typeface="Aptos"/>
                <a:ea typeface="Aptos"/>
                <a:cs typeface="Aptos"/>
              </a:rPr>
              <a:t>og</a:t>
            </a:r>
            <a:r>
              <a:rPr sz="1350" b="0">
                <a:solidFill>
                  <a:srgbClr val="000000"/>
                </a:solidFill>
                <a:latin typeface="Aptos"/>
                <a:ea typeface="Aptos"/>
                <a:cs typeface="Aptos"/>
              </a:rPr>
              <a:t> </a:t>
            </a:r>
            <a:r>
              <a:rPr sz="1350" b="0" err="1">
                <a:solidFill>
                  <a:srgbClr val="000000"/>
                </a:solidFill>
                <a:latin typeface="Aptos"/>
                <a:ea typeface="Aptos"/>
                <a:cs typeface="Aptos"/>
              </a:rPr>
              <a:t>kalender</a:t>
            </a:r>
            <a:endParaRPr sz="1350" b="0">
              <a:solidFill>
                <a:srgbClr val="000000"/>
              </a:solidFill>
              <a:latin typeface="Aptos"/>
              <a:ea typeface="Aptos"/>
              <a:cs typeface="Aptos"/>
            </a:endParaRPr>
          </a:p>
        </p:txBody>
      </p:sp>
      <p:sp>
        <p:nvSpPr>
          <p:cNvPr id="7" name="Rett linje 6">
            <a:extLst>
              <a:ext uri="{FF2B5EF4-FFF2-40B4-BE49-F238E27FC236}">
                <a16:creationId xmlns:a16="http://schemas.microsoft.com/office/drawing/2014/main" id="{68754EB5-DEA4-4DBE-88C2-4B9367B3C453}"/>
              </a:ext>
            </a:extLst>
          </p:cNvPr>
          <p:cNvSpPr>
            <a:spLocks noGrp="1"/>
          </p:cNvSpPr>
          <p:nvPr/>
        </p:nvSpPr>
        <p:spPr>
          <a:xfrm>
            <a:off x="2114550" y="3152775"/>
            <a:ext cx="285750" cy="1"/>
          </a:xfrm>
          <a:prstGeom prst="line">
            <a:avLst/>
          </a:prstGeom>
          <a:noFill/>
          <a:ln w="28575">
            <a:solidFill>
              <a:srgbClr val="FF3D47"/>
            </a:solidFill>
          </a:ln>
        </p:spPr>
        <p:txBody>
          <a:bodyPr/>
          <a:lstStyle/>
          <a:p>
            <a:endParaRPr lang="nb-NO"/>
          </a:p>
        </p:txBody>
      </p:sp>
      <p:sp>
        <p:nvSpPr>
          <p:cNvPr id="8" name="Rektangel 7">
            <a:extLst>
              <a:ext uri="{FF2B5EF4-FFF2-40B4-BE49-F238E27FC236}">
                <a16:creationId xmlns:a16="http://schemas.microsoft.com/office/drawing/2014/main" id="{530F69D1-55D6-4CB9-8257-90AADFBE4330}"/>
              </a:ext>
            </a:extLst>
          </p:cNvPr>
          <p:cNvSpPr>
            <a:spLocks noGrp="1"/>
          </p:cNvSpPr>
          <p:nvPr/>
        </p:nvSpPr>
        <p:spPr>
          <a:xfrm>
            <a:off x="2400300" y="2343150"/>
            <a:ext cx="1619250" cy="1619250"/>
          </a:xfrm>
          <a:prstGeom prst="rect">
            <a:avLst/>
          </a:prstGeom>
          <a:solidFill>
            <a:srgbClr val="CCC1BC"/>
          </a:solidFill>
          <a:ln w="0">
            <a:noFill/>
          </a:ln>
        </p:spPr>
        <p:txBody>
          <a:bodyPr/>
          <a:lstStyle/>
          <a:p>
            <a:endParaRPr lang="nb-NO"/>
          </a:p>
        </p:txBody>
      </p:sp>
      <p:sp>
        <p:nvSpPr>
          <p:cNvPr id="9" name="Rektangel 8">
            <a:extLst>
              <a:ext uri="{FF2B5EF4-FFF2-40B4-BE49-F238E27FC236}">
                <a16:creationId xmlns:a16="http://schemas.microsoft.com/office/drawing/2014/main" id="{40728EBB-42FE-4270-BDD1-2A073D50D531}"/>
              </a:ext>
            </a:extLst>
          </p:cNvPr>
          <p:cNvSpPr>
            <a:spLocks noGrp="1"/>
          </p:cNvSpPr>
          <p:nvPr/>
        </p:nvSpPr>
        <p:spPr>
          <a:xfrm>
            <a:off x="2533650" y="2590800"/>
            <a:ext cx="1352550" cy="323850"/>
          </a:xfrm>
          <a:prstGeom prst="rect">
            <a:avLst/>
          </a:prstGeom>
          <a:noFill/>
          <a:ln w="0">
            <a:noFill/>
          </a:ln>
        </p:spPr>
        <p:txBody>
          <a:bodyPr anchor="t">
            <a:noAutofit/>
          </a:bodyPr>
          <a:lstStyle/>
          <a:p>
            <a:pPr algn="ctr">
              <a:lnSpc>
                <a:spcPct val="100000"/>
              </a:lnSpc>
              <a:buNone/>
              <a:defRPr sz="1875" b="1">
                <a:solidFill>
                  <a:srgbClr val="000000"/>
                </a:solidFill>
                <a:latin typeface="Aptos Display"/>
                <a:ea typeface="Aptos Display"/>
                <a:cs typeface="Aptos Display"/>
              </a:defRPr>
            </a:pPr>
            <a:r>
              <a:rPr sz="1875" b="1">
                <a:solidFill>
                  <a:srgbClr val="000000"/>
                </a:solidFill>
                <a:latin typeface="Aptos Display"/>
                <a:ea typeface="Aptos Display"/>
                <a:cs typeface="Aptos Display"/>
              </a:rPr>
              <a:t>Bronze</a:t>
            </a:r>
          </a:p>
        </p:txBody>
      </p:sp>
      <p:sp>
        <p:nvSpPr>
          <p:cNvPr id="10" name="Rektangel 9">
            <a:extLst>
              <a:ext uri="{FF2B5EF4-FFF2-40B4-BE49-F238E27FC236}">
                <a16:creationId xmlns:a16="http://schemas.microsoft.com/office/drawing/2014/main" id="{187F1556-A7D6-4BB6-AB5E-35873503EDB8}"/>
              </a:ext>
            </a:extLst>
          </p:cNvPr>
          <p:cNvSpPr>
            <a:spLocks noGrp="1"/>
          </p:cNvSpPr>
          <p:nvPr/>
        </p:nvSpPr>
        <p:spPr>
          <a:xfrm>
            <a:off x="2533650" y="3124200"/>
            <a:ext cx="1352550" cy="666750"/>
          </a:xfrm>
          <a:prstGeom prst="rect">
            <a:avLst/>
          </a:prstGeom>
          <a:noFill/>
          <a:ln w="0">
            <a:noFill/>
          </a:ln>
        </p:spPr>
        <p:txBody>
          <a:bodyPr anchor="t">
            <a:noAutofit/>
          </a:bodyPr>
          <a:lstStyle/>
          <a:p>
            <a:pPr algn="ctr">
              <a:lnSpc>
                <a:spcPct val="100000"/>
              </a:lnSpc>
              <a:buNone/>
              <a:defRPr sz="1350" b="0">
                <a:solidFill>
                  <a:srgbClr val="000000"/>
                </a:solidFill>
                <a:latin typeface="Aptos"/>
                <a:ea typeface="Aptos"/>
                <a:cs typeface="Aptos"/>
              </a:defRPr>
            </a:pPr>
            <a:r>
              <a:rPr sz="1350" b="0">
                <a:solidFill>
                  <a:srgbClr val="000000"/>
                </a:solidFill>
                <a:latin typeface="Aptos"/>
                <a:ea typeface="Aptos"/>
                <a:cs typeface="Aptos"/>
              </a:rPr>
              <a:t>Rå payload</a:t>
            </a:r>
          </a:p>
          <a:p>
            <a:pPr algn="ctr">
              <a:lnSpc>
                <a:spcPct val="100000"/>
              </a:lnSpc>
              <a:buNone/>
              <a:defRPr sz="1350" b="0">
                <a:solidFill>
                  <a:srgbClr val="000000"/>
                </a:solidFill>
                <a:latin typeface="Aptos"/>
                <a:ea typeface="Aptos"/>
                <a:cs typeface="Aptos"/>
              </a:defRPr>
            </a:pPr>
            <a:r>
              <a:rPr sz="1350" b="0">
                <a:solidFill>
                  <a:srgbClr val="000000"/>
                </a:solidFill>
                <a:latin typeface="Aptos"/>
                <a:ea typeface="Aptos"/>
                <a:cs typeface="Aptos"/>
              </a:rPr>
              <a:t>og metadata</a:t>
            </a:r>
          </a:p>
        </p:txBody>
      </p:sp>
      <p:sp>
        <p:nvSpPr>
          <p:cNvPr id="11" name="Rett linje 10">
            <a:extLst>
              <a:ext uri="{FF2B5EF4-FFF2-40B4-BE49-F238E27FC236}">
                <a16:creationId xmlns:a16="http://schemas.microsoft.com/office/drawing/2014/main" id="{01567B39-7EDF-4B19-8566-137D3DAC2E5F}"/>
              </a:ext>
            </a:extLst>
          </p:cNvPr>
          <p:cNvSpPr>
            <a:spLocks noGrp="1"/>
          </p:cNvSpPr>
          <p:nvPr/>
        </p:nvSpPr>
        <p:spPr>
          <a:xfrm>
            <a:off x="4019550" y="3152775"/>
            <a:ext cx="285750" cy="1"/>
          </a:xfrm>
          <a:prstGeom prst="line">
            <a:avLst/>
          </a:prstGeom>
          <a:noFill/>
          <a:ln w="28575">
            <a:solidFill>
              <a:srgbClr val="FF3D47"/>
            </a:solidFill>
          </a:ln>
        </p:spPr>
        <p:txBody>
          <a:bodyPr/>
          <a:lstStyle/>
          <a:p>
            <a:endParaRPr lang="nb-NO"/>
          </a:p>
        </p:txBody>
      </p:sp>
      <p:sp>
        <p:nvSpPr>
          <p:cNvPr id="12" name="Rektangel 11">
            <a:extLst>
              <a:ext uri="{FF2B5EF4-FFF2-40B4-BE49-F238E27FC236}">
                <a16:creationId xmlns:a16="http://schemas.microsoft.com/office/drawing/2014/main" id="{13471CAB-B4A6-43D3-942A-F3A8F375F171}"/>
              </a:ext>
            </a:extLst>
          </p:cNvPr>
          <p:cNvSpPr>
            <a:spLocks noGrp="1"/>
          </p:cNvSpPr>
          <p:nvPr/>
        </p:nvSpPr>
        <p:spPr>
          <a:xfrm>
            <a:off x="4305300" y="2343150"/>
            <a:ext cx="1619250" cy="1619250"/>
          </a:xfrm>
          <a:prstGeom prst="rect">
            <a:avLst/>
          </a:prstGeom>
          <a:solidFill>
            <a:srgbClr val="CCC1BC"/>
          </a:solidFill>
          <a:ln w="0">
            <a:noFill/>
          </a:ln>
        </p:spPr>
        <p:txBody>
          <a:bodyPr/>
          <a:lstStyle/>
          <a:p>
            <a:endParaRPr lang="nb-NO"/>
          </a:p>
        </p:txBody>
      </p:sp>
      <p:sp>
        <p:nvSpPr>
          <p:cNvPr id="13" name="Rektangel 12">
            <a:extLst>
              <a:ext uri="{FF2B5EF4-FFF2-40B4-BE49-F238E27FC236}">
                <a16:creationId xmlns:a16="http://schemas.microsoft.com/office/drawing/2014/main" id="{22A851B8-2A39-4C24-B922-F4181027AE96}"/>
              </a:ext>
            </a:extLst>
          </p:cNvPr>
          <p:cNvSpPr>
            <a:spLocks noGrp="1"/>
          </p:cNvSpPr>
          <p:nvPr/>
        </p:nvSpPr>
        <p:spPr>
          <a:xfrm>
            <a:off x="4438650" y="2590800"/>
            <a:ext cx="1352550" cy="323850"/>
          </a:xfrm>
          <a:prstGeom prst="rect">
            <a:avLst/>
          </a:prstGeom>
          <a:noFill/>
          <a:ln w="0">
            <a:noFill/>
          </a:ln>
        </p:spPr>
        <p:txBody>
          <a:bodyPr anchor="t">
            <a:noAutofit/>
          </a:bodyPr>
          <a:lstStyle/>
          <a:p>
            <a:pPr algn="ctr">
              <a:lnSpc>
                <a:spcPct val="100000"/>
              </a:lnSpc>
              <a:buNone/>
              <a:defRPr sz="1875" b="1">
                <a:solidFill>
                  <a:srgbClr val="000000"/>
                </a:solidFill>
                <a:latin typeface="Aptos Display"/>
                <a:ea typeface="Aptos Display"/>
                <a:cs typeface="Aptos Display"/>
              </a:defRPr>
            </a:pPr>
            <a:r>
              <a:rPr sz="1875" b="1">
                <a:solidFill>
                  <a:srgbClr val="000000"/>
                </a:solidFill>
                <a:latin typeface="Aptos Display"/>
                <a:ea typeface="Aptos Display"/>
                <a:cs typeface="Aptos Display"/>
              </a:rPr>
              <a:t>Silver</a:t>
            </a:r>
          </a:p>
        </p:txBody>
      </p:sp>
      <p:sp>
        <p:nvSpPr>
          <p:cNvPr id="14" name="Rektangel 13">
            <a:extLst>
              <a:ext uri="{FF2B5EF4-FFF2-40B4-BE49-F238E27FC236}">
                <a16:creationId xmlns:a16="http://schemas.microsoft.com/office/drawing/2014/main" id="{912DF307-F4A9-43CA-96DE-935F70FB4C67}"/>
              </a:ext>
            </a:extLst>
          </p:cNvPr>
          <p:cNvSpPr>
            <a:spLocks noGrp="1"/>
          </p:cNvSpPr>
          <p:nvPr/>
        </p:nvSpPr>
        <p:spPr>
          <a:xfrm>
            <a:off x="4438650" y="3124200"/>
            <a:ext cx="1352550" cy="666750"/>
          </a:xfrm>
          <a:prstGeom prst="rect">
            <a:avLst/>
          </a:prstGeom>
          <a:noFill/>
          <a:ln w="0">
            <a:noFill/>
          </a:ln>
        </p:spPr>
        <p:txBody>
          <a:bodyPr anchor="t">
            <a:noAutofit/>
          </a:bodyPr>
          <a:lstStyle/>
          <a:p>
            <a:pPr algn="ctr">
              <a:lnSpc>
                <a:spcPct val="100000"/>
              </a:lnSpc>
              <a:buNone/>
              <a:defRPr sz="1350" b="0">
                <a:solidFill>
                  <a:srgbClr val="000000"/>
                </a:solidFill>
                <a:latin typeface="Aptos"/>
                <a:ea typeface="Aptos"/>
                <a:cs typeface="Aptos"/>
              </a:defRPr>
            </a:pPr>
            <a:r>
              <a:rPr sz="1350" b="0" err="1">
                <a:solidFill>
                  <a:srgbClr val="000000"/>
                </a:solidFill>
                <a:latin typeface="Aptos"/>
                <a:ea typeface="Aptos"/>
                <a:cs typeface="Aptos"/>
              </a:rPr>
              <a:t>Struktur</a:t>
            </a:r>
            <a:r>
              <a:rPr sz="1350" b="0">
                <a:solidFill>
                  <a:srgbClr val="000000"/>
                </a:solidFill>
                <a:latin typeface="Aptos"/>
                <a:ea typeface="Aptos"/>
                <a:cs typeface="Aptos"/>
              </a:rPr>
              <a:t> </a:t>
            </a:r>
            <a:r>
              <a:rPr sz="1350" b="0" err="1">
                <a:solidFill>
                  <a:srgbClr val="000000"/>
                </a:solidFill>
                <a:latin typeface="Aptos"/>
                <a:ea typeface="Aptos"/>
                <a:cs typeface="Aptos"/>
              </a:rPr>
              <a:t>og</a:t>
            </a:r>
            <a:endParaRPr sz="1350" b="0">
              <a:solidFill>
                <a:srgbClr val="000000"/>
              </a:solidFill>
              <a:latin typeface="Aptos"/>
              <a:ea typeface="Aptos"/>
              <a:cs typeface="Aptos"/>
            </a:endParaRPr>
          </a:p>
          <a:p>
            <a:pPr algn="ctr">
              <a:lnSpc>
                <a:spcPct val="100000"/>
              </a:lnSpc>
              <a:buNone/>
              <a:defRPr sz="1350" b="0">
                <a:solidFill>
                  <a:srgbClr val="000000"/>
                </a:solidFill>
                <a:latin typeface="Aptos"/>
                <a:ea typeface="Aptos"/>
                <a:cs typeface="Aptos"/>
              </a:defRPr>
            </a:pPr>
            <a:r>
              <a:rPr sz="1350" b="0" err="1">
                <a:solidFill>
                  <a:srgbClr val="000000"/>
                </a:solidFill>
                <a:latin typeface="Aptos"/>
                <a:ea typeface="Aptos"/>
                <a:cs typeface="Aptos"/>
              </a:rPr>
              <a:t>datakvalitet</a:t>
            </a:r>
            <a:endParaRPr sz="1350" b="0">
              <a:solidFill>
                <a:srgbClr val="000000"/>
              </a:solidFill>
              <a:latin typeface="Aptos"/>
              <a:ea typeface="Aptos"/>
              <a:cs typeface="Aptos"/>
            </a:endParaRPr>
          </a:p>
        </p:txBody>
      </p:sp>
      <p:sp>
        <p:nvSpPr>
          <p:cNvPr id="15" name="Rett linje 14">
            <a:extLst>
              <a:ext uri="{FF2B5EF4-FFF2-40B4-BE49-F238E27FC236}">
                <a16:creationId xmlns:a16="http://schemas.microsoft.com/office/drawing/2014/main" id="{5CD53431-AC81-449C-AE59-57E36A5299B4}"/>
              </a:ext>
            </a:extLst>
          </p:cNvPr>
          <p:cNvSpPr>
            <a:spLocks noGrp="1"/>
          </p:cNvSpPr>
          <p:nvPr/>
        </p:nvSpPr>
        <p:spPr>
          <a:xfrm>
            <a:off x="5924550" y="3152775"/>
            <a:ext cx="285750" cy="1"/>
          </a:xfrm>
          <a:prstGeom prst="line">
            <a:avLst/>
          </a:prstGeom>
          <a:noFill/>
          <a:ln w="28575">
            <a:solidFill>
              <a:srgbClr val="FF3D47"/>
            </a:solidFill>
          </a:ln>
        </p:spPr>
        <p:txBody>
          <a:bodyPr/>
          <a:lstStyle/>
          <a:p>
            <a:endParaRPr lang="nb-NO"/>
          </a:p>
        </p:txBody>
      </p:sp>
      <p:sp>
        <p:nvSpPr>
          <p:cNvPr id="16" name="Rektangel 15">
            <a:extLst>
              <a:ext uri="{FF2B5EF4-FFF2-40B4-BE49-F238E27FC236}">
                <a16:creationId xmlns:a16="http://schemas.microsoft.com/office/drawing/2014/main" id="{3D480A2F-C9DA-4B4C-AFD0-BFABA8392E92}"/>
              </a:ext>
            </a:extLst>
          </p:cNvPr>
          <p:cNvSpPr>
            <a:spLocks noGrp="1"/>
          </p:cNvSpPr>
          <p:nvPr/>
        </p:nvSpPr>
        <p:spPr>
          <a:xfrm>
            <a:off x="6210300" y="2343150"/>
            <a:ext cx="1619250" cy="1619250"/>
          </a:xfrm>
          <a:prstGeom prst="rect">
            <a:avLst/>
          </a:prstGeom>
          <a:solidFill>
            <a:srgbClr val="CCC1BC"/>
          </a:solidFill>
          <a:ln w="0">
            <a:noFill/>
          </a:ln>
        </p:spPr>
        <p:txBody>
          <a:bodyPr/>
          <a:lstStyle/>
          <a:p>
            <a:endParaRPr lang="nb-NO"/>
          </a:p>
        </p:txBody>
      </p:sp>
      <p:sp>
        <p:nvSpPr>
          <p:cNvPr id="17" name="Rektangel 16">
            <a:extLst>
              <a:ext uri="{FF2B5EF4-FFF2-40B4-BE49-F238E27FC236}">
                <a16:creationId xmlns:a16="http://schemas.microsoft.com/office/drawing/2014/main" id="{4410663A-D199-4B09-9D39-557F1B8DD11F}"/>
              </a:ext>
            </a:extLst>
          </p:cNvPr>
          <p:cNvSpPr>
            <a:spLocks noGrp="1"/>
          </p:cNvSpPr>
          <p:nvPr/>
        </p:nvSpPr>
        <p:spPr>
          <a:xfrm>
            <a:off x="6343650" y="2590800"/>
            <a:ext cx="1352550" cy="323850"/>
          </a:xfrm>
          <a:prstGeom prst="rect">
            <a:avLst/>
          </a:prstGeom>
          <a:noFill/>
          <a:ln w="0">
            <a:noFill/>
          </a:ln>
        </p:spPr>
        <p:txBody>
          <a:bodyPr anchor="t">
            <a:noAutofit/>
          </a:bodyPr>
          <a:lstStyle/>
          <a:p>
            <a:pPr algn="ctr">
              <a:lnSpc>
                <a:spcPct val="100000"/>
              </a:lnSpc>
              <a:buNone/>
              <a:defRPr sz="1875" b="1">
                <a:solidFill>
                  <a:srgbClr val="000000"/>
                </a:solidFill>
                <a:latin typeface="Aptos Display"/>
                <a:ea typeface="Aptos Display"/>
                <a:cs typeface="Aptos Display"/>
              </a:defRPr>
            </a:pPr>
            <a:r>
              <a:rPr sz="1875" b="1">
                <a:solidFill>
                  <a:srgbClr val="000000"/>
                </a:solidFill>
                <a:latin typeface="Aptos Display"/>
                <a:ea typeface="Aptos Display"/>
                <a:cs typeface="Aptos Display"/>
              </a:rPr>
              <a:t>Gold</a:t>
            </a:r>
          </a:p>
        </p:txBody>
      </p:sp>
      <p:sp>
        <p:nvSpPr>
          <p:cNvPr id="18" name="Rektangel 17">
            <a:extLst>
              <a:ext uri="{FF2B5EF4-FFF2-40B4-BE49-F238E27FC236}">
                <a16:creationId xmlns:a16="http://schemas.microsoft.com/office/drawing/2014/main" id="{8F81034A-6E83-4151-9C45-97B4FF3186DF}"/>
              </a:ext>
            </a:extLst>
          </p:cNvPr>
          <p:cNvSpPr>
            <a:spLocks noGrp="1"/>
          </p:cNvSpPr>
          <p:nvPr/>
        </p:nvSpPr>
        <p:spPr>
          <a:xfrm>
            <a:off x="6343650" y="3124200"/>
            <a:ext cx="1352550" cy="666750"/>
          </a:xfrm>
          <a:prstGeom prst="rect">
            <a:avLst/>
          </a:prstGeom>
          <a:noFill/>
          <a:ln w="0">
            <a:noFill/>
          </a:ln>
        </p:spPr>
        <p:txBody>
          <a:bodyPr anchor="t">
            <a:noAutofit/>
          </a:bodyPr>
          <a:lstStyle/>
          <a:p>
            <a:pPr algn="ctr">
              <a:lnSpc>
                <a:spcPct val="100000"/>
              </a:lnSpc>
              <a:buNone/>
              <a:defRPr sz="1350" b="0">
                <a:solidFill>
                  <a:srgbClr val="000000"/>
                </a:solidFill>
                <a:latin typeface="Aptos"/>
                <a:ea typeface="Aptos"/>
                <a:cs typeface="Aptos"/>
              </a:defRPr>
            </a:pPr>
            <a:r>
              <a:rPr sz="1350" b="0">
                <a:solidFill>
                  <a:srgbClr val="000000"/>
                </a:solidFill>
                <a:latin typeface="Aptos"/>
                <a:ea typeface="Aptos"/>
                <a:cs typeface="Aptos"/>
              </a:rPr>
              <a:t>Fakta, dimensjoner</a:t>
            </a:r>
          </a:p>
          <a:p>
            <a:pPr algn="ctr">
              <a:lnSpc>
                <a:spcPct val="100000"/>
              </a:lnSpc>
              <a:buNone/>
              <a:defRPr sz="1350" b="0">
                <a:solidFill>
                  <a:srgbClr val="000000"/>
                </a:solidFill>
                <a:latin typeface="Aptos"/>
                <a:ea typeface="Aptos"/>
                <a:cs typeface="Aptos"/>
              </a:defRPr>
            </a:pPr>
            <a:r>
              <a:rPr sz="1350" b="0">
                <a:solidFill>
                  <a:srgbClr val="000000"/>
                </a:solidFill>
                <a:latin typeface="Aptos"/>
                <a:ea typeface="Aptos"/>
                <a:cs typeface="Aptos"/>
              </a:rPr>
              <a:t>og marts</a:t>
            </a:r>
          </a:p>
        </p:txBody>
      </p:sp>
      <p:sp>
        <p:nvSpPr>
          <p:cNvPr id="19" name="Rett linje 18">
            <a:extLst>
              <a:ext uri="{FF2B5EF4-FFF2-40B4-BE49-F238E27FC236}">
                <a16:creationId xmlns:a16="http://schemas.microsoft.com/office/drawing/2014/main" id="{FD072EFD-8929-4228-9DEA-E7ABD5119A7B}"/>
              </a:ext>
            </a:extLst>
          </p:cNvPr>
          <p:cNvSpPr>
            <a:spLocks noGrp="1"/>
          </p:cNvSpPr>
          <p:nvPr/>
        </p:nvSpPr>
        <p:spPr>
          <a:xfrm>
            <a:off x="7829550" y="3152775"/>
            <a:ext cx="285750" cy="1"/>
          </a:xfrm>
          <a:prstGeom prst="line">
            <a:avLst/>
          </a:prstGeom>
          <a:noFill/>
          <a:ln w="28575">
            <a:solidFill>
              <a:srgbClr val="FF3D47"/>
            </a:solidFill>
          </a:ln>
        </p:spPr>
        <p:txBody>
          <a:bodyPr/>
          <a:lstStyle/>
          <a:p>
            <a:endParaRPr lang="nb-NO"/>
          </a:p>
        </p:txBody>
      </p:sp>
      <p:sp>
        <p:nvSpPr>
          <p:cNvPr id="20" name="Rektangel 19">
            <a:extLst>
              <a:ext uri="{FF2B5EF4-FFF2-40B4-BE49-F238E27FC236}">
                <a16:creationId xmlns:a16="http://schemas.microsoft.com/office/drawing/2014/main" id="{4EE8BFB7-8522-471C-A861-9B9C1F2A44EC}"/>
              </a:ext>
            </a:extLst>
          </p:cNvPr>
          <p:cNvSpPr>
            <a:spLocks noGrp="1"/>
          </p:cNvSpPr>
          <p:nvPr/>
        </p:nvSpPr>
        <p:spPr>
          <a:xfrm>
            <a:off x="8115300" y="2343150"/>
            <a:ext cx="1619250" cy="1619250"/>
          </a:xfrm>
          <a:prstGeom prst="rect">
            <a:avLst/>
          </a:prstGeom>
          <a:solidFill>
            <a:srgbClr val="F6C5C7"/>
          </a:solidFill>
          <a:ln w="0">
            <a:noFill/>
          </a:ln>
        </p:spPr>
        <p:txBody>
          <a:bodyPr/>
          <a:lstStyle/>
          <a:p>
            <a:endParaRPr lang="nb-NO"/>
          </a:p>
        </p:txBody>
      </p:sp>
      <p:sp>
        <p:nvSpPr>
          <p:cNvPr id="21" name="Rektangel 20">
            <a:extLst>
              <a:ext uri="{FF2B5EF4-FFF2-40B4-BE49-F238E27FC236}">
                <a16:creationId xmlns:a16="http://schemas.microsoft.com/office/drawing/2014/main" id="{5267D2C5-4C2A-4A28-A961-E2A60879C4ED}"/>
              </a:ext>
            </a:extLst>
          </p:cNvPr>
          <p:cNvSpPr>
            <a:spLocks noGrp="1"/>
          </p:cNvSpPr>
          <p:nvPr/>
        </p:nvSpPr>
        <p:spPr>
          <a:xfrm>
            <a:off x="8248650" y="2428875"/>
            <a:ext cx="1352550" cy="323850"/>
          </a:xfrm>
          <a:prstGeom prst="rect">
            <a:avLst/>
          </a:prstGeom>
          <a:noFill/>
          <a:ln w="0">
            <a:noFill/>
          </a:ln>
        </p:spPr>
        <p:txBody>
          <a:bodyPr anchor="t">
            <a:noAutofit/>
          </a:bodyPr>
          <a:lstStyle/>
          <a:p>
            <a:pPr algn="ctr">
              <a:lnSpc>
                <a:spcPct val="100000"/>
              </a:lnSpc>
              <a:buNone/>
              <a:defRPr sz="1875" b="1">
                <a:solidFill>
                  <a:srgbClr val="000000"/>
                </a:solidFill>
                <a:latin typeface="Aptos Display"/>
                <a:ea typeface="Aptos Display"/>
                <a:cs typeface="Aptos Display"/>
              </a:defRPr>
            </a:pPr>
            <a:r>
              <a:rPr lang="nb-NO" sz="1875" b="1">
                <a:solidFill>
                  <a:srgbClr val="000000"/>
                </a:solidFill>
                <a:latin typeface="Aptos Display"/>
                <a:ea typeface="Aptos Display"/>
                <a:cs typeface="Aptos Display"/>
              </a:rPr>
              <a:t>Maskin-læring</a:t>
            </a:r>
            <a:endParaRPr sz="1875" b="1">
              <a:solidFill>
                <a:srgbClr val="000000"/>
              </a:solidFill>
              <a:latin typeface="Aptos Display"/>
              <a:ea typeface="Aptos Display"/>
              <a:cs typeface="Aptos Display"/>
            </a:endParaRPr>
          </a:p>
        </p:txBody>
      </p:sp>
      <p:sp>
        <p:nvSpPr>
          <p:cNvPr id="22" name="Rektangel 21">
            <a:extLst>
              <a:ext uri="{FF2B5EF4-FFF2-40B4-BE49-F238E27FC236}">
                <a16:creationId xmlns:a16="http://schemas.microsoft.com/office/drawing/2014/main" id="{331E9399-CDD0-4837-A149-D27DE83FAFDF}"/>
              </a:ext>
            </a:extLst>
          </p:cNvPr>
          <p:cNvSpPr>
            <a:spLocks noGrp="1"/>
          </p:cNvSpPr>
          <p:nvPr/>
        </p:nvSpPr>
        <p:spPr>
          <a:xfrm>
            <a:off x="8248650" y="3124200"/>
            <a:ext cx="1352550" cy="666750"/>
          </a:xfrm>
          <a:prstGeom prst="rect">
            <a:avLst/>
          </a:prstGeom>
          <a:noFill/>
          <a:ln w="0">
            <a:noFill/>
          </a:ln>
        </p:spPr>
        <p:txBody>
          <a:bodyPr anchor="t">
            <a:noAutofit/>
          </a:bodyPr>
          <a:lstStyle/>
          <a:p>
            <a:pPr algn="ctr">
              <a:lnSpc>
                <a:spcPct val="100000"/>
              </a:lnSpc>
              <a:buNone/>
              <a:defRPr sz="1350" b="0">
                <a:solidFill>
                  <a:srgbClr val="000000"/>
                </a:solidFill>
                <a:latin typeface="Aptos"/>
                <a:ea typeface="Aptos"/>
                <a:cs typeface="Aptos"/>
              </a:defRPr>
            </a:pPr>
            <a:r>
              <a:rPr sz="1350" b="0">
                <a:solidFill>
                  <a:srgbClr val="000000"/>
                </a:solidFill>
                <a:latin typeface="Aptos"/>
                <a:ea typeface="Aptos"/>
                <a:cs typeface="Aptos"/>
              </a:rPr>
              <a:t>Prognose for</a:t>
            </a:r>
          </a:p>
          <a:p>
            <a:pPr algn="ctr">
              <a:lnSpc>
                <a:spcPct val="100000"/>
              </a:lnSpc>
              <a:buNone/>
              <a:defRPr sz="1350" b="0">
                <a:solidFill>
                  <a:srgbClr val="000000"/>
                </a:solidFill>
                <a:latin typeface="Aptos"/>
                <a:ea typeface="Aptos"/>
                <a:cs typeface="Aptos"/>
              </a:defRPr>
            </a:pPr>
            <a:r>
              <a:rPr sz="1350" b="0">
                <a:solidFill>
                  <a:srgbClr val="000000"/>
                </a:solidFill>
                <a:latin typeface="Aptos"/>
                <a:ea typeface="Aptos"/>
                <a:cs typeface="Aptos"/>
              </a:rPr>
              <a:t>neste uke</a:t>
            </a:r>
          </a:p>
        </p:txBody>
      </p:sp>
      <p:sp>
        <p:nvSpPr>
          <p:cNvPr id="23" name="Rett linje 22">
            <a:extLst>
              <a:ext uri="{FF2B5EF4-FFF2-40B4-BE49-F238E27FC236}">
                <a16:creationId xmlns:a16="http://schemas.microsoft.com/office/drawing/2014/main" id="{E029952F-3A81-4ECB-B219-930652040890}"/>
              </a:ext>
            </a:extLst>
          </p:cNvPr>
          <p:cNvSpPr>
            <a:spLocks noGrp="1"/>
          </p:cNvSpPr>
          <p:nvPr/>
        </p:nvSpPr>
        <p:spPr>
          <a:xfrm>
            <a:off x="9734550" y="3152775"/>
            <a:ext cx="285750" cy="1"/>
          </a:xfrm>
          <a:prstGeom prst="line">
            <a:avLst/>
          </a:prstGeom>
          <a:noFill/>
          <a:ln w="28575">
            <a:solidFill>
              <a:srgbClr val="FF3D47"/>
            </a:solidFill>
          </a:ln>
        </p:spPr>
        <p:txBody>
          <a:bodyPr/>
          <a:lstStyle/>
          <a:p>
            <a:endParaRPr lang="nb-NO"/>
          </a:p>
        </p:txBody>
      </p:sp>
      <p:sp>
        <p:nvSpPr>
          <p:cNvPr id="24" name="Rektangel 23">
            <a:extLst>
              <a:ext uri="{FF2B5EF4-FFF2-40B4-BE49-F238E27FC236}">
                <a16:creationId xmlns:a16="http://schemas.microsoft.com/office/drawing/2014/main" id="{BC8C79D3-87F9-4E2C-B754-4988EA473A80}"/>
              </a:ext>
            </a:extLst>
          </p:cNvPr>
          <p:cNvSpPr>
            <a:spLocks noGrp="1"/>
          </p:cNvSpPr>
          <p:nvPr/>
        </p:nvSpPr>
        <p:spPr>
          <a:xfrm>
            <a:off x="10020300" y="2343150"/>
            <a:ext cx="1771650" cy="1619250"/>
          </a:xfrm>
          <a:prstGeom prst="rect">
            <a:avLst/>
          </a:prstGeom>
          <a:solidFill>
            <a:srgbClr val="CCC1BC"/>
          </a:solidFill>
          <a:ln w="0">
            <a:noFill/>
          </a:ln>
        </p:spPr>
        <p:txBody>
          <a:bodyPr/>
          <a:lstStyle/>
          <a:p>
            <a:endParaRPr lang="nb-NO"/>
          </a:p>
        </p:txBody>
      </p:sp>
      <p:sp>
        <p:nvSpPr>
          <p:cNvPr id="25" name="Rektangel 24">
            <a:extLst>
              <a:ext uri="{FF2B5EF4-FFF2-40B4-BE49-F238E27FC236}">
                <a16:creationId xmlns:a16="http://schemas.microsoft.com/office/drawing/2014/main" id="{03713E86-0483-49C5-B45E-304E9AB3A1A7}"/>
              </a:ext>
            </a:extLst>
          </p:cNvPr>
          <p:cNvSpPr>
            <a:spLocks noGrp="1"/>
          </p:cNvSpPr>
          <p:nvPr/>
        </p:nvSpPr>
        <p:spPr>
          <a:xfrm>
            <a:off x="10153650" y="2590800"/>
            <a:ext cx="1504950" cy="323850"/>
          </a:xfrm>
          <a:prstGeom prst="rect">
            <a:avLst/>
          </a:prstGeom>
          <a:noFill/>
          <a:ln w="0">
            <a:noFill/>
          </a:ln>
        </p:spPr>
        <p:txBody>
          <a:bodyPr anchor="t">
            <a:noAutofit/>
          </a:bodyPr>
          <a:lstStyle/>
          <a:p>
            <a:pPr algn="ctr">
              <a:lnSpc>
                <a:spcPct val="100000"/>
              </a:lnSpc>
              <a:buNone/>
              <a:defRPr sz="1875" b="1">
                <a:solidFill>
                  <a:srgbClr val="000000"/>
                </a:solidFill>
                <a:latin typeface="Aptos Display"/>
                <a:ea typeface="Aptos Display"/>
                <a:cs typeface="Aptos Display"/>
              </a:defRPr>
            </a:pPr>
            <a:r>
              <a:rPr sz="1875" b="1">
                <a:solidFill>
                  <a:srgbClr val="000000"/>
                </a:solidFill>
                <a:latin typeface="Aptos Display"/>
                <a:ea typeface="Aptos Display"/>
                <a:cs typeface="Aptos Display"/>
              </a:rPr>
              <a:t>Dashboard</a:t>
            </a:r>
          </a:p>
        </p:txBody>
      </p:sp>
      <p:sp>
        <p:nvSpPr>
          <p:cNvPr id="26" name="Rektangel 25">
            <a:extLst>
              <a:ext uri="{FF2B5EF4-FFF2-40B4-BE49-F238E27FC236}">
                <a16:creationId xmlns:a16="http://schemas.microsoft.com/office/drawing/2014/main" id="{2A80F8FD-5D1F-4618-92ED-B3E8CFA752F2}"/>
              </a:ext>
            </a:extLst>
          </p:cNvPr>
          <p:cNvSpPr>
            <a:spLocks noGrp="1"/>
          </p:cNvSpPr>
          <p:nvPr/>
        </p:nvSpPr>
        <p:spPr>
          <a:xfrm>
            <a:off x="10153650" y="3124200"/>
            <a:ext cx="1504950" cy="666750"/>
          </a:xfrm>
          <a:prstGeom prst="rect">
            <a:avLst/>
          </a:prstGeom>
          <a:noFill/>
          <a:ln w="0">
            <a:noFill/>
          </a:ln>
        </p:spPr>
        <p:txBody>
          <a:bodyPr lIns="91440" tIns="45720" rIns="91440" bIns="45720" anchor="t">
            <a:noAutofit/>
          </a:bodyPr>
          <a:lstStyle/>
          <a:p>
            <a:pPr algn="ctr">
              <a:lnSpc>
                <a:spcPct val="100000"/>
              </a:lnSpc>
              <a:buNone/>
              <a:defRPr sz="1350" b="0">
                <a:solidFill>
                  <a:srgbClr val="000000"/>
                </a:solidFill>
                <a:latin typeface="Aptos"/>
                <a:ea typeface="Aptos"/>
                <a:cs typeface="Aptos"/>
              </a:defRPr>
            </a:pPr>
            <a:r>
              <a:rPr sz="1350" b="0" err="1">
                <a:solidFill>
                  <a:srgbClr val="000000"/>
                </a:solidFill>
                <a:latin typeface="Aptos"/>
                <a:ea typeface="Aptos"/>
                <a:cs typeface="Aptos"/>
              </a:rPr>
              <a:t>Faktisk</a:t>
            </a:r>
            <a:r>
              <a:rPr sz="1350" b="0">
                <a:solidFill>
                  <a:srgbClr val="000000"/>
                </a:solidFill>
                <a:latin typeface="Aptos"/>
                <a:ea typeface="Aptos"/>
                <a:cs typeface="Aptos"/>
              </a:rPr>
              <a:t> mot</a:t>
            </a:r>
          </a:p>
          <a:p>
            <a:pPr algn="ctr">
              <a:defRPr sz="1350" b="0">
                <a:solidFill>
                  <a:srgbClr val="000000"/>
                </a:solidFill>
                <a:latin typeface="Aptos"/>
                <a:ea typeface="Aptos"/>
                <a:cs typeface="Aptos"/>
              </a:defRPr>
            </a:pPr>
            <a:r>
              <a:rPr lang="nb-NO" sz="1350">
                <a:solidFill>
                  <a:srgbClr val="000000"/>
                </a:solidFill>
                <a:latin typeface="Aptos"/>
                <a:ea typeface="Aptos"/>
                <a:cs typeface="Aptos"/>
              </a:rPr>
              <a:t>Predikert</a:t>
            </a:r>
          </a:p>
          <a:p>
            <a:pPr algn="ctr">
              <a:defRPr sz="1350" b="0">
                <a:solidFill>
                  <a:srgbClr val="000000"/>
                </a:solidFill>
                <a:latin typeface="Aptos"/>
                <a:ea typeface="Aptos"/>
                <a:cs typeface="Aptos"/>
              </a:defRPr>
            </a:pPr>
            <a:r>
              <a:rPr lang="nb-NO" sz="1350">
                <a:solidFill>
                  <a:srgbClr val="000000"/>
                </a:solidFill>
                <a:latin typeface="Aptos"/>
                <a:ea typeface="Aptos"/>
                <a:cs typeface="Aptos"/>
              </a:rPr>
              <a:t>Innsikt i dataen</a:t>
            </a:r>
            <a:endParaRPr sz="1350" b="0">
              <a:solidFill>
                <a:srgbClr val="000000"/>
              </a:solidFill>
              <a:latin typeface="Aptos"/>
              <a:ea typeface="Aptos"/>
              <a:cs typeface="Aptos"/>
            </a:endParaRPr>
          </a:p>
        </p:txBody>
      </p:sp>
      <p:sp>
        <p:nvSpPr>
          <p:cNvPr id="27" name="Rektangel 26">
            <a:extLst>
              <a:ext uri="{FF2B5EF4-FFF2-40B4-BE49-F238E27FC236}">
                <a16:creationId xmlns:a16="http://schemas.microsoft.com/office/drawing/2014/main" id="{D95DB09E-2183-4A73-97DA-A1987046B994}"/>
              </a:ext>
            </a:extLst>
          </p:cNvPr>
          <p:cNvSpPr>
            <a:spLocks noGrp="1"/>
          </p:cNvSpPr>
          <p:nvPr/>
        </p:nvSpPr>
        <p:spPr>
          <a:xfrm>
            <a:off x="400050" y="4619625"/>
            <a:ext cx="11391900" cy="723900"/>
          </a:xfrm>
          <a:prstGeom prst="rect">
            <a:avLst/>
          </a:prstGeom>
          <a:solidFill>
            <a:srgbClr val="E55158"/>
          </a:solidFill>
          <a:ln w="0">
            <a:noFill/>
          </a:ln>
        </p:spPr>
        <p:txBody>
          <a:bodyPr/>
          <a:lstStyle/>
          <a:p>
            <a:endParaRPr lang="nb-NO"/>
          </a:p>
        </p:txBody>
      </p:sp>
      <p:sp>
        <p:nvSpPr>
          <p:cNvPr id="28" name="Rektangel 27">
            <a:extLst>
              <a:ext uri="{FF2B5EF4-FFF2-40B4-BE49-F238E27FC236}">
                <a16:creationId xmlns:a16="http://schemas.microsoft.com/office/drawing/2014/main" id="{4BE4B892-F394-413A-8785-1FCC37F1A417}"/>
              </a:ext>
            </a:extLst>
          </p:cNvPr>
          <p:cNvSpPr>
            <a:spLocks noGrp="1"/>
          </p:cNvSpPr>
          <p:nvPr/>
        </p:nvSpPr>
        <p:spPr>
          <a:xfrm>
            <a:off x="685800" y="4772025"/>
            <a:ext cx="10820400" cy="419100"/>
          </a:xfrm>
          <a:prstGeom prst="rect">
            <a:avLst/>
          </a:prstGeom>
          <a:noFill/>
          <a:ln w="0">
            <a:noFill/>
          </a:ln>
        </p:spPr>
        <p:txBody>
          <a:bodyPr anchor="ctr">
            <a:noAutofit/>
          </a:bodyPr>
          <a:lstStyle/>
          <a:p>
            <a:pPr algn="ctr">
              <a:lnSpc>
                <a:spcPct val="100000"/>
              </a:lnSpc>
              <a:buNone/>
              <a:defRPr sz="1650" b="1">
                <a:solidFill>
                  <a:srgbClr val="FFFFFF"/>
                </a:solidFill>
                <a:latin typeface="Aptos"/>
                <a:ea typeface="Aptos"/>
                <a:cs typeface="Aptos"/>
              </a:defRPr>
            </a:pPr>
            <a:r>
              <a:rPr sz="1650" b="1">
                <a:solidFill>
                  <a:srgbClr val="FFFFFF"/>
                </a:solidFill>
                <a:latin typeface="Aptos"/>
                <a:ea typeface="Aptos"/>
                <a:cs typeface="Aptos"/>
              </a:rPr>
              <a:t>Databricks Asset Bundles deployer </a:t>
            </a:r>
            <a:r>
              <a:rPr sz="1650" b="1" err="1">
                <a:solidFill>
                  <a:srgbClr val="FFFFFF"/>
                </a:solidFill>
                <a:latin typeface="Aptos"/>
                <a:ea typeface="Aptos"/>
                <a:cs typeface="Aptos"/>
              </a:rPr>
              <a:t>oppsettet</a:t>
            </a:r>
            <a:r>
              <a:rPr sz="1650" b="1">
                <a:solidFill>
                  <a:srgbClr val="FFFFFF"/>
                </a:solidFill>
                <a:latin typeface="Aptos"/>
                <a:ea typeface="Aptos"/>
                <a:cs typeface="Aptos"/>
              </a:rPr>
              <a:t>. Bootstrap-</a:t>
            </a:r>
            <a:r>
              <a:rPr sz="1650" b="1" err="1">
                <a:solidFill>
                  <a:srgbClr val="FFFFFF"/>
                </a:solidFill>
                <a:latin typeface="Aptos"/>
                <a:ea typeface="Aptos"/>
                <a:cs typeface="Aptos"/>
              </a:rPr>
              <a:t>jobben</a:t>
            </a:r>
            <a:r>
              <a:rPr sz="1650" b="1">
                <a:solidFill>
                  <a:srgbClr val="FFFFFF"/>
                </a:solidFill>
                <a:latin typeface="Aptos"/>
                <a:ea typeface="Aptos"/>
                <a:cs typeface="Aptos"/>
              </a:rPr>
              <a:t> </a:t>
            </a:r>
            <a:r>
              <a:rPr sz="1650" b="1" err="1">
                <a:solidFill>
                  <a:srgbClr val="FFFFFF"/>
                </a:solidFill>
                <a:latin typeface="Aptos"/>
                <a:ea typeface="Aptos"/>
                <a:cs typeface="Aptos"/>
              </a:rPr>
              <a:t>gjør</a:t>
            </a:r>
            <a:r>
              <a:rPr sz="1650" b="1">
                <a:solidFill>
                  <a:srgbClr val="FFFFFF"/>
                </a:solidFill>
                <a:latin typeface="Aptos"/>
                <a:ea typeface="Aptos"/>
                <a:cs typeface="Aptos"/>
              </a:rPr>
              <a:t> </a:t>
            </a:r>
            <a:r>
              <a:rPr sz="1650" b="1" err="1">
                <a:solidFill>
                  <a:srgbClr val="FFFFFF"/>
                </a:solidFill>
                <a:latin typeface="Aptos"/>
                <a:ea typeface="Aptos"/>
                <a:cs typeface="Aptos"/>
              </a:rPr>
              <a:t>kurset</a:t>
            </a:r>
            <a:r>
              <a:rPr sz="1650" b="1">
                <a:solidFill>
                  <a:srgbClr val="FFFFFF"/>
                </a:solidFill>
                <a:latin typeface="Aptos"/>
                <a:ea typeface="Aptos"/>
                <a:cs typeface="Aptos"/>
              </a:rPr>
              <a:t> </a:t>
            </a:r>
            <a:r>
              <a:rPr sz="1650" b="1" err="1">
                <a:solidFill>
                  <a:srgbClr val="FFFFFF"/>
                </a:solidFill>
                <a:latin typeface="Aptos"/>
                <a:ea typeface="Aptos"/>
                <a:cs typeface="Aptos"/>
              </a:rPr>
              <a:t>klart</a:t>
            </a:r>
            <a:r>
              <a:rPr sz="1650" b="1">
                <a:solidFill>
                  <a:srgbClr val="FFFFFF"/>
                </a:solidFill>
                <a:latin typeface="Aptos"/>
                <a:ea typeface="Aptos"/>
                <a:cs typeface="Aptos"/>
              </a:rPr>
              <a:t> </a:t>
            </a:r>
            <a:r>
              <a:rPr sz="1650" b="1" err="1">
                <a:solidFill>
                  <a:srgbClr val="FFFFFF"/>
                </a:solidFill>
                <a:latin typeface="Aptos"/>
                <a:ea typeface="Aptos"/>
                <a:cs typeface="Aptos"/>
              </a:rPr>
              <a:t>til</a:t>
            </a:r>
            <a:r>
              <a:rPr sz="1650" b="1">
                <a:solidFill>
                  <a:srgbClr val="FFFFFF"/>
                </a:solidFill>
                <a:latin typeface="Aptos"/>
                <a:ea typeface="Aptos"/>
                <a:cs typeface="Aptos"/>
              </a:rPr>
              <a:t> bruk.</a:t>
            </a:r>
          </a:p>
        </p:txBody>
      </p:sp>
    </p:spTree>
    <p:extLst>
      <p:ext uri="{BB962C8B-B14F-4D97-AF65-F5344CB8AC3E}">
        <p14:creationId xmlns:p14="http://schemas.microsoft.com/office/powerpoint/2010/main" val="3271315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1" cy="1"/>
          <a:chOff x="0" y="0"/>
          <a:chExt cx="1" cy="1"/>
        </a:xfrm>
      </p:grpSpPr>
      <p:sp>
        <p:nvSpPr>
          <p:cNvPr id="30" name="eyebrow">
            <a:extLst>
              <a:ext uri="{FF2B5EF4-FFF2-40B4-BE49-F238E27FC236}">
                <a16:creationId xmlns:a16="http://schemas.microsoft.com/office/drawing/2014/main" id="{0FCA83DC-A7D3-4A7E-865E-CCED8702213A}"/>
              </a:ext>
            </a:extLst>
          </p:cNvPr>
          <p:cNvSpPr>
            <a:spLocks noGrp="1"/>
          </p:cNvSpPr>
          <p:nvPr/>
        </p:nvSpPr>
        <p:spPr>
          <a:xfrm>
            <a:off x="400050" y="228600"/>
            <a:ext cx="3143250" cy="209550"/>
          </a:xfrm>
          <a:prstGeom prst="rect">
            <a:avLst/>
          </a:prstGeom>
          <a:noFill/>
          <a:ln w="0">
            <a:noFill/>
          </a:ln>
        </p:spPr>
        <p:txBody>
          <a:bodyPr anchor="t">
            <a:noAutofit/>
          </a:bodyPr>
          <a:lstStyle/>
          <a:p>
            <a:pPr algn="l">
              <a:lnSpc>
                <a:spcPct val="100000"/>
              </a:lnSpc>
              <a:buNone/>
              <a:defRPr sz="975" b="1">
                <a:solidFill>
                  <a:srgbClr val="E55158"/>
                </a:solidFill>
                <a:latin typeface="Aptos"/>
                <a:ea typeface="Aptos"/>
                <a:cs typeface="Aptos"/>
              </a:defRPr>
            </a:pPr>
            <a:r>
              <a:rPr sz="975" b="1">
                <a:solidFill>
                  <a:srgbClr val="E55158"/>
                </a:solidFill>
                <a:latin typeface="Aptos"/>
                <a:ea typeface="Aptos"/>
                <a:cs typeface="Aptos"/>
              </a:rPr>
              <a:t>FØR VI BEGYNNER</a:t>
            </a:r>
          </a:p>
        </p:txBody>
      </p:sp>
      <p:sp>
        <p:nvSpPr>
          <p:cNvPr id="2" name="slide-title">
            <a:extLst>
              <a:ext uri="{FF2B5EF4-FFF2-40B4-BE49-F238E27FC236}">
                <a16:creationId xmlns:a16="http://schemas.microsoft.com/office/drawing/2014/main" id="{A9684832-F567-4DDE-BCF7-488C10A8E23D}"/>
              </a:ext>
            </a:extLst>
          </p:cNvPr>
          <p:cNvSpPr>
            <a:spLocks noGrp="1"/>
          </p:cNvSpPr>
          <p:nvPr/>
        </p:nvSpPr>
        <p:spPr>
          <a:xfrm>
            <a:off x="400050" y="476250"/>
            <a:ext cx="10668000" cy="609600"/>
          </a:xfrm>
          <a:prstGeom prst="rect">
            <a:avLst/>
          </a:prstGeom>
          <a:noFill/>
          <a:ln w="0">
            <a:noFill/>
          </a:ln>
        </p:spPr>
        <p:txBody>
          <a:bodyPr anchor="t">
            <a:noAutofit/>
          </a:bodyPr>
          <a:lstStyle/>
          <a:p>
            <a:pPr algn="l">
              <a:lnSpc>
                <a:spcPct val="100000"/>
              </a:lnSpc>
              <a:buNone/>
              <a:defRPr sz="2850" b="1">
                <a:solidFill>
                  <a:srgbClr val="000000"/>
                </a:solidFill>
                <a:latin typeface="Aptos Display"/>
                <a:ea typeface="Aptos Display"/>
                <a:cs typeface="Aptos Display"/>
              </a:defRPr>
            </a:pPr>
            <a:r>
              <a:rPr sz="2850" b="1">
                <a:solidFill>
                  <a:srgbClr val="000000"/>
                </a:solidFill>
                <a:latin typeface="Aptos Display"/>
                <a:ea typeface="Aptos Display"/>
                <a:cs typeface="Aptos Display"/>
              </a:rPr>
              <a:t>Oppsett 1: Databricks-bruker og workspace</a:t>
            </a:r>
          </a:p>
        </p:txBody>
      </p:sp>
      <p:sp>
        <p:nvSpPr>
          <p:cNvPr id="3" name="Rett linje 2">
            <a:extLst>
              <a:ext uri="{FF2B5EF4-FFF2-40B4-BE49-F238E27FC236}">
                <a16:creationId xmlns:a16="http://schemas.microsoft.com/office/drawing/2014/main" id="{515C684E-240D-41A4-BA04-C13B230F1289}"/>
              </a:ext>
            </a:extLst>
          </p:cNvPr>
          <p:cNvSpPr>
            <a:spLocks noGrp="1"/>
          </p:cNvSpPr>
          <p:nvPr/>
        </p:nvSpPr>
        <p:spPr>
          <a:xfrm>
            <a:off x="400050" y="1152525"/>
            <a:ext cx="1171575" cy="1"/>
          </a:xfrm>
          <a:prstGeom prst="line">
            <a:avLst/>
          </a:prstGeom>
          <a:noFill/>
          <a:ln w="19050">
            <a:solidFill>
              <a:srgbClr val="FF3D47"/>
            </a:solidFill>
          </a:ln>
        </p:spPr>
        <p:txBody>
          <a:bodyPr/>
          <a:lstStyle/>
          <a:p>
            <a:endParaRPr lang="nb-NO"/>
          </a:p>
        </p:txBody>
      </p:sp>
      <p:sp>
        <p:nvSpPr>
          <p:cNvPr id="4" name="Rektangel 3">
            <a:extLst>
              <a:ext uri="{FF2B5EF4-FFF2-40B4-BE49-F238E27FC236}">
                <a16:creationId xmlns:a16="http://schemas.microsoft.com/office/drawing/2014/main" id="{278B7A8B-86A3-44B1-B880-653E140946C6}"/>
              </a:ext>
            </a:extLst>
          </p:cNvPr>
          <p:cNvSpPr>
            <a:spLocks noGrp="1"/>
          </p:cNvSpPr>
          <p:nvPr/>
        </p:nvSpPr>
        <p:spPr>
          <a:xfrm>
            <a:off x="400050" y="1352550"/>
            <a:ext cx="1752600" cy="533400"/>
          </a:xfrm>
          <a:prstGeom prst="rect">
            <a:avLst/>
          </a:prstGeom>
          <a:solidFill>
            <a:srgbClr val="FF3D47"/>
          </a:solidFill>
          <a:ln w="0">
            <a:noFill/>
          </a:ln>
        </p:spPr>
        <p:txBody>
          <a:bodyPr/>
          <a:lstStyle/>
          <a:p>
            <a:endParaRPr lang="nb-NO"/>
          </a:p>
        </p:txBody>
      </p:sp>
      <p:sp>
        <p:nvSpPr>
          <p:cNvPr id="5" name="Rektangel 4">
            <a:extLst>
              <a:ext uri="{FF2B5EF4-FFF2-40B4-BE49-F238E27FC236}">
                <a16:creationId xmlns:a16="http://schemas.microsoft.com/office/drawing/2014/main" id="{F0ED8B87-6D6C-4206-AABE-335064A695C4}"/>
              </a:ext>
            </a:extLst>
          </p:cNvPr>
          <p:cNvSpPr>
            <a:spLocks noGrp="1"/>
          </p:cNvSpPr>
          <p:nvPr/>
        </p:nvSpPr>
        <p:spPr>
          <a:xfrm>
            <a:off x="400050" y="1381125"/>
            <a:ext cx="1752600" cy="476250"/>
          </a:xfrm>
          <a:prstGeom prst="rect">
            <a:avLst/>
          </a:prstGeom>
          <a:noFill/>
          <a:ln w="0">
            <a:noFill/>
          </a:ln>
        </p:spPr>
        <p:txBody>
          <a:bodyPr anchor="ctr">
            <a:noAutofit/>
          </a:bodyPr>
          <a:lstStyle/>
          <a:p>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Oppsett</a:t>
            </a:r>
          </a:p>
        </p:txBody>
      </p:sp>
      <p:sp>
        <p:nvSpPr>
          <p:cNvPr id="6" name="Rektangel 5">
            <a:extLst>
              <a:ext uri="{FF2B5EF4-FFF2-40B4-BE49-F238E27FC236}">
                <a16:creationId xmlns:a16="http://schemas.microsoft.com/office/drawing/2014/main" id="{0219843E-755E-4099-B9F2-7BABA2925EE3}"/>
              </a:ext>
            </a:extLst>
          </p:cNvPr>
          <p:cNvSpPr>
            <a:spLocks noGrp="1"/>
          </p:cNvSpPr>
          <p:nvPr/>
        </p:nvSpPr>
        <p:spPr>
          <a:xfrm>
            <a:off x="2295525" y="1352550"/>
            <a:ext cx="1752600" cy="533400"/>
          </a:xfrm>
          <a:prstGeom prst="rect">
            <a:avLst/>
          </a:prstGeom>
          <a:solidFill>
            <a:srgbClr val="CCC1BC"/>
          </a:solidFill>
          <a:ln w="0">
            <a:noFill/>
          </a:ln>
        </p:spPr>
        <p:txBody>
          <a:bodyPr/>
          <a:lstStyle/>
          <a:p>
            <a:endParaRPr lang="nb-NO"/>
          </a:p>
        </p:txBody>
      </p:sp>
      <p:sp>
        <p:nvSpPr>
          <p:cNvPr id="7" name="Rektangel 6">
            <a:extLst>
              <a:ext uri="{FF2B5EF4-FFF2-40B4-BE49-F238E27FC236}">
                <a16:creationId xmlns:a16="http://schemas.microsoft.com/office/drawing/2014/main" id="{55C88058-3334-4267-B220-9B9A26B579F5}"/>
              </a:ext>
            </a:extLst>
          </p:cNvPr>
          <p:cNvSpPr>
            <a:spLocks noGrp="1"/>
          </p:cNvSpPr>
          <p:nvPr/>
        </p:nvSpPr>
        <p:spPr>
          <a:xfrm>
            <a:off x="2295525" y="1381125"/>
            <a:ext cx="1752600" cy="476250"/>
          </a:xfrm>
          <a:prstGeom prst="rect">
            <a:avLst/>
          </a:prstGeom>
          <a:noFill/>
          <a:ln w="0">
            <a:noFill/>
          </a:ln>
        </p:spPr>
        <p:txBody>
          <a:bodyPr anchor="ctr">
            <a:noAutofit/>
          </a:bodyPr>
          <a:lstStyle/>
          <a:p>
            <a:pPr algn="ctr">
              <a:lnSpc>
                <a:spcPct val="100000"/>
              </a:lnSpc>
              <a:buNone/>
              <a:defRPr sz="1350" b="0">
                <a:solidFill>
                  <a:srgbClr val="000000"/>
                </a:solidFill>
                <a:latin typeface="Aptos"/>
                <a:ea typeface="Aptos"/>
                <a:cs typeface="Aptos"/>
              </a:defRPr>
            </a:pPr>
            <a:r>
              <a:rPr sz="1350" b="0">
                <a:solidFill>
                  <a:srgbClr val="000000"/>
                </a:solidFill>
                <a:latin typeface="Aptos"/>
                <a:ea typeface="Aptos"/>
                <a:cs typeface="Aptos"/>
              </a:rPr>
              <a:t>Bronze</a:t>
            </a:r>
          </a:p>
        </p:txBody>
      </p:sp>
      <p:sp>
        <p:nvSpPr>
          <p:cNvPr id="8" name="Rektangel 7">
            <a:extLst>
              <a:ext uri="{FF2B5EF4-FFF2-40B4-BE49-F238E27FC236}">
                <a16:creationId xmlns:a16="http://schemas.microsoft.com/office/drawing/2014/main" id="{6D5A2CC8-2F03-47D9-BA63-3750E8BE0FB2}"/>
              </a:ext>
            </a:extLst>
          </p:cNvPr>
          <p:cNvSpPr>
            <a:spLocks noGrp="1"/>
          </p:cNvSpPr>
          <p:nvPr/>
        </p:nvSpPr>
        <p:spPr>
          <a:xfrm>
            <a:off x="4191000" y="1352550"/>
            <a:ext cx="1752600" cy="533400"/>
          </a:xfrm>
          <a:prstGeom prst="rect">
            <a:avLst/>
          </a:prstGeom>
          <a:solidFill>
            <a:srgbClr val="CCC1BC"/>
          </a:solidFill>
          <a:ln w="0">
            <a:noFill/>
          </a:ln>
        </p:spPr>
        <p:txBody>
          <a:bodyPr/>
          <a:lstStyle/>
          <a:p>
            <a:endParaRPr lang="nb-NO"/>
          </a:p>
        </p:txBody>
      </p:sp>
      <p:sp>
        <p:nvSpPr>
          <p:cNvPr id="9" name="Rektangel 8">
            <a:extLst>
              <a:ext uri="{FF2B5EF4-FFF2-40B4-BE49-F238E27FC236}">
                <a16:creationId xmlns:a16="http://schemas.microsoft.com/office/drawing/2014/main" id="{C1B3A366-1171-4735-A9F1-F35494D9B50A}"/>
              </a:ext>
            </a:extLst>
          </p:cNvPr>
          <p:cNvSpPr>
            <a:spLocks noGrp="1"/>
          </p:cNvSpPr>
          <p:nvPr/>
        </p:nvSpPr>
        <p:spPr>
          <a:xfrm>
            <a:off x="4191000" y="1381125"/>
            <a:ext cx="1752600" cy="476250"/>
          </a:xfrm>
          <a:prstGeom prst="rect">
            <a:avLst/>
          </a:prstGeom>
          <a:noFill/>
          <a:ln w="0">
            <a:noFill/>
          </a:ln>
        </p:spPr>
        <p:txBody>
          <a:bodyPr anchor="ctr">
            <a:noAutofit/>
          </a:bodyPr>
          <a:lstStyle/>
          <a:p>
            <a:pPr algn="ctr">
              <a:lnSpc>
                <a:spcPct val="100000"/>
              </a:lnSpc>
              <a:buNone/>
              <a:defRPr sz="1350" b="0">
                <a:solidFill>
                  <a:srgbClr val="000000"/>
                </a:solidFill>
                <a:latin typeface="Aptos"/>
                <a:ea typeface="Aptos"/>
                <a:cs typeface="Aptos"/>
              </a:defRPr>
            </a:pPr>
            <a:r>
              <a:rPr sz="1350" b="0">
                <a:solidFill>
                  <a:srgbClr val="000000"/>
                </a:solidFill>
                <a:latin typeface="Aptos"/>
                <a:ea typeface="Aptos"/>
                <a:cs typeface="Aptos"/>
              </a:rPr>
              <a:t>Silver</a:t>
            </a:r>
          </a:p>
        </p:txBody>
      </p:sp>
      <p:sp>
        <p:nvSpPr>
          <p:cNvPr id="10" name="Rektangel 9">
            <a:extLst>
              <a:ext uri="{FF2B5EF4-FFF2-40B4-BE49-F238E27FC236}">
                <a16:creationId xmlns:a16="http://schemas.microsoft.com/office/drawing/2014/main" id="{F77B701C-0609-47A7-8805-B757DB2CBD6D}"/>
              </a:ext>
            </a:extLst>
          </p:cNvPr>
          <p:cNvSpPr>
            <a:spLocks noGrp="1"/>
          </p:cNvSpPr>
          <p:nvPr/>
        </p:nvSpPr>
        <p:spPr>
          <a:xfrm>
            <a:off x="6086475" y="1352550"/>
            <a:ext cx="1752600" cy="533400"/>
          </a:xfrm>
          <a:prstGeom prst="rect">
            <a:avLst/>
          </a:prstGeom>
          <a:solidFill>
            <a:srgbClr val="CCC1BC"/>
          </a:solidFill>
          <a:ln w="0">
            <a:noFill/>
          </a:ln>
        </p:spPr>
        <p:txBody>
          <a:bodyPr/>
          <a:lstStyle/>
          <a:p>
            <a:endParaRPr lang="nb-NO"/>
          </a:p>
        </p:txBody>
      </p:sp>
      <p:sp>
        <p:nvSpPr>
          <p:cNvPr id="11" name="Rektangel 10">
            <a:extLst>
              <a:ext uri="{FF2B5EF4-FFF2-40B4-BE49-F238E27FC236}">
                <a16:creationId xmlns:a16="http://schemas.microsoft.com/office/drawing/2014/main" id="{C58014EB-51CB-448E-BF64-F17842EC471D}"/>
              </a:ext>
            </a:extLst>
          </p:cNvPr>
          <p:cNvSpPr>
            <a:spLocks noGrp="1"/>
          </p:cNvSpPr>
          <p:nvPr/>
        </p:nvSpPr>
        <p:spPr>
          <a:xfrm>
            <a:off x="6086475" y="1381125"/>
            <a:ext cx="1752600" cy="476250"/>
          </a:xfrm>
          <a:prstGeom prst="rect">
            <a:avLst/>
          </a:prstGeom>
          <a:noFill/>
          <a:ln w="0">
            <a:noFill/>
          </a:ln>
        </p:spPr>
        <p:txBody>
          <a:bodyPr anchor="ctr">
            <a:noAutofit/>
          </a:bodyPr>
          <a:lstStyle/>
          <a:p>
            <a:pPr algn="ctr">
              <a:lnSpc>
                <a:spcPct val="100000"/>
              </a:lnSpc>
              <a:buNone/>
              <a:defRPr sz="1350" b="0">
                <a:solidFill>
                  <a:srgbClr val="000000"/>
                </a:solidFill>
                <a:latin typeface="Aptos"/>
                <a:ea typeface="Aptos"/>
                <a:cs typeface="Aptos"/>
              </a:defRPr>
            </a:pPr>
            <a:r>
              <a:rPr sz="1350" b="0">
                <a:solidFill>
                  <a:srgbClr val="000000"/>
                </a:solidFill>
                <a:latin typeface="Aptos"/>
                <a:ea typeface="Aptos"/>
                <a:cs typeface="Aptos"/>
              </a:rPr>
              <a:t>Gold</a:t>
            </a:r>
          </a:p>
        </p:txBody>
      </p:sp>
      <p:sp>
        <p:nvSpPr>
          <p:cNvPr id="12" name="Rektangel 11">
            <a:extLst>
              <a:ext uri="{FF2B5EF4-FFF2-40B4-BE49-F238E27FC236}">
                <a16:creationId xmlns:a16="http://schemas.microsoft.com/office/drawing/2014/main" id="{73A8A1B0-2857-4D4C-BAD1-FC9199ADCE8E}"/>
              </a:ext>
            </a:extLst>
          </p:cNvPr>
          <p:cNvSpPr>
            <a:spLocks noGrp="1"/>
          </p:cNvSpPr>
          <p:nvPr/>
        </p:nvSpPr>
        <p:spPr>
          <a:xfrm>
            <a:off x="7981950" y="1352550"/>
            <a:ext cx="1752600" cy="533400"/>
          </a:xfrm>
          <a:prstGeom prst="rect">
            <a:avLst/>
          </a:prstGeom>
          <a:solidFill>
            <a:srgbClr val="CCC1BC"/>
          </a:solidFill>
          <a:ln w="0">
            <a:noFill/>
          </a:ln>
        </p:spPr>
        <p:txBody>
          <a:bodyPr/>
          <a:lstStyle/>
          <a:p>
            <a:endParaRPr lang="nb-NO"/>
          </a:p>
        </p:txBody>
      </p:sp>
      <p:sp>
        <p:nvSpPr>
          <p:cNvPr id="13" name="Rektangel 12">
            <a:extLst>
              <a:ext uri="{FF2B5EF4-FFF2-40B4-BE49-F238E27FC236}">
                <a16:creationId xmlns:a16="http://schemas.microsoft.com/office/drawing/2014/main" id="{2261AB05-CE3B-47AC-B84C-D764C46A7BA1}"/>
              </a:ext>
            </a:extLst>
          </p:cNvPr>
          <p:cNvSpPr>
            <a:spLocks noGrp="1"/>
          </p:cNvSpPr>
          <p:nvPr/>
        </p:nvSpPr>
        <p:spPr>
          <a:xfrm>
            <a:off x="7981950" y="1381125"/>
            <a:ext cx="1752600" cy="476250"/>
          </a:xfrm>
          <a:prstGeom prst="rect">
            <a:avLst/>
          </a:prstGeom>
          <a:noFill/>
          <a:ln w="0">
            <a:noFill/>
          </a:ln>
        </p:spPr>
        <p:txBody>
          <a:bodyPr anchor="ctr">
            <a:noAutofit/>
          </a:bodyPr>
          <a:lstStyle/>
          <a:p>
            <a:pPr algn="ctr">
              <a:lnSpc>
                <a:spcPct val="100000"/>
              </a:lnSpc>
              <a:buNone/>
              <a:defRPr sz="1350" b="0">
                <a:solidFill>
                  <a:srgbClr val="000000"/>
                </a:solidFill>
                <a:latin typeface="Aptos"/>
                <a:ea typeface="Aptos"/>
                <a:cs typeface="Aptos"/>
              </a:defRPr>
            </a:pPr>
            <a:r>
              <a:rPr sz="1350" b="0">
                <a:solidFill>
                  <a:srgbClr val="000000"/>
                </a:solidFill>
                <a:latin typeface="Aptos"/>
                <a:ea typeface="Aptos"/>
                <a:cs typeface="Aptos"/>
              </a:rPr>
              <a:t>Maskinlæring</a:t>
            </a:r>
          </a:p>
        </p:txBody>
      </p:sp>
      <p:sp>
        <p:nvSpPr>
          <p:cNvPr id="14" name="Rektangel 13">
            <a:extLst>
              <a:ext uri="{FF2B5EF4-FFF2-40B4-BE49-F238E27FC236}">
                <a16:creationId xmlns:a16="http://schemas.microsoft.com/office/drawing/2014/main" id="{11CDBA7A-0004-484A-99DE-FBD58AF17FF9}"/>
              </a:ext>
            </a:extLst>
          </p:cNvPr>
          <p:cNvSpPr>
            <a:spLocks noGrp="1"/>
          </p:cNvSpPr>
          <p:nvPr/>
        </p:nvSpPr>
        <p:spPr>
          <a:xfrm>
            <a:off x="9877425" y="1352550"/>
            <a:ext cx="1752600" cy="533400"/>
          </a:xfrm>
          <a:prstGeom prst="rect">
            <a:avLst/>
          </a:prstGeom>
          <a:solidFill>
            <a:srgbClr val="CCC1BC"/>
          </a:solidFill>
          <a:ln w="0">
            <a:noFill/>
          </a:ln>
        </p:spPr>
        <p:txBody>
          <a:bodyPr/>
          <a:lstStyle/>
          <a:p>
            <a:endParaRPr lang="nb-NO"/>
          </a:p>
        </p:txBody>
      </p:sp>
      <p:sp>
        <p:nvSpPr>
          <p:cNvPr id="15" name="Rektangel 14">
            <a:extLst>
              <a:ext uri="{FF2B5EF4-FFF2-40B4-BE49-F238E27FC236}">
                <a16:creationId xmlns:a16="http://schemas.microsoft.com/office/drawing/2014/main" id="{A5658D5B-6848-4FEB-AC20-A995DE534095}"/>
              </a:ext>
            </a:extLst>
          </p:cNvPr>
          <p:cNvSpPr>
            <a:spLocks noGrp="1"/>
          </p:cNvSpPr>
          <p:nvPr/>
        </p:nvSpPr>
        <p:spPr>
          <a:xfrm>
            <a:off x="9877425" y="1381125"/>
            <a:ext cx="1752600" cy="476250"/>
          </a:xfrm>
          <a:prstGeom prst="rect">
            <a:avLst/>
          </a:prstGeom>
          <a:noFill/>
          <a:ln w="0">
            <a:noFill/>
          </a:ln>
        </p:spPr>
        <p:txBody>
          <a:bodyPr anchor="ctr">
            <a:noAutofit/>
          </a:bodyPr>
          <a:lstStyle/>
          <a:p>
            <a:pPr algn="ctr">
              <a:lnSpc>
                <a:spcPct val="100000"/>
              </a:lnSpc>
              <a:buNone/>
              <a:defRPr sz="1350" b="0">
                <a:solidFill>
                  <a:srgbClr val="000000"/>
                </a:solidFill>
                <a:latin typeface="Aptos"/>
                <a:ea typeface="Aptos"/>
                <a:cs typeface="Aptos"/>
              </a:defRPr>
            </a:pPr>
            <a:r>
              <a:rPr sz="1350" b="0">
                <a:solidFill>
                  <a:srgbClr val="000000"/>
                </a:solidFill>
                <a:latin typeface="Aptos"/>
                <a:ea typeface="Aptos"/>
                <a:cs typeface="Aptos"/>
              </a:rPr>
              <a:t>Dashboard</a:t>
            </a:r>
          </a:p>
        </p:txBody>
      </p:sp>
      <p:sp>
        <p:nvSpPr>
          <p:cNvPr id="16" name="Rektangel 15">
            <a:extLst>
              <a:ext uri="{FF2B5EF4-FFF2-40B4-BE49-F238E27FC236}">
                <a16:creationId xmlns:a16="http://schemas.microsoft.com/office/drawing/2014/main" id="{D4597159-B180-4E26-92EA-6DDAA1BCA475}"/>
              </a:ext>
            </a:extLst>
          </p:cNvPr>
          <p:cNvSpPr>
            <a:spLocks noGrp="1"/>
          </p:cNvSpPr>
          <p:nvPr/>
        </p:nvSpPr>
        <p:spPr>
          <a:xfrm>
            <a:off x="552450" y="2343150"/>
            <a:ext cx="781050" cy="666750"/>
          </a:xfrm>
          <a:prstGeom prst="rect">
            <a:avLst/>
          </a:prstGeom>
          <a:noFill/>
          <a:ln w="0">
            <a:noFill/>
          </a:ln>
        </p:spPr>
        <p:txBody>
          <a:bodyPr anchor="ctr">
            <a:noAutofit/>
          </a:bodyPr>
          <a:lstStyle/>
          <a:p>
            <a:pPr algn="l">
              <a:lnSpc>
                <a:spcPct val="100000"/>
              </a:lnSpc>
              <a:buNone/>
              <a:defRPr sz="3300" b="1">
                <a:solidFill>
                  <a:srgbClr val="FF3D47"/>
                </a:solidFill>
                <a:latin typeface="Aptos"/>
                <a:ea typeface="Aptos"/>
                <a:cs typeface="Aptos"/>
              </a:defRPr>
            </a:pPr>
            <a:r>
              <a:rPr sz="3300" b="1">
                <a:solidFill>
                  <a:srgbClr val="FF3D47"/>
                </a:solidFill>
                <a:latin typeface="Aptos"/>
                <a:ea typeface="Aptos"/>
                <a:cs typeface="Aptos"/>
              </a:rPr>
              <a:t>01</a:t>
            </a:r>
          </a:p>
        </p:txBody>
      </p:sp>
      <p:sp>
        <p:nvSpPr>
          <p:cNvPr id="17" name="Rektangel 16">
            <a:extLst>
              <a:ext uri="{FF2B5EF4-FFF2-40B4-BE49-F238E27FC236}">
                <a16:creationId xmlns:a16="http://schemas.microsoft.com/office/drawing/2014/main" id="{1F17ACBD-A8CF-4D02-B094-2DDC5CF8114E}"/>
              </a:ext>
            </a:extLst>
          </p:cNvPr>
          <p:cNvSpPr>
            <a:spLocks noGrp="1"/>
          </p:cNvSpPr>
          <p:nvPr/>
        </p:nvSpPr>
        <p:spPr>
          <a:xfrm>
            <a:off x="1466850" y="2362200"/>
            <a:ext cx="2857500" cy="304800"/>
          </a:xfrm>
          <a:prstGeom prst="rect">
            <a:avLst/>
          </a:prstGeom>
          <a:noFill/>
          <a:ln w="0">
            <a:noFill/>
          </a:ln>
        </p:spPr>
        <p:txBody>
          <a:bodyPr anchor="t">
            <a:noAutofit/>
          </a:bodyPr>
          <a:lstStyle/>
          <a:p>
            <a:pPr algn="l">
              <a:lnSpc>
                <a:spcPct val="100000"/>
              </a:lnSpc>
              <a:buNone/>
              <a:defRPr sz="1800" b="1">
                <a:solidFill>
                  <a:srgbClr val="000000"/>
                </a:solidFill>
                <a:latin typeface="Aptos Display"/>
                <a:ea typeface="Aptos Display"/>
                <a:cs typeface="Aptos Display"/>
              </a:defRPr>
            </a:pPr>
            <a:r>
              <a:rPr sz="1800" b="1">
                <a:solidFill>
                  <a:srgbClr val="000000"/>
                </a:solidFill>
                <a:latin typeface="Aptos Display"/>
                <a:ea typeface="Aptos Display"/>
                <a:cs typeface="Aptos Display"/>
              </a:rPr>
              <a:t>Opprett bruker</a:t>
            </a:r>
          </a:p>
        </p:txBody>
      </p:sp>
      <p:sp>
        <p:nvSpPr>
          <p:cNvPr id="18" name="Rektangel 17">
            <a:extLst>
              <a:ext uri="{FF2B5EF4-FFF2-40B4-BE49-F238E27FC236}">
                <a16:creationId xmlns:a16="http://schemas.microsoft.com/office/drawing/2014/main" id="{17A7F0A2-E7F0-4B68-B6CC-5E2B2B4B2D76}"/>
              </a:ext>
            </a:extLst>
          </p:cNvPr>
          <p:cNvSpPr>
            <a:spLocks noGrp="1"/>
          </p:cNvSpPr>
          <p:nvPr/>
        </p:nvSpPr>
        <p:spPr>
          <a:xfrm>
            <a:off x="1466850" y="2714625"/>
            <a:ext cx="9334500" cy="514350"/>
          </a:xfrm>
          <a:prstGeom prst="rect">
            <a:avLst/>
          </a:prstGeom>
          <a:noFill/>
          <a:ln w="0">
            <a:noFill/>
          </a:ln>
        </p:spPr>
        <p:txBody>
          <a:bodyPr anchor="t">
            <a:noAutofit/>
          </a:bodyPr>
          <a:lstStyle/>
          <a:p>
            <a:pPr algn="l">
              <a:lnSpc>
                <a:spcPct val="100000"/>
              </a:lnSpc>
              <a:buNone/>
              <a:defRPr sz="1425" b="0">
                <a:solidFill>
                  <a:srgbClr val="000000"/>
                </a:solidFill>
                <a:latin typeface="Aptos"/>
                <a:ea typeface="Aptos"/>
                <a:cs typeface="Aptos"/>
              </a:defRPr>
            </a:pPr>
            <a:r>
              <a:rPr sz="1425" b="0">
                <a:solidFill>
                  <a:srgbClr val="000000"/>
                </a:solidFill>
                <a:latin typeface="Aptos"/>
                <a:ea typeface="Aptos"/>
                <a:cs typeface="Aptos"/>
              </a:rPr>
              <a:t>Registrer en Databricks Free Edition-konto med e-postadressen din.</a:t>
            </a:r>
          </a:p>
        </p:txBody>
      </p:sp>
      <p:sp>
        <p:nvSpPr>
          <p:cNvPr id="19" name="Rett linje 18">
            <a:extLst>
              <a:ext uri="{FF2B5EF4-FFF2-40B4-BE49-F238E27FC236}">
                <a16:creationId xmlns:a16="http://schemas.microsoft.com/office/drawing/2014/main" id="{04D34450-71BF-4143-8983-2A1E01967035}"/>
              </a:ext>
            </a:extLst>
          </p:cNvPr>
          <p:cNvSpPr>
            <a:spLocks noGrp="1"/>
          </p:cNvSpPr>
          <p:nvPr/>
        </p:nvSpPr>
        <p:spPr>
          <a:xfrm>
            <a:off x="1466850" y="3314700"/>
            <a:ext cx="9582150" cy="1"/>
          </a:xfrm>
          <a:prstGeom prst="line">
            <a:avLst/>
          </a:prstGeom>
          <a:noFill/>
          <a:ln w="9525">
            <a:solidFill>
              <a:srgbClr val="CCC1BC"/>
            </a:solidFill>
          </a:ln>
        </p:spPr>
        <p:txBody>
          <a:bodyPr/>
          <a:lstStyle/>
          <a:p>
            <a:endParaRPr lang="nb-NO"/>
          </a:p>
        </p:txBody>
      </p:sp>
      <p:sp>
        <p:nvSpPr>
          <p:cNvPr id="20" name="Rektangel 19">
            <a:extLst>
              <a:ext uri="{FF2B5EF4-FFF2-40B4-BE49-F238E27FC236}">
                <a16:creationId xmlns:a16="http://schemas.microsoft.com/office/drawing/2014/main" id="{2A6649C9-D18E-4D47-A78C-DBDA886888BD}"/>
              </a:ext>
            </a:extLst>
          </p:cNvPr>
          <p:cNvSpPr>
            <a:spLocks noGrp="1"/>
          </p:cNvSpPr>
          <p:nvPr/>
        </p:nvSpPr>
        <p:spPr>
          <a:xfrm>
            <a:off x="552450" y="3409950"/>
            <a:ext cx="781050" cy="666750"/>
          </a:xfrm>
          <a:prstGeom prst="rect">
            <a:avLst/>
          </a:prstGeom>
          <a:noFill/>
          <a:ln w="0">
            <a:noFill/>
          </a:ln>
        </p:spPr>
        <p:txBody>
          <a:bodyPr anchor="ctr">
            <a:noAutofit/>
          </a:bodyPr>
          <a:lstStyle/>
          <a:p>
            <a:pPr algn="l">
              <a:lnSpc>
                <a:spcPct val="100000"/>
              </a:lnSpc>
              <a:buNone/>
              <a:defRPr sz="3300" b="1">
                <a:solidFill>
                  <a:srgbClr val="FF3D47"/>
                </a:solidFill>
                <a:latin typeface="Aptos"/>
                <a:ea typeface="Aptos"/>
                <a:cs typeface="Aptos"/>
              </a:defRPr>
            </a:pPr>
            <a:r>
              <a:rPr sz="3300" b="1">
                <a:solidFill>
                  <a:srgbClr val="FF3D47"/>
                </a:solidFill>
                <a:latin typeface="Aptos"/>
                <a:ea typeface="Aptos"/>
                <a:cs typeface="Aptos"/>
              </a:rPr>
              <a:t>02</a:t>
            </a:r>
          </a:p>
        </p:txBody>
      </p:sp>
      <p:sp>
        <p:nvSpPr>
          <p:cNvPr id="21" name="Rektangel 20">
            <a:extLst>
              <a:ext uri="{FF2B5EF4-FFF2-40B4-BE49-F238E27FC236}">
                <a16:creationId xmlns:a16="http://schemas.microsoft.com/office/drawing/2014/main" id="{0E26EE28-4FEE-4F69-AE88-FAC432318F5B}"/>
              </a:ext>
            </a:extLst>
          </p:cNvPr>
          <p:cNvSpPr>
            <a:spLocks noGrp="1"/>
          </p:cNvSpPr>
          <p:nvPr/>
        </p:nvSpPr>
        <p:spPr>
          <a:xfrm>
            <a:off x="1466850" y="3429000"/>
            <a:ext cx="2857500" cy="304800"/>
          </a:xfrm>
          <a:prstGeom prst="rect">
            <a:avLst/>
          </a:prstGeom>
          <a:noFill/>
          <a:ln w="0">
            <a:noFill/>
          </a:ln>
        </p:spPr>
        <p:txBody>
          <a:bodyPr anchor="t">
            <a:noAutofit/>
          </a:bodyPr>
          <a:lstStyle/>
          <a:p>
            <a:pPr algn="l">
              <a:lnSpc>
                <a:spcPct val="100000"/>
              </a:lnSpc>
              <a:buNone/>
              <a:defRPr sz="1800" b="1">
                <a:solidFill>
                  <a:srgbClr val="000000"/>
                </a:solidFill>
                <a:latin typeface="Aptos Display"/>
                <a:ea typeface="Aptos Display"/>
                <a:cs typeface="Aptos Display"/>
              </a:defRPr>
            </a:pPr>
            <a:r>
              <a:rPr sz="1800" b="1">
                <a:solidFill>
                  <a:srgbClr val="000000"/>
                </a:solidFill>
                <a:latin typeface="Aptos Display"/>
                <a:ea typeface="Aptos Display"/>
                <a:cs typeface="Aptos Display"/>
              </a:rPr>
              <a:t>Åpne workspace</a:t>
            </a:r>
          </a:p>
        </p:txBody>
      </p:sp>
      <p:sp>
        <p:nvSpPr>
          <p:cNvPr id="22" name="Rektangel 21">
            <a:extLst>
              <a:ext uri="{FF2B5EF4-FFF2-40B4-BE49-F238E27FC236}">
                <a16:creationId xmlns:a16="http://schemas.microsoft.com/office/drawing/2014/main" id="{402D7EAC-CC9E-4FBB-886F-1C4F7C06A107}"/>
              </a:ext>
            </a:extLst>
          </p:cNvPr>
          <p:cNvSpPr>
            <a:spLocks noGrp="1"/>
          </p:cNvSpPr>
          <p:nvPr/>
        </p:nvSpPr>
        <p:spPr>
          <a:xfrm>
            <a:off x="1466850" y="3781425"/>
            <a:ext cx="9334500" cy="514350"/>
          </a:xfrm>
          <a:prstGeom prst="rect">
            <a:avLst/>
          </a:prstGeom>
          <a:noFill/>
          <a:ln w="0">
            <a:noFill/>
          </a:ln>
        </p:spPr>
        <p:txBody>
          <a:bodyPr anchor="t">
            <a:noAutofit/>
          </a:bodyPr>
          <a:lstStyle/>
          <a:p>
            <a:pPr algn="l">
              <a:lnSpc>
                <a:spcPct val="100000"/>
              </a:lnSpc>
              <a:buNone/>
              <a:defRPr sz="1425" b="0">
                <a:solidFill>
                  <a:srgbClr val="000000"/>
                </a:solidFill>
                <a:latin typeface="Aptos"/>
                <a:ea typeface="Aptos"/>
                <a:cs typeface="Aptos"/>
              </a:defRPr>
            </a:pPr>
            <a:r>
              <a:rPr sz="1425" b="0">
                <a:solidFill>
                  <a:srgbClr val="000000"/>
                </a:solidFill>
                <a:latin typeface="Aptos"/>
                <a:ea typeface="Aptos"/>
                <a:cs typeface="Aptos"/>
              </a:rPr>
              <a:t>Kontroller at du ser Workspace, Catalog, Jobs &amp; Pipelines og SQL Warehouses.</a:t>
            </a:r>
          </a:p>
        </p:txBody>
      </p:sp>
      <p:sp>
        <p:nvSpPr>
          <p:cNvPr id="23" name="Rett linje 22">
            <a:extLst>
              <a:ext uri="{FF2B5EF4-FFF2-40B4-BE49-F238E27FC236}">
                <a16:creationId xmlns:a16="http://schemas.microsoft.com/office/drawing/2014/main" id="{14A771E3-B7BC-48AD-AE69-DE37B55BF109}"/>
              </a:ext>
            </a:extLst>
          </p:cNvPr>
          <p:cNvSpPr>
            <a:spLocks noGrp="1"/>
          </p:cNvSpPr>
          <p:nvPr/>
        </p:nvSpPr>
        <p:spPr>
          <a:xfrm>
            <a:off x="1466850" y="4381500"/>
            <a:ext cx="9582150" cy="1"/>
          </a:xfrm>
          <a:prstGeom prst="line">
            <a:avLst/>
          </a:prstGeom>
          <a:noFill/>
          <a:ln w="9525">
            <a:solidFill>
              <a:srgbClr val="CCC1BC"/>
            </a:solidFill>
          </a:ln>
        </p:spPr>
        <p:txBody>
          <a:bodyPr/>
          <a:lstStyle/>
          <a:p>
            <a:endParaRPr lang="nb-NO"/>
          </a:p>
        </p:txBody>
      </p:sp>
      <p:sp>
        <p:nvSpPr>
          <p:cNvPr id="24" name="Rektangel 23">
            <a:extLst>
              <a:ext uri="{FF2B5EF4-FFF2-40B4-BE49-F238E27FC236}">
                <a16:creationId xmlns:a16="http://schemas.microsoft.com/office/drawing/2014/main" id="{4216A11C-E24D-458B-9D42-6C47F90E9826}"/>
              </a:ext>
            </a:extLst>
          </p:cNvPr>
          <p:cNvSpPr>
            <a:spLocks noGrp="1"/>
          </p:cNvSpPr>
          <p:nvPr/>
        </p:nvSpPr>
        <p:spPr>
          <a:xfrm>
            <a:off x="552450" y="4476750"/>
            <a:ext cx="781050" cy="666750"/>
          </a:xfrm>
          <a:prstGeom prst="rect">
            <a:avLst/>
          </a:prstGeom>
          <a:noFill/>
          <a:ln w="0">
            <a:noFill/>
          </a:ln>
        </p:spPr>
        <p:txBody>
          <a:bodyPr anchor="ctr">
            <a:noAutofit/>
          </a:bodyPr>
          <a:lstStyle/>
          <a:p>
            <a:pPr algn="l">
              <a:lnSpc>
                <a:spcPct val="100000"/>
              </a:lnSpc>
              <a:buNone/>
              <a:defRPr sz="3300" b="1">
                <a:solidFill>
                  <a:srgbClr val="FF3D47"/>
                </a:solidFill>
                <a:latin typeface="Aptos"/>
                <a:ea typeface="Aptos"/>
                <a:cs typeface="Aptos"/>
              </a:defRPr>
            </a:pPr>
            <a:r>
              <a:rPr sz="3300" b="1">
                <a:solidFill>
                  <a:srgbClr val="FF3D47"/>
                </a:solidFill>
                <a:latin typeface="Aptos"/>
                <a:ea typeface="Aptos"/>
                <a:cs typeface="Aptos"/>
              </a:rPr>
              <a:t>03</a:t>
            </a:r>
          </a:p>
        </p:txBody>
      </p:sp>
      <p:sp>
        <p:nvSpPr>
          <p:cNvPr id="25" name="Rektangel 24">
            <a:extLst>
              <a:ext uri="{FF2B5EF4-FFF2-40B4-BE49-F238E27FC236}">
                <a16:creationId xmlns:a16="http://schemas.microsoft.com/office/drawing/2014/main" id="{2FD741B3-8E4C-4185-8CEF-7C9E74917B00}"/>
              </a:ext>
            </a:extLst>
          </p:cNvPr>
          <p:cNvSpPr>
            <a:spLocks noGrp="1"/>
          </p:cNvSpPr>
          <p:nvPr/>
        </p:nvSpPr>
        <p:spPr>
          <a:xfrm>
            <a:off x="1466850" y="4495800"/>
            <a:ext cx="2857500" cy="304800"/>
          </a:xfrm>
          <a:prstGeom prst="rect">
            <a:avLst/>
          </a:prstGeom>
          <a:noFill/>
          <a:ln w="0">
            <a:noFill/>
          </a:ln>
        </p:spPr>
        <p:txBody>
          <a:bodyPr anchor="t">
            <a:noAutofit/>
          </a:bodyPr>
          <a:lstStyle/>
          <a:p>
            <a:pPr algn="l">
              <a:lnSpc>
                <a:spcPct val="100000"/>
              </a:lnSpc>
              <a:buNone/>
              <a:defRPr sz="1800" b="1">
                <a:solidFill>
                  <a:srgbClr val="000000"/>
                </a:solidFill>
                <a:latin typeface="Aptos Display"/>
                <a:ea typeface="Aptos Display"/>
                <a:cs typeface="Aptos Display"/>
              </a:defRPr>
            </a:pPr>
            <a:r>
              <a:rPr sz="1800" b="1">
                <a:solidFill>
                  <a:srgbClr val="000000"/>
                </a:solidFill>
                <a:latin typeface="Aptos Display"/>
                <a:ea typeface="Aptos Display"/>
                <a:cs typeface="Aptos Display"/>
              </a:rPr>
              <a:t>Finn compute</a:t>
            </a:r>
          </a:p>
        </p:txBody>
      </p:sp>
      <p:sp>
        <p:nvSpPr>
          <p:cNvPr id="26" name="Rektangel 25">
            <a:extLst>
              <a:ext uri="{FF2B5EF4-FFF2-40B4-BE49-F238E27FC236}">
                <a16:creationId xmlns:a16="http://schemas.microsoft.com/office/drawing/2014/main" id="{F561E8E2-5195-4BEA-9EEA-655AC6E478CF}"/>
              </a:ext>
            </a:extLst>
          </p:cNvPr>
          <p:cNvSpPr>
            <a:spLocks noGrp="1"/>
          </p:cNvSpPr>
          <p:nvPr/>
        </p:nvSpPr>
        <p:spPr>
          <a:xfrm>
            <a:off x="1466850" y="4848225"/>
            <a:ext cx="9334500" cy="514350"/>
          </a:xfrm>
          <a:prstGeom prst="rect">
            <a:avLst/>
          </a:prstGeom>
          <a:noFill/>
          <a:ln w="0">
            <a:noFill/>
          </a:ln>
        </p:spPr>
        <p:txBody>
          <a:bodyPr anchor="t">
            <a:noAutofit/>
          </a:bodyPr>
          <a:lstStyle/>
          <a:p>
            <a:pPr algn="l">
              <a:lnSpc>
                <a:spcPct val="100000"/>
              </a:lnSpc>
              <a:buNone/>
              <a:defRPr sz="1425" b="0">
                <a:solidFill>
                  <a:srgbClr val="000000"/>
                </a:solidFill>
                <a:latin typeface="Aptos"/>
                <a:ea typeface="Aptos"/>
                <a:cs typeface="Aptos"/>
              </a:defRPr>
            </a:pPr>
            <a:r>
              <a:rPr sz="1425" b="0">
                <a:solidFill>
                  <a:srgbClr val="000000"/>
                </a:solidFill>
                <a:latin typeface="Aptos"/>
                <a:ea typeface="Aptos"/>
                <a:cs typeface="Aptos"/>
              </a:rPr>
              <a:t>Kurset bruker serverless compute. Oppstart kan ta litt tid ved høy belastning.</a:t>
            </a:r>
          </a:p>
        </p:txBody>
      </p:sp>
      <p:sp>
        <p:nvSpPr>
          <p:cNvPr id="27" name="Rektangel 26">
            <a:extLst>
              <a:ext uri="{FF2B5EF4-FFF2-40B4-BE49-F238E27FC236}">
                <a16:creationId xmlns:a16="http://schemas.microsoft.com/office/drawing/2014/main" id="{925399F2-FB3E-4AD5-A331-2765521EC96D}"/>
              </a:ext>
            </a:extLst>
          </p:cNvPr>
          <p:cNvSpPr>
            <a:spLocks noGrp="1"/>
          </p:cNvSpPr>
          <p:nvPr/>
        </p:nvSpPr>
        <p:spPr>
          <a:xfrm>
            <a:off x="400050" y="5857875"/>
            <a:ext cx="11391900" cy="523875"/>
          </a:xfrm>
          <a:prstGeom prst="rect">
            <a:avLst/>
          </a:prstGeom>
          <a:solidFill>
            <a:srgbClr val="F2EFED"/>
          </a:solidFill>
          <a:ln w="0">
            <a:noFill/>
          </a:ln>
        </p:spPr>
        <p:txBody>
          <a:bodyPr/>
          <a:lstStyle/>
          <a:p>
            <a:endParaRPr lang="nb-NO"/>
          </a:p>
        </p:txBody>
      </p:sp>
      <p:sp>
        <p:nvSpPr>
          <p:cNvPr id="28" name="Rektangel 27">
            <a:extLst>
              <a:ext uri="{FF2B5EF4-FFF2-40B4-BE49-F238E27FC236}">
                <a16:creationId xmlns:a16="http://schemas.microsoft.com/office/drawing/2014/main" id="{0B165443-ACF1-4D9E-8D9C-3F132DA745BC}"/>
              </a:ext>
            </a:extLst>
          </p:cNvPr>
          <p:cNvSpPr>
            <a:spLocks noGrp="1"/>
          </p:cNvSpPr>
          <p:nvPr/>
        </p:nvSpPr>
        <p:spPr>
          <a:xfrm>
            <a:off x="552450" y="5981700"/>
            <a:ext cx="1381125" cy="228600"/>
          </a:xfrm>
          <a:prstGeom prst="rect">
            <a:avLst/>
          </a:prstGeom>
          <a:noFill/>
          <a:ln w="0">
            <a:noFill/>
          </a:ln>
        </p:spPr>
        <p:txBody>
          <a:bodyPr anchor="t">
            <a:noAutofit/>
          </a:bodyPr>
          <a:lstStyle/>
          <a:p>
            <a:pPr algn="l">
              <a:lnSpc>
                <a:spcPct val="100000"/>
              </a:lnSpc>
              <a:buNone/>
              <a:defRPr sz="1050" b="1">
                <a:solidFill>
                  <a:srgbClr val="E55158"/>
                </a:solidFill>
                <a:latin typeface="Aptos"/>
                <a:ea typeface="Aptos"/>
                <a:cs typeface="Aptos"/>
              </a:defRPr>
            </a:pPr>
            <a:r>
              <a:rPr sz="1050" b="1">
                <a:solidFill>
                  <a:srgbClr val="E55158"/>
                </a:solidFill>
                <a:latin typeface="Aptos"/>
                <a:ea typeface="Aptos"/>
                <a:cs typeface="Aptos"/>
              </a:rPr>
              <a:t>KLAR NÅR</a:t>
            </a:r>
          </a:p>
        </p:txBody>
      </p:sp>
      <p:sp>
        <p:nvSpPr>
          <p:cNvPr id="29" name="Rektangel 28">
            <a:extLst>
              <a:ext uri="{FF2B5EF4-FFF2-40B4-BE49-F238E27FC236}">
                <a16:creationId xmlns:a16="http://schemas.microsoft.com/office/drawing/2014/main" id="{7C8B5356-0E61-411F-80FC-BDFEA41A2895}"/>
              </a:ext>
            </a:extLst>
          </p:cNvPr>
          <p:cNvSpPr>
            <a:spLocks noGrp="1"/>
          </p:cNvSpPr>
          <p:nvPr/>
        </p:nvSpPr>
        <p:spPr>
          <a:xfrm>
            <a:off x="1924050" y="5943600"/>
            <a:ext cx="9620250" cy="285750"/>
          </a:xfrm>
          <a:prstGeom prst="rect">
            <a:avLst/>
          </a:prstGeom>
          <a:noFill/>
          <a:ln w="0">
            <a:noFill/>
          </a:ln>
        </p:spPr>
        <p:txBody>
          <a:bodyPr anchor="ctr">
            <a:noAutofit/>
          </a:bodyPr>
          <a:lstStyle/>
          <a:p>
            <a:pPr algn="l">
              <a:lnSpc>
                <a:spcPct val="100000"/>
              </a:lnSpc>
              <a:buNone/>
              <a:defRPr sz="1350" b="1">
                <a:solidFill>
                  <a:srgbClr val="000000"/>
                </a:solidFill>
                <a:latin typeface="Aptos"/>
                <a:ea typeface="Aptos"/>
                <a:cs typeface="Aptos"/>
              </a:defRPr>
            </a:pPr>
            <a:r>
              <a:rPr sz="1350" b="1">
                <a:solidFill>
                  <a:srgbClr val="000000"/>
                </a:solidFill>
                <a:latin typeface="Aptos"/>
                <a:ea typeface="Aptos"/>
                <a:cs typeface="Aptos"/>
              </a:rPr>
              <a:t>Du er inne i ditt eget workspace og kan åpne en notebook.</a:t>
            </a:r>
          </a:p>
        </p:txBody>
      </p:sp>
    </p:spTree>
    <p:extLst>
      <p:ext uri="{BB962C8B-B14F-4D97-AF65-F5344CB8AC3E}">
        <p14:creationId xmlns:p14="http://schemas.microsoft.com/office/powerpoint/2010/main" val="4429926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1" cy="1"/>
          <a:chOff x="0" y="0"/>
          <a:chExt cx="1" cy="1"/>
        </a:xfrm>
      </p:grpSpPr>
      <p:sp>
        <p:nvSpPr>
          <p:cNvPr id="38" name="eyebrow">
            <a:extLst>
              <a:ext uri="{FF2B5EF4-FFF2-40B4-BE49-F238E27FC236}">
                <a16:creationId xmlns:a16="http://schemas.microsoft.com/office/drawing/2014/main" id="{EEF54B6A-8A04-4E8A-BBD3-025B4CA963C3}"/>
              </a:ext>
            </a:extLst>
          </p:cNvPr>
          <p:cNvSpPr>
            <a:spLocks noGrp="1"/>
          </p:cNvSpPr>
          <p:nvPr/>
        </p:nvSpPr>
        <p:spPr>
          <a:xfrm>
            <a:off x="400050" y="228600"/>
            <a:ext cx="3143250" cy="209550"/>
          </a:xfrm>
          <a:prstGeom prst="rect">
            <a:avLst/>
          </a:prstGeom>
          <a:noFill/>
          <a:ln w="0">
            <a:noFill/>
          </a:ln>
        </p:spPr>
        <p:txBody>
          <a:bodyPr anchor="t">
            <a:noAutofit/>
          </a:bodyPr>
          <a:lstStyle/>
          <a:p>
            <a:pPr algn="l">
              <a:lnSpc>
                <a:spcPct val="100000"/>
              </a:lnSpc>
              <a:buNone/>
              <a:defRPr sz="975" b="1">
                <a:solidFill>
                  <a:srgbClr val="E55158"/>
                </a:solidFill>
                <a:latin typeface="Aptos"/>
                <a:ea typeface="Aptos"/>
                <a:cs typeface="Aptos"/>
              </a:defRPr>
            </a:pPr>
            <a:r>
              <a:rPr sz="975" b="1">
                <a:solidFill>
                  <a:srgbClr val="E55158"/>
                </a:solidFill>
                <a:latin typeface="Aptos"/>
                <a:ea typeface="Aptos"/>
                <a:cs typeface="Aptos"/>
              </a:rPr>
              <a:t>FØR VI BEGYNNER</a:t>
            </a:r>
          </a:p>
        </p:txBody>
      </p:sp>
      <p:sp>
        <p:nvSpPr>
          <p:cNvPr id="2" name="slide-title">
            <a:extLst>
              <a:ext uri="{FF2B5EF4-FFF2-40B4-BE49-F238E27FC236}">
                <a16:creationId xmlns:a16="http://schemas.microsoft.com/office/drawing/2014/main" id="{C3C26A37-DE11-4DD2-B75B-CE333FE637B7}"/>
              </a:ext>
            </a:extLst>
          </p:cNvPr>
          <p:cNvSpPr>
            <a:spLocks noGrp="1"/>
          </p:cNvSpPr>
          <p:nvPr/>
        </p:nvSpPr>
        <p:spPr>
          <a:xfrm>
            <a:off x="400050" y="476250"/>
            <a:ext cx="10668000" cy="609600"/>
          </a:xfrm>
          <a:prstGeom prst="rect">
            <a:avLst/>
          </a:prstGeom>
          <a:noFill/>
          <a:ln w="0">
            <a:noFill/>
          </a:ln>
        </p:spPr>
        <p:txBody>
          <a:bodyPr anchor="t">
            <a:noAutofit/>
          </a:bodyPr>
          <a:lstStyle/>
          <a:p>
            <a:pPr algn="l">
              <a:lnSpc>
                <a:spcPct val="100000"/>
              </a:lnSpc>
              <a:buNone/>
              <a:defRPr sz="2850" b="1">
                <a:solidFill>
                  <a:srgbClr val="000000"/>
                </a:solidFill>
                <a:latin typeface="Aptos Display"/>
                <a:ea typeface="Aptos Display"/>
                <a:cs typeface="Aptos Display"/>
              </a:defRPr>
            </a:pPr>
            <a:r>
              <a:rPr sz="2850" b="1" err="1">
                <a:solidFill>
                  <a:srgbClr val="000000"/>
                </a:solidFill>
                <a:latin typeface="Aptos Display"/>
                <a:ea typeface="Aptos Display"/>
                <a:cs typeface="Aptos Display"/>
              </a:rPr>
              <a:t>Oppsett</a:t>
            </a:r>
            <a:r>
              <a:rPr sz="2850" b="1">
                <a:solidFill>
                  <a:srgbClr val="000000"/>
                </a:solidFill>
                <a:latin typeface="Aptos Display"/>
                <a:ea typeface="Aptos Display"/>
                <a:cs typeface="Aptos Display"/>
              </a:rPr>
              <a:t> </a:t>
            </a:r>
            <a:r>
              <a:rPr lang="en-NO" sz="2850" b="1">
                <a:solidFill>
                  <a:srgbClr val="000000"/>
                </a:solidFill>
                <a:latin typeface="Aptos Display"/>
                <a:ea typeface="Aptos Display"/>
                <a:cs typeface="Aptos Display"/>
              </a:rPr>
              <a:t>2</a:t>
            </a:r>
            <a:r>
              <a:rPr sz="2850" b="1">
                <a:solidFill>
                  <a:srgbClr val="000000"/>
                </a:solidFill>
                <a:latin typeface="Aptos Display"/>
                <a:ea typeface="Aptos Display"/>
                <a:cs typeface="Aptos Display"/>
              </a:rPr>
              <a:t>: GitHub, DAB </a:t>
            </a:r>
            <a:r>
              <a:rPr sz="2850" b="1" err="1">
                <a:solidFill>
                  <a:srgbClr val="000000"/>
                </a:solidFill>
                <a:latin typeface="Aptos Display"/>
                <a:ea typeface="Aptos Display"/>
                <a:cs typeface="Aptos Display"/>
              </a:rPr>
              <a:t>og</a:t>
            </a:r>
            <a:r>
              <a:rPr sz="2850" b="1">
                <a:solidFill>
                  <a:srgbClr val="000000"/>
                </a:solidFill>
                <a:latin typeface="Aptos Display"/>
                <a:ea typeface="Aptos Display"/>
                <a:cs typeface="Aptos Display"/>
              </a:rPr>
              <a:t> bootstrap</a:t>
            </a:r>
          </a:p>
        </p:txBody>
      </p:sp>
      <p:sp>
        <p:nvSpPr>
          <p:cNvPr id="3" name="Rett linje 2">
            <a:extLst>
              <a:ext uri="{FF2B5EF4-FFF2-40B4-BE49-F238E27FC236}">
                <a16:creationId xmlns:a16="http://schemas.microsoft.com/office/drawing/2014/main" id="{8BEB77C5-21E3-4B66-9616-0A5D3C18B316}"/>
              </a:ext>
            </a:extLst>
          </p:cNvPr>
          <p:cNvSpPr>
            <a:spLocks noGrp="1"/>
          </p:cNvSpPr>
          <p:nvPr/>
        </p:nvSpPr>
        <p:spPr>
          <a:xfrm>
            <a:off x="400050" y="1152525"/>
            <a:ext cx="1171575" cy="1"/>
          </a:xfrm>
          <a:prstGeom prst="line">
            <a:avLst/>
          </a:prstGeom>
          <a:noFill/>
          <a:ln w="19050">
            <a:solidFill>
              <a:srgbClr val="FF3D47"/>
            </a:solidFill>
          </a:ln>
        </p:spPr>
        <p:txBody>
          <a:bodyPr/>
          <a:lstStyle/>
          <a:p>
            <a:endParaRPr lang="nb-NO"/>
          </a:p>
        </p:txBody>
      </p:sp>
      <p:sp>
        <p:nvSpPr>
          <p:cNvPr id="4" name="Rektangel 3">
            <a:extLst>
              <a:ext uri="{FF2B5EF4-FFF2-40B4-BE49-F238E27FC236}">
                <a16:creationId xmlns:a16="http://schemas.microsoft.com/office/drawing/2014/main" id="{DAE4FD18-D284-48E0-9EA2-C84F9F0FDCDB}"/>
              </a:ext>
            </a:extLst>
          </p:cNvPr>
          <p:cNvSpPr>
            <a:spLocks noGrp="1"/>
          </p:cNvSpPr>
          <p:nvPr/>
        </p:nvSpPr>
        <p:spPr>
          <a:xfrm>
            <a:off x="400050" y="1352550"/>
            <a:ext cx="1752600" cy="533400"/>
          </a:xfrm>
          <a:prstGeom prst="rect">
            <a:avLst/>
          </a:prstGeom>
          <a:solidFill>
            <a:srgbClr val="FF3D47"/>
          </a:solidFill>
          <a:ln w="0">
            <a:noFill/>
          </a:ln>
        </p:spPr>
        <p:txBody>
          <a:bodyPr/>
          <a:lstStyle/>
          <a:p>
            <a:endParaRPr lang="nb-NO"/>
          </a:p>
        </p:txBody>
      </p:sp>
      <p:sp>
        <p:nvSpPr>
          <p:cNvPr id="5" name="Rektangel 4">
            <a:extLst>
              <a:ext uri="{FF2B5EF4-FFF2-40B4-BE49-F238E27FC236}">
                <a16:creationId xmlns:a16="http://schemas.microsoft.com/office/drawing/2014/main" id="{965EF96A-E46C-4E04-910E-8CCF6FACFE71}"/>
              </a:ext>
            </a:extLst>
          </p:cNvPr>
          <p:cNvSpPr>
            <a:spLocks noGrp="1"/>
          </p:cNvSpPr>
          <p:nvPr/>
        </p:nvSpPr>
        <p:spPr>
          <a:xfrm>
            <a:off x="400050" y="1381125"/>
            <a:ext cx="1752600" cy="476250"/>
          </a:xfrm>
          <a:prstGeom prst="rect">
            <a:avLst/>
          </a:prstGeom>
          <a:noFill/>
          <a:ln w="0">
            <a:noFill/>
          </a:ln>
        </p:spPr>
        <p:txBody>
          <a:bodyPr anchor="ctr">
            <a:noAutofit/>
          </a:bodyPr>
          <a:lstStyle/>
          <a:p>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Oppsett</a:t>
            </a:r>
          </a:p>
        </p:txBody>
      </p:sp>
      <p:sp>
        <p:nvSpPr>
          <p:cNvPr id="6" name="Rektangel 5">
            <a:extLst>
              <a:ext uri="{FF2B5EF4-FFF2-40B4-BE49-F238E27FC236}">
                <a16:creationId xmlns:a16="http://schemas.microsoft.com/office/drawing/2014/main" id="{D28CD244-E0E7-42C3-8A16-44B4E86568F3}"/>
              </a:ext>
            </a:extLst>
          </p:cNvPr>
          <p:cNvSpPr>
            <a:spLocks noGrp="1"/>
          </p:cNvSpPr>
          <p:nvPr/>
        </p:nvSpPr>
        <p:spPr>
          <a:xfrm>
            <a:off x="2295525" y="1352550"/>
            <a:ext cx="1752600" cy="533400"/>
          </a:xfrm>
          <a:prstGeom prst="rect">
            <a:avLst/>
          </a:prstGeom>
          <a:solidFill>
            <a:srgbClr val="CCC1BC"/>
          </a:solidFill>
          <a:ln w="0">
            <a:noFill/>
          </a:ln>
        </p:spPr>
        <p:txBody>
          <a:bodyPr/>
          <a:lstStyle/>
          <a:p>
            <a:endParaRPr lang="nb-NO"/>
          </a:p>
        </p:txBody>
      </p:sp>
      <p:sp>
        <p:nvSpPr>
          <p:cNvPr id="7" name="Rektangel 6">
            <a:extLst>
              <a:ext uri="{FF2B5EF4-FFF2-40B4-BE49-F238E27FC236}">
                <a16:creationId xmlns:a16="http://schemas.microsoft.com/office/drawing/2014/main" id="{4B6E5118-BE78-4F83-A710-E7A3271A1F00}"/>
              </a:ext>
            </a:extLst>
          </p:cNvPr>
          <p:cNvSpPr>
            <a:spLocks noGrp="1"/>
          </p:cNvSpPr>
          <p:nvPr/>
        </p:nvSpPr>
        <p:spPr>
          <a:xfrm>
            <a:off x="2295525" y="1381125"/>
            <a:ext cx="1752600" cy="476250"/>
          </a:xfrm>
          <a:prstGeom prst="rect">
            <a:avLst/>
          </a:prstGeom>
          <a:noFill/>
          <a:ln w="0">
            <a:noFill/>
          </a:ln>
        </p:spPr>
        <p:txBody>
          <a:bodyPr anchor="ctr">
            <a:noAutofit/>
          </a:bodyPr>
          <a:lstStyle/>
          <a:p>
            <a:pPr algn="ctr">
              <a:lnSpc>
                <a:spcPct val="100000"/>
              </a:lnSpc>
              <a:buNone/>
              <a:defRPr sz="1350" b="0">
                <a:solidFill>
                  <a:srgbClr val="000000"/>
                </a:solidFill>
                <a:latin typeface="Aptos"/>
                <a:ea typeface="Aptos"/>
                <a:cs typeface="Aptos"/>
              </a:defRPr>
            </a:pPr>
            <a:r>
              <a:rPr sz="1350" b="0">
                <a:solidFill>
                  <a:srgbClr val="000000"/>
                </a:solidFill>
                <a:latin typeface="Aptos"/>
                <a:ea typeface="Aptos"/>
                <a:cs typeface="Aptos"/>
              </a:rPr>
              <a:t>Bronze</a:t>
            </a:r>
          </a:p>
        </p:txBody>
      </p:sp>
      <p:sp>
        <p:nvSpPr>
          <p:cNvPr id="8" name="Rektangel 7">
            <a:extLst>
              <a:ext uri="{FF2B5EF4-FFF2-40B4-BE49-F238E27FC236}">
                <a16:creationId xmlns:a16="http://schemas.microsoft.com/office/drawing/2014/main" id="{924B95B0-5A48-4A25-9FF0-9162D1BD1FCD}"/>
              </a:ext>
            </a:extLst>
          </p:cNvPr>
          <p:cNvSpPr>
            <a:spLocks noGrp="1"/>
          </p:cNvSpPr>
          <p:nvPr/>
        </p:nvSpPr>
        <p:spPr>
          <a:xfrm>
            <a:off x="4191000" y="1352550"/>
            <a:ext cx="1752600" cy="533400"/>
          </a:xfrm>
          <a:prstGeom prst="rect">
            <a:avLst/>
          </a:prstGeom>
          <a:solidFill>
            <a:srgbClr val="CCC1BC"/>
          </a:solidFill>
          <a:ln w="0">
            <a:noFill/>
          </a:ln>
        </p:spPr>
        <p:txBody>
          <a:bodyPr/>
          <a:lstStyle/>
          <a:p>
            <a:endParaRPr lang="nb-NO"/>
          </a:p>
        </p:txBody>
      </p:sp>
      <p:sp>
        <p:nvSpPr>
          <p:cNvPr id="9" name="Rektangel 8">
            <a:extLst>
              <a:ext uri="{FF2B5EF4-FFF2-40B4-BE49-F238E27FC236}">
                <a16:creationId xmlns:a16="http://schemas.microsoft.com/office/drawing/2014/main" id="{57E079EC-183B-44B3-B67A-0299EF97BC91}"/>
              </a:ext>
            </a:extLst>
          </p:cNvPr>
          <p:cNvSpPr>
            <a:spLocks noGrp="1"/>
          </p:cNvSpPr>
          <p:nvPr/>
        </p:nvSpPr>
        <p:spPr>
          <a:xfrm>
            <a:off x="4191000" y="1381125"/>
            <a:ext cx="1752600" cy="476250"/>
          </a:xfrm>
          <a:prstGeom prst="rect">
            <a:avLst/>
          </a:prstGeom>
          <a:noFill/>
          <a:ln w="0">
            <a:noFill/>
          </a:ln>
        </p:spPr>
        <p:txBody>
          <a:bodyPr anchor="ctr">
            <a:noAutofit/>
          </a:bodyPr>
          <a:lstStyle/>
          <a:p>
            <a:pPr algn="ctr">
              <a:lnSpc>
                <a:spcPct val="100000"/>
              </a:lnSpc>
              <a:buNone/>
              <a:defRPr sz="1350" b="0">
                <a:solidFill>
                  <a:srgbClr val="000000"/>
                </a:solidFill>
                <a:latin typeface="Aptos"/>
                <a:ea typeface="Aptos"/>
                <a:cs typeface="Aptos"/>
              </a:defRPr>
            </a:pPr>
            <a:r>
              <a:rPr sz="1350" b="0">
                <a:solidFill>
                  <a:srgbClr val="000000"/>
                </a:solidFill>
                <a:latin typeface="Aptos"/>
                <a:ea typeface="Aptos"/>
                <a:cs typeface="Aptos"/>
              </a:rPr>
              <a:t>Silver</a:t>
            </a:r>
          </a:p>
        </p:txBody>
      </p:sp>
      <p:sp>
        <p:nvSpPr>
          <p:cNvPr id="10" name="Rektangel 9">
            <a:extLst>
              <a:ext uri="{FF2B5EF4-FFF2-40B4-BE49-F238E27FC236}">
                <a16:creationId xmlns:a16="http://schemas.microsoft.com/office/drawing/2014/main" id="{F2D8FB9A-2FAC-4192-B28C-6EBEB6584C03}"/>
              </a:ext>
            </a:extLst>
          </p:cNvPr>
          <p:cNvSpPr>
            <a:spLocks noGrp="1"/>
          </p:cNvSpPr>
          <p:nvPr/>
        </p:nvSpPr>
        <p:spPr>
          <a:xfrm>
            <a:off x="6086475" y="1352550"/>
            <a:ext cx="1752600" cy="533400"/>
          </a:xfrm>
          <a:prstGeom prst="rect">
            <a:avLst/>
          </a:prstGeom>
          <a:solidFill>
            <a:srgbClr val="CCC1BC"/>
          </a:solidFill>
          <a:ln w="0">
            <a:noFill/>
          </a:ln>
        </p:spPr>
        <p:txBody>
          <a:bodyPr/>
          <a:lstStyle/>
          <a:p>
            <a:endParaRPr lang="nb-NO"/>
          </a:p>
        </p:txBody>
      </p:sp>
      <p:sp>
        <p:nvSpPr>
          <p:cNvPr id="11" name="Rektangel 10">
            <a:extLst>
              <a:ext uri="{FF2B5EF4-FFF2-40B4-BE49-F238E27FC236}">
                <a16:creationId xmlns:a16="http://schemas.microsoft.com/office/drawing/2014/main" id="{D563DA22-D3AF-4AB3-8AA8-6176945EC7C0}"/>
              </a:ext>
            </a:extLst>
          </p:cNvPr>
          <p:cNvSpPr>
            <a:spLocks noGrp="1"/>
          </p:cNvSpPr>
          <p:nvPr/>
        </p:nvSpPr>
        <p:spPr>
          <a:xfrm>
            <a:off x="6086475" y="1381125"/>
            <a:ext cx="1752600" cy="476250"/>
          </a:xfrm>
          <a:prstGeom prst="rect">
            <a:avLst/>
          </a:prstGeom>
          <a:noFill/>
          <a:ln w="0">
            <a:noFill/>
          </a:ln>
        </p:spPr>
        <p:txBody>
          <a:bodyPr anchor="ctr">
            <a:noAutofit/>
          </a:bodyPr>
          <a:lstStyle/>
          <a:p>
            <a:pPr algn="ctr">
              <a:lnSpc>
                <a:spcPct val="100000"/>
              </a:lnSpc>
              <a:buNone/>
              <a:defRPr sz="1350" b="0">
                <a:solidFill>
                  <a:srgbClr val="000000"/>
                </a:solidFill>
                <a:latin typeface="Aptos"/>
                <a:ea typeface="Aptos"/>
                <a:cs typeface="Aptos"/>
              </a:defRPr>
            </a:pPr>
            <a:r>
              <a:rPr sz="1350" b="0">
                <a:solidFill>
                  <a:srgbClr val="000000"/>
                </a:solidFill>
                <a:latin typeface="Aptos"/>
                <a:ea typeface="Aptos"/>
                <a:cs typeface="Aptos"/>
              </a:rPr>
              <a:t>Gold</a:t>
            </a:r>
          </a:p>
        </p:txBody>
      </p:sp>
      <p:sp>
        <p:nvSpPr>
          <p:cNvPr id="12" name="Rektangel 11">
            <a:extLst>
              <a:ext uri="{FF2B5EF4-FFF2-40B4-BE49-F238E27FC236}">
                <a16:creationId xmlns:a16="http://schemas.microsoft.com/office/drawing/2014/main" id="{7BF6BFB5-4CC8-4EBB-BA89-3C6B1AF9D979}"/>
              </a:ext>
            </a:extLst>
          </p:cNvPr>
          <p:cNvSpPr>
            <a:spLocks noGrp="1"/>
          </p:cNvSpPr>
          <p:nvPr/>
        </p:nvSpPr>
        <p:spPr>
          <a:xfrm>
            <a:off x="7981950" y="1352550"/>
            <a:ext cx="1752600" cy="533400"/>
          </a:xfrm>
          <a:prstGeom prst="rect">
            <a:avLst/>
          </a:prstGeom>
          <a:solidFill>
            <a:srgbClr val="CCC1BC"/>
          </a:solidFill>
          <a:ln w="0">
            <a:noFill/>
          </a:ln>
        </p:spPr>
        <p:txBody>
          <a:bodyPr/>
          <a:lstStyle/>
          <a:p>
            <a:endParaRPr lang="nb-NO"/>
          </a:p>
        </p:txBody>
      </p:sp>
      <p:sp>
        <p:nvSpPr>
          <p:cNvPr id="13" name="Rektangel 12">
            <a:extLst>
              <a:ext uri="{FF2B5EF4-FFF2-40B4-BE49-F238E27FC236}">
                <a16:creationId xmlns:a16="http://schemas.microsoft.com/office/drawing/2014/main" id="{D9EC22CE-66A9-4A0C-A904-6C5D9D14F8A7}"/>
              </a:ext>
            </a:extLst>
          </p:cNvPr>
          <p:cNvSpPr>
            <a:spLocks noGrp="1"/>
          </p:cNvSpPr>
          <p:nvPr/>
        </p:nvSpPr>
        <p:spPr>
          <a:xfrm>
            <a:off x="7981950" y="1381125"/>
            <a:ext cx="1752600" cy="476250"/>
          </a:xfrm>
          <a:prstGeom prst="rect">
            <a:avLst/>
          </a:prstGeom>
          <a:noFill/>
          <a:ln w="0">
            <a:noFill/>
          </a:ln>
        </p:spPr>
        <p:txBody>
          <a:bodyPr anchor="ctr">
            <a:noAutofit/>
          </a:bodyPr>
          <a:lstStyle/>
          <a:p>
            <a:pPr algn="ctr">
              <a:lnSpc>
                <a:spcPct val="100000"/>
              </a:lnSpc>
              <a:buNone/>
              <a:defRPr sz="1350" b="0">
                <a:solidFill>
                  <a:srgbClr val="000000"/>
                </a:solidFill>
                <a:latin typeface="Aptos"/>
                <a:ea typeface="Aptos"/>
                <a:cs typeface="Aptos"/>
              </a:defRPr>
            </a:pPr>
            <a:r>
              <a:rPr sz="1350" b="0">
                <a:solidFill>
                  <a:srgbClr val="000000"/>
                </a:solidFill>
                <a:latin typeface="Aptos"/>
                <a:ea typeface="Aptos"/>
                <a:cs typeface="Aptos"/>
              </a:rPr>
              <a:t>Maskinlæring</a:t>
            </a:r>
          </a:p>
        </p:txBody>
      </p:sp>
      <p:sp>
        <p:nvSpPr>
          <p:cNvPr id="14" name="Rektangel 13">
            <a:extLst>
              <a:ext uri="{FF2B5EF4-FFF2-40B4-BE49-F238E27FC236}">
                <a16:creationId xmlns:a16="http://schemas.microsoft.com/office/drawing/2014/main" id="{F0A77E2B-62FB-43BA-A574-FEAF3581CE17}"/>
              </a:ext>
            </a:extLst>
          </p:cNvPr>
          <p:cNvSpPr>
            <a:spLocks noGrp="1"/>
          </p:cNvSpPr>
          <p:nvPr/>
        </p:nvSpPr>
        <p:spPr>
          <a:xfrm>
            <a:off x="9877425" y="1352550"/>
            <a:ext cx="1752600" cy="533400"/>
          </a:xfrm>
          <a:prstGeom prst="rect">
            <a:avLst/>
          </a:prstGeom>
          <a:solidFill>
            <a:srgbClr val="CCC1BC"/>
          </a:solidFill>
          <a:ln w="0">
            <a:noFill/>
          </a:ln>
        </p:spPr>
        <p:txBody>
          <a:bodyPr/>
          <a:lstStyle/>
          <a:p>
            <a:endParaRPr lang="nb-NO"/>
          </a:p>
        </p:txBody>
      </p:sp>
      <p:sp>
        <p:nvSpPr>
          <p:cNvPr id="15" name="Rektangel 14">
            <a:extLst>
              <a:ext uri="{FF2B5EF4-FFF2-40B4-BE49-F238E27FC236}">
                <a16:creationId xmlns:a16="http://schemas.microsoft.com/office/drawing/2014/main" id="{DD918FD8-8A44-40E8-BCEE-7F661B791AFE}"/>
              </a:ext>
            </a:extLst>
          </p:cNvPr>
          <p:cNvSpPr>
            <a:spLocks noGrp="1"/>
          </p:cNvSpPr>
          <p:nvPr/>
        </p:nvSpPr>
        <p:spPr>
          <a:xfrm>
            <a:off x="9877425" y="1381125"/>
            <a:ext cx="1752600" cy="476250"/>
          </a:xfrm>
          <a:prstGeom prst="rect">
            <a:avLst/>
          </a:prstGeom>
          <a:noFill/>
          <a:ln w="0">
            <a:noFill/>
          </a:ln>
        </p:spPr>
        <p:txBody>
          <a:bodyPr anchor="ctr">
            <a:noAutofit/>
          </a:bodyPr>
          <a:lstStyle/>
          <a:p>
            <a:pPr algn="ctr">
              <a:lnSpc>
                <a:spcPct val="100000"/>
              </a:lnSpc>
              <a:buNone/>
              <a:defRPr sz="1350" b="0">
                <a:solidFill>
                  <a:srgbClr val="000000"/>
                </a:solidFill>
                <a:latin typeface="Aptos"/>
                <a:ea typeface="Aptos"/>
                <a:cs typeface="Aptos"/>
              </a:defRPr>
            </a:pPr>
            <a:r>
              <a:rPr sz="1350" b="0">
                <a:solidFill>
                  <a:srgbClr val="000000"/>
                </a:solidFill>
                <a:latin typeface="Aptos"/>
                <a:ea typeface="Aptos"/>
                <a:cs typeface="Aptos"/>
              </a:rPr>
              <a:t>Dashboard</a:t>
            </a:r>
          </a:p>
        </p:txBody>
      </p:sp>
      <p:sp>
        <p:nvSpPr>
          <p:cNvPr id="16" name="Rektangel 15">
            <a:extLst>
              <a:ext uri="{FF2B5EF4-FFF2-40B4-BE49-F238E27FC236}">
                <a16:creationId xmlns:a16="http://schemas.microsoft.com/office/drawing/2014/main" id="{D7B5B5EA-6706-4142-B6D7-345957A44ED5}"/>
              </a:ext>
            </a:extLst>
          </p:cNvPr>
          <p:cNvSpPr>
            <a:spLocks noGrp="1"/>
          </p:cNvSpPr>
          <p:nvPr/>
        </p:nvSpPr>
        <p:spPr>
          <a:xfrm>
            <a:off x="552450" y="2495550"/>
            <a:ext cx="2381250" cy="2381250"/>
          </a:xfrm>
          <a:prstGeom prst="rect">
            <a:avLst/>
          </a:prstGeom>
          <a:solidFill>
            <a:schemeClr val="bg2"/>
          </a:solidFill>
          <a:ln w="0">
            <a:noFill/>
          </a:ln>
        </p:spPr>
        <p:txBody>
          <a:bodyPr/>
          <a:lstStyle/>
          <a:p>
            <a:endParaRPr lang="nb-NO"/>
          </a:p>
        </p:txBody>
      </p:sp>
      <p:sp>
        <p:nvSpPr>
          <p:cNvPr id="17" name="Rektangel 16">
            <a:extLst>
              <a:ext uri="{FF2B5EF4-FFF2-40B4-BE49-F238E27FC236}">
                <a16:creationId xmlns:a16="http://schemas.microsoft.com/office/drawing/2014/main" id="{AA57ACDD-ADE0-441B-9C31-C1BDA7006E34}"/>
              </a:ext>
            </a:extLst>
          </p:cNvPr>
          <p:cNvSpPr>
            <a:spLocks noGrp="1"/>
          </p:cNvSpPr>
          <p:nvPr/>
        </p:nvSpPr>
        <p:spPr>
          <a:xfrm>
            <a:off x="723900" y="2667000"/>
            <a:ext cx="476250" cy="476250"/>
          </a:xfrm>
          <a:prstGeom prst="rect">
            <a:avLst/>
          </a:prstGeom>
          <a:noFill/>
          <a:ln w="0">
            <a:noFill/>
          </a:ln>
        </p:spPr>
        <p:txBody>
          <a:bodyPr anchor="t">
            <a:noAutofit/>
          </a:bodyPr>
          <a:lstStyle/>
          <a:p>
            <a:pPr algn="l">
              <a:lnSpc>
                <a:spcPct val="100000"/>
              </a:lnSpc>
              <a:buNone/>
              <a:defRPr sz="2850" b="1">
                <a:solidFill>
                  <a:srgbClr val="E55158"/>
                </a:solidFill>
                <a:latin typeface="Aptos"/>
                <a:ea typeface="Aptos"/>
                <a:cs typeface="Aptos"/>
              </a:defRPr>
            </a:pPr>
            <a:r>
              <a:rPr sz="2850" b="1">
                <a:solidFill>
                  <a:srgbClr val="E55158"/>
                </a:solidFill>
                <a:latin typeface="Aptos"/>
                <a:ea typeface="Aptos"/>
                <a:cs typeface="Aptos"/>
              </a:rPr>
              <a:t>1</a:t>
            </a:r>
          </a:p>
        </p:txBody>
      </p:sp>
      <p:sp>
        <p:nvSpPr>
          <p:cNvPr id="18" name="Rektangel 17">
            <a:extLst>
              <a:ext uri="{FF2B5EF4-FFF2-40B4-BE49-F238E27FC236}">
                <a16:creationId xmlns:a16="http://schemas.microsoft.com/office/drawing/2014/main" id="{B64A8043-100E-465B-A841-F96A1D6958FC}"/>
              </a:ext>
            </a:extLst>
          </p:cNvPr>
          <p:cNvSpPr>
            <a:spLocks noGrp="1"/>
          </p:cNvSpPr>
          <p:nvPr/>
        </p:nvSpPr>
        <p:spPr>
          <a:xfrm>
            <a:off x="723900" y="3295650"/>
            <a:ext cx="2038350" cy="476250"/>
          </a:xfrm>
          <a:prstGeom prst="rect">
            <a:avLst/>
          </a:prstGeom>
          <a:noFill/>
          <a:ln w="0">
            <a:noFill/>
          </a:ln>
        </p:spPr>
        <p:txBody>
          <a:bodyPr anchor="t">
            <a:noAutofit/>
          </a:bodyPr>
          <a:lstStyle/>
          <a:p>
            <a:pPr algn="l">
              <a:lnSpc>
                <a:spcPct val="100000"/>
              </a:lnSpc>
              <a:buNone/>
              <a:defRPr sz="1800" b="1">
                <a:solidFill>
                  <a:srgbClr val="000000"/>
                </a:solidFill>
                <a:latin typeface="Aptos Display"/>
                <a:ea typeface="Aptos Display"/>
                <a:cs typeface="Aptos Display"/>
              </a:defRPr>
            </a:pPr>
            <a:r>
              <a:rPr sz="1800" b="1">
                <a:solidFill>
                  <a:srgbClr val="000000"/>
                </a:solidFill>
                <a:latin typeface="Aptos Display"/>
                <a:ea typeface="Aptos Display"/>
                <a:cs typeface="Aptos Display"/>
              </a:rPr>
              <a:t>Hent repoet</a:t>
            </a:r>
          </a:p>
        </p:txBody>
      </p:sp>
      <p:sp>
        <p:nvSpPr>
          <p:cNvPr id="19" name="Rektangel 18">
            <a:extLst>
              <a:ext uri="{FF2B5EF4-FFF2-40B4-BE49-F238E27FC236}">
                <a16:creationId xmlns:a16="http://schemas.microsoft.com/office/drawing/2014/main" id="{F15EB619-624B-4A4E-B855-FECE1EF02400}"/>
              </a:ext>
            </a:extLst>
          </p:cNvPr>
          <p:cNvSpPr>
            <a:spLocks noGrp="1"/>
          </p:cNvSpPr>
          <p:nvPr/>
        </p:nvSpPr>
        <p:spPr>
          <a:xfrm>
            <a:off x="723900" y="3876675"/>
            <a:ext cx="2038350" cy="781050"/>
          </a:xfrm>
          <a:prstGeom prst="rect">
            <a:avLst/>
          </a:prstGeom>
          <a:noFill/>
          <a:ln w="0">
            <a:noFill/>
          </a:ln>
        </p:spPr>
        <p:txBody>
          <a:bodyPr anchor="t">
            <a:noAutofit/>
          </a:bodyPr>
          <a:lstStyle/>
          <a:p>
            <a:pPr algn="l">
              <a:lnSpc>
                <a:spcPct val="100000"/>
              </a:lnSpc>
              <a:buNone/>
              <a:defRPr sz="1350" b="0">
                <a:solidFill>
                  <a:srgbClr val="000000"/>
                </a:solidFill>
                <a:latin typeface="Aptos"/>
                <a:ea typeface="Aptos"/>
                <a:cs typeface="Aptos"/>
              </a:defRPr>
            </a:pPr>
            <a:r>
              <a:rPr sz="1350" b="0">
                <a:solidFill>
                  <a:srgbClr val="000000"/>
                </a:solidFill>
                <a:latin typeface="Aptos"/>
                <a:ea typeface="Aptos"/>
                <a:cs typeface="Aptos"/>
              </a:rPr>
              <a:t>Koble Git Folder til kursrepoet og velg main.</a:t>
            </a:r>
          </a:p>
        </p:txBody>
      </p:sp>
      <p:sp>
        <p:nvSpPr>
          <p:cNvPr id="20" name="Rett linje 19">
            <a:extLst>
              <a:ext uri="{FF2B5EF4-FFF2-40B4-BE49-F238E27FC236}">
                <a16:creationId xmlns:a16="http://schemas.microsoft.com/office/drawing/2014/main" id="{2584CEB3-DEAD-495A-B29B-CF9FB6E38EB9}"/>
              </a:ext>
            </a:extLst>
          </p:cNvPr>
          <p:cNvSpPr>
            <a:spLocks noGrp="1"/>
          </p:cNvSpPr>
          <p:nvPr/>
        </p:nvSpPr>
        <p:spPr>
          <a:xfrm>
            <a:off x="2933700" y="3686175"/>
            <a:ext cx="361950" cy="1"/>
          </a:xfrm>
          <a:prstGeom prst="line">
            <a:avLst/>
          </a:prstGeom>
          <a:noFill/>
          <a:ln w="28575">
            <a:solidFill>
              <a:srgbClr val="FF3D47"/>
            </a:solidFill>
          </a:ln>
        </p:spPr>
        <p:txBody>
          <a:bodyPr/>
          <a:lstStyle/>
          <a:p>
            <a:endParaRPr lang="nb-NO"/>
          </a:p>
        </p:txBody>
      </p:sp>
      <p:sp>
        <p:nvSpPr>
          <p:cNvPr id="21" name="Rektangel 20">
            <a:extLst>
              <a:ext uri="{FF2B5EF4-FFF2-40B4-BE49-F238E27FC236}">
                <a16:creationId xmlns:a16="http://schemas.microsoft.com/office/drawing/2014/main" id="{671A0D6A-D00F-40BC-898B-50EF808D2DAD}"/>
              </a:ext>
            </a:extLst>
          </p:cNvPr>
          <p:cNvSpPr>
            <a:spLocks noGrp="1"/>
          </p:cNvSpPr>
          <p:nvPr/>
        </p:nvSpPr>
        <p:spPr>
          <a:xfrm>
            <a:off x="3295650" y="2495550"/>
            <a:ext cx="2381250" cy="2381250"/>
          </a:xfrm>
          <a:prstGeom prst="rect">
            <a:avLst/>
          </a:prstGeom>
          <a:solidFill>
            <a:schemeClr val="bg2"/>
          </a:solidFill>
          <a:ln w="0">
            <a:noFill/>
          </a:ln>
        </p:spPr>
        <p:txBody>
          <a:bodyPr/>
          <a:lstStyle/>
          <a:p>
            <a:endParaRPr lang="nb-NO"/>
          </a:p>
        </p:txBody>
      </p:sp>
      <p:sp>
        <p:nvSpPr>
          <p:cNvPr id="22" name="Rektangel 21">
            <a:extLst>
              <a:ext uri="{FF2B5EF4-FFF2-40B4-BE49-F238E27FC236}">
                <a16:creationId xmlns:a16="http://schemas.microsoft.com/office/drawing/2014/main" id="{A60529D2-3801-492A-9F08-B557E212A52C}"/>
              </a:ext>
            </a:extLst>
          </p:cNvPr>
          <p:cNvSpPr>
            <a:spLocks noGrp="1"/>
          </p:cNvSpPr>
          <p:nvPr/>
        </p:nvSpPr>
        <p:spPr>
          <a:xfrm>
            <a:off x="3467100" y="2667000"/>
            <a:ext cx="476250" cy="476250"/>
          </a:xfrm>
          <a:prstGeom prst="rect">
            <a:avLst/>
          </a:prstGeom>
          <a:noFill/>
          <a:ln w="0">
            <a:noFill/>
          </a:ln>
        </p:spPr>
        <p:txBody>
          <a:bodyPr anchor="t">
            <a:noAutofit/>
          </a:bodyPr>
          <a:lstStyle/>
          <a:p>
            <a:pPr algn="l">
              <a:lnSpc>
                <a:spcPct val="100000"/>
              </a:lnSpc>
              <a:buNone/>
              <a:defRPr sz="2850" b="1">
                <a:solidFill>
                  <a:srgbClr val="E55158"/>
                </a:solidFill>
                <a:latin typeface="Aptos"/>
                <a:ea typeface="Aptos"/>
                <a:cs typeface="Aptos"/>
              </a:defRPr>
            </a:pPr>
            <a:r>
              <a:rPr sz="2850" b="1">
                <a:solidFill>
                  <a:srgbClr val="E55158"/>
                </a:solidFill>
                <a:latin typeface="Aptos"/>
                <a:ea typeface="Aptos"/>
                <a:cs typeface="Aptos"/>
              </a:rPr>
              <a:t>2</a:t>
            </a:r>
          </a:p>
        </p:txBody>
      </p:sp>
      <p:sp>
        <p:nvSpPr>
          <p:cNvPr id="23" name="Rektangel 22">
            <a:extLst>
              <a:ext uri="{FF2B5EF4-FFF2-40B4-BE49-F238E27FC236}">
                <a16:creationId xmlns:a16="http://schemas.microsoft.com/office/drawing/2014/main" id="{595540D7-C472-417C-B286-ED7642C9E4C6}"/>
              </a:ext>
            </a:extLst>
          </p:cNvPr>
          <p:cNvSpPr>
            <a:spLocks noGrp="1"/>
          </p:cNvSpPr>
          <p:nvPr/>
        </p:nvSpPr>
        <p:spPr>
          <a:xfrm>
            <a:off x="3467100" y="3295650"/>
            <a:ext cx="2038350" cy="476250"/>
          </a:xfrm>
          <a:prstGeom prst="rect">
            <a:avLst/>
          </a:prstGeom>
          <a:noFill/>
          <a:ln w="0">
            <a:noFill/>
          </a:ln>
        </p:spPr>
        <p:txBody>
          <a:bodyPr anchor="t">
            <a:noAutofit/>
          </a:bodyPr>
          <a:lstStyle/>
          <a:p>
            <a:pPr algn="l">
              <a:lnSpc>
                <a:spcPct val="100000"/>
              </a:lnSpc>
              <a:buNone/>
              <a:defRPr sz="1800" b="1">
                <a:solidFill>
                  <a:srgbClr val="000000"/>
                </a:solidFill>
                <a:latin typeface="Aptos Display"/>
                <a:ea typeface="Aptos Display"/>
                <a:cs typeface="Aptos Display"/>
              </a:defRPr>
            </a:pPr>
            <a:r>
              <a:rPr sz="1800" b="1">
                <a:solidFill>
                  <a:srgbClr val="000000"/>
                </a:solidFill>
                <a:latin typeface="Aptos Display"/>
                <a:ea typeface="Aptos Display"/>
                <a:cs typeface="Aptos Display"/>
              </a:rPr>
              <a:t>Deploy bundle</a:t>
            </a:r>
          </a:p>
        </p:txBody>
      </p:sp>
      <p:sp>
        <p:nvSpPr>
          <p:cNvPr id="24" name="Rektangel 23">
            <a:extLst>
              <a:ext uri="{FF2B5EF4-FFF2-40B4-BE49-F238E27FC236}">
                <a16:creationId xmlns:a16="http://schemas.microsoft.com/office/drawing/2014/main" id="{33BC4025-E26B-42BB-8AE6-96945871F40E}"/>
              </a:ext>
            </a:extLst>
          </p:cNvPr>
          <p:cNvSpPr>
            <a:spLocks noGrp="1"/>
          </p:cNvSpPr>
          <p:nvPr/>
        </p:nvSpPr>
        <p:spPr>
          <a:xfrm>
            <a:off x="3467100" y="3876675"/>
            <a:ext cx="2038350" cy="781050"/>
          </a:xfrm>
          <a:prstGeom prst="rect">
            <a:avLst/>
          </a:prstGeom>
          <a:noFill/>
          <a:ln w="0">
            <a:noFill/>
          </a:ln>
        </p:spPr>
        <p:txBody>
          <a:bodyPr anchor="t">
            <a:noAutofit/>
          </a:bodyPr>
          <a:lstStyle/>
          <a:p>
            <a:pPr algn="l">
              <a:lnSpc>
                <a:spcPct val="100000"/>
              </a:lnSpc>
              <a:buNone/>
              <a:defRPr sz="1350" b="0">
                <a:solidFill>
                  <a:srgbClr val="000000"/>
                </a:solidFill>
                <a:latin typeface="Aptos"/>
                <a:ea typeface="Aptos"/>
                <a:cs typeface="Aptos"/>
              </a:defRPr>
            </a:pPr>
            <a:r>
              <a:rPr sz="1350" b="0">
                <a:solidFill>
                  <a:srgbClr val="000000"/>
                </a:solidFill>
                <a:latin typeface="Aptos"/>
                <a:ea typeface="Aptos"/>
                <a:cs typeface="Aptos"/>
              </a:rPr>
              <a:t>Åpne databricks.yml og deploy til dev.</a:t>
            </a:r>
          </a:p>
        </p:txBody>
      </p:sp>
      <p:sp>
        <p:nvSpPr>
          <p:cNvPr id="25" name="Rett linje 24">
            <a:extLst>
              <a:ext uri="{FF2B5EF4-FFF2-40B4-BE49-F238E27FC236}">
                <a16:creationId xmlns:a16="http://schemas.microsoft.com/office/drawing/2014/main" id="{37BEC187-2D3E-4FD2-BE82-C5CBC5B4E6ED}"/>
              </a:ext>
            </a:extLst>
          </p:cNvPr>
          <p:cNvSpPr>
            <a:spLocks noGrp="1"/>
          </p:cNvSpPr>
          <p:nvPr/>
        </p:nvSpPr>
        <p:spPr>
          <a:xfrm>
            <a:off x="5676900" y="3686175"/>
            <a:ext cx="361950" cy="1"/>
          </a:xfrm>
          <a:prstGeom prst="line">
            <a:avLst/>
          </a:prstGeom>
          <a:noFill/>
          <a:ln w="28575">
            <a:solidFill>
              <a:srgbClr val="FF3D47"/>
            </a:solidFill>
          </a:ln>
        </p:spPr>
        <p:txBody>
          <a:bodyPr/>
          <a:lstStyle/>
          <a:p>
            <a:endParaRPr lang="nb-NO"/>
          </a:p>
        </p:txBody>
      </p:sp>
      <p:sp>
        <p:nvSpPr>
          <p:cNvPr id="26" name="Rektangel 25">
            <a:extLst>
              <a:ext uri="{FF2B5EF4-FFF2-40B4-BE49-F238E27FC236}">
                <a16:creationId xmlns:a16="http://schemas.microsoft.com/office/drawing/2014/main" id="{4AD28E9A-B348-475F-8515-A426347957E7}"/>
              </a:ext>
            </a:extLst>
          </p:cNvPr>
          <p:cNvSpPr>
            <a:spLocks noGrp="1"/>
          </p:cNvSpPr>
          <p:nvPr/>
        </p:nvSpPr>
        <p:spPr>
          <a:xfrm>
            <a:off x="6038850" y="2495550"/>
            <a:ext cx="2381250" cy="2381250"/>
          </a:xfrm>
          <a:prstGeom prst="rect">
            <a:avLst/>
          </a:prstGeom>
          <a:solidFill>
            <a:schemeClr val="bg2"/>
          </a:solidFill>
          <a:ln w="0">
            <a:noFill/>
          </a:ln>
        </p:spPr>
        <p:txBody>
          <a:bodyPr/>
          <a:lstStyle/>
          <a:p>
            <a:endParaRPr lang="nb-NO"/>
          </a:p>
        </p:txBody>
      </p:sp>
      <p:sp>
        <p:nvSpPr>
          <p:cNvPr id="27" name="Rektangel 26">
            <a:extLst>
              <a:ext uri="{FF2B5EF4-FFF2-40B4-BE49-F238E27FC236}">
                <a16:creationId xmlns:a16="http://schemas.microsoft.com/office/drawing/2014/main" id="{96B11EE1-9AD8-4912-9424-09DC58E24367}"/>
              </a:ext>
            </a:extLst>
          </p:cNvPr>
          <p:cNvSpPr>
            <a:spLocks noGrp="1"/>
          </p:cNvSpPr>
          <p:nvPr/>
        </p:nvSpPr>
        <p:spPr>
          <a:xfrm>
            <a:off x="6210300" y="2667000"/>
            <a:ext cx="476250" cy="476250"/>
          </a:xfrm>
          <a:prstGeom prst="rect">
            <a:avLst/>
          </a:prstGeom>
          <a:noFill/>
          <a:ln w="0">
            <a:noFill/>
          </a:ln>
        </p:spPr>
        <p:txBody>
          <a:bodyPr anchor="t">
            <a:noAutofit/>
          </a:bodyPr>
          <a:lstStyle/>
          <a:p>
            <a:pPr algn="l">
              <a:lnSpc>
                <a:spcPct val="100000"/>
              </a:lnSpc>
              <a:buNone/>
              <a:defRPr sz="2850" b="1">
                <a:solidFill>
                  <a:srgbClr val="E55158"/>
                </a:solidFill>
                <a:latin typeface="Aptos"/>
                <a:ea typeface="Aptos"/>
                <a:cs typeface="Aptos"/>
              </a:defRPr>
            </a:pPr>
            <a:r>
              <a:rPr sz="2850" b="1">
                <a:solidFill>
                  <a:srgbClr val="E55158"/>
                </a:solidFill>
                <a:latin typeface="Aptos"/>
                <a:ea typeface="Aptos"/>
                <a:cs typeface="Aptos"/>
              </a:rPr>
              <a:t>3</a:t>
            </a:r>
          </a:p>
        </p:txBody>
      </p:sp>
      <p:sp>
        <p:nvSpPr>
          <p:cNvPr id="28" name="Rektangel 27">
            <a:extLst>
              <a:ext uri="{FF2B5EF4-FFF2-40B4-BE49-F238E27FC236}">
                <a16:creationId xmlns:a16="http://schemas.microsoft.com/office/drawing/2014/main" id="{E482964C-4C88-4DC5-A2A2-C130F2DAE1ED}"/>
              </a:ext>
            </a:extLst>
          </p:cNvPr>
          <p:cNvSpPr>
            <a:spLocks noGrp="1"/>
          </p:cNvSpPr>
          <p:nvPr/>
        </p:nvSpPr>
        <p:spPr>
          <a:xfrm>
            <a:off x="6210300" y="3295650"/>
            <a:ext cx="2038350" cy="476250"/>
          </a:xfrm>
          <a:prstGeom prst="rect">
            <a:avLst/>
          </a:prstGeom>
          <a:noFill/>
          <a:ln w="0">
            <a:noFill/>
          </a:ln>
        </p:spPr>
        <p:txBody>
          <a:bodyPr anchor="t">
            <a:noAutofit/>
          </a:bodyPr>
          <a:lstStyle/>
          <a:p>
            <a:pPr algn="l">
              <a:lnSpc>
                <a:spcPct val="100000"/>
              </a:lnSpc>
              <a:buNone/>
              <a:defRPr sz="1800" b="1">
                <a:solidFill>
                  <a:srgbClr val="000000"/>
                </a:solidFill>
                <a:latin typeface="Aptos Display"/>
                <a:ea typeface="Aptos Display"/>
                <a:cs typeface="Aptos Display"/>
              </a:defRPr>
            </a:pPr>
            <a:r>
              <a:rPr sz="1800" b="1">
                <a:solidFill>
                  <a:srgbClr val="000000"/>
                </a:solidFill>
                <a:latin typeface="Aptos Display"/>
                <a:ea typeface="Aptos Display"/>
                <a:cs typeface="Aptos Display"/>
              </a:rPr>
              <a:t>Kjør bootstrap</a:t>
            </a:r>
          </a:p>
        </p:txBody>
      </p:sp>
      <p:sp>
        <p:nvSpPr>
          <p:cNvPr id="29" name="Rektangel 28">
            <a:extLst>
              <a:ext uri="{FF2B5EF4-FFF2-40B4-BE49-F238E27FC236}">
                <a16:creationId xmlns:a16="http://schemas.microsoft.com/office/drawing/2014/main" id="{08C84A06-E8EC-42DF-A73B-6A48EFE7321A}"/>
              </a:ext>
            </a:extLst>
          </p:cNvPr>
          <p:cNvSpPr>
            <a:spLocks noGrp="1"/>
          </p:cNvSpPr>
          <p:nvPr/>
        </p:nvSpPr>
        <p:spPr>
          <a:xfrm>
            <a:off x="6210300" y="3876675"/>
            <a:ext cx="2038350" cy="781050"/>
          </a:xfrm>
          <a:prstGeom prst="rect">
            <a:avLst/>
          </a:prstGeom>
          <a:noFill/>
          <a:ln w="0">
            <a:noFill/>
          </a:ln>
        </p:spPr>
        <p:txBody>
          <a:bodyPr anchor="t">
            <a:noAutofit/>
          </a:bodyPr>
          <a:lstStyle/>
          <a:p>
            <a:pPr algn="l">
              <a:lnSpc>
                <a:spcPct val="100000"/>
              </a:lnSpc>
              <a:buNone/>
              <a:defRPr sz="1350" b="0">
                <a:solidFill>
                  <a:srgbClr val="000000"/>
                </a:solidFill>
                <a:latin typeface="Aptos"/>
                <a:ea typeface="Aptos"/>
                <a:cs typeface="Aptos"/>
              </a:defRPr>
            </a:pPr>
            <a:r>
              <a:rPr sz="1350" b="0">
                <a:solidFill>
                  <a:srgbClr val="000000"/>
                </a:solidFill>
                <a:latin typeface="Aptos"/>
                <a:ea typeface="Aptos"/>
                <a:cs typeface="Aptos"/>
              </a:rPr>
              <a:t>Jobben oppretter katalog, schemaer og kursfiler.</a:t>
            </a:r>
          </a:p>
        </p:txBody>
      </p:sp>
      <p:sp>
        <p:nvSpPr>
          <p:cNvPr id="30" name="Rett linje 29">
            <a:extLst>
              <a:ext uri="{FF2B5EF4-FFF2-40B4-BE49-F238E27FC236}">
                <a16:creationId xmlns:a16="http://schemas.microsoft.com/office/drawing/2014/main" id="{2112AE75-2622-4785-B8D1-AFEB15C1419A}"/>
              </a:ext>
            </a:extLst>
          </p:cNvPr>
          <p:cNvSpPr>
            <a:spLocks noGrp="1"/>
          </p:cNvSpPr>
          <p:nvPr/>
        </p:nvSpPr>
        <p:spPr>
          <a:xfrm>
            <a:off x="8420100" y="3686175"/>
            <a:ext cx="361950" cy="1"/>
          </a:xfrm>
          <a:prstGeom prst="line">
            <a:avLst/>
          </a:prstGeom>
          <a:noFill/>
          <a:ln w="28575">
            <a:solidFill>
              <a:srgbClr val="FF3D47"/>
            </a:solidFill>
          </a:ln>
        </p:spPr>
        <p:txBody>
          <a:bodyPr/>
          <a:lstStyle/>
          <a:p>
            <a:endParaRPr lang="nb-NO"/>
          </a:p>
        </p:txBody>
      </p:sp>
      <p:sp>
        <p:nvSpPr>
          <p:cNvPr id="31" name="Rektangel 30">
            <a:extLst>
              <a:ext uri="{FF2B5EF4-FFF2-40B4-BE49-F238E27FC236}">
                <a16:creationId xmlns:a16="http://schemas.microsoft.com/office/drawing/2014/main" id="{D0537EE6-7A2C-42BD-A296-58AFF7A361EA}"/>
              </a:ext>
            </a:extLst>
          </p:cNvPr>
          <p:cNvSpPr>
            <a:spLocks noGrp="1"/>
          </p:cNvSpPr>
          <p:nvPr/>
        </p:nvSpPr>
        <p:spPr>
          <a:xfrm>
            <a:off x="8782050" y="2495550"/>
            <a:ext cx="2381250" cy="2381250"/>
          </a:xfrm>
          <a:prstGeom prst="rect">
            <a:avLst/>
          </a:prstGeom>
          <a:solidFill>
            <a:schemeClr val="bg2"/>
          </a:solidFill>
          <a:ln w="0">
            <a:noFill/>
          </a:ln>
        </p:spPr>
        <p:txBody>
          <a:bodyPr/>
          <a:lstStyle/>
          <a:p>
            <a:endParaRPr lang="nb-NO"/>
          </a:p>
        </p:txBody>
      </p:sp>
      <p:sp>
        <p:nvSpPr>
          <p:cNvPr id="32" name="Rektangel 31">
            <a:extLst>
              <a:ext uri="{FF2B5EF4-FFF2-40B4-BE49-F238E27FC236}">
                <a16:creationId xmlns:a16="http://schemas.microsoft.com/office/drawing/2014/main" id="{8D6AB30D-82AE-46AA-A034-7EB2BD3CE8CC}"/>
              </a:ext>
            </a:extLst>
          </p:cNvPr>
          <p:cNvSpPr>
            <a:spLocks noGrp="1"/>
          </p:cNvSpPr>
          <p:nvPr/>
        </p:nvSpPr>
        <p:spPr>
          <a:xfrm>
            <a:off x="8953500" y="2667000"/>
            <a:ext cx="476250" cy="476250"/>
          </a:xfrm>
          <a:prstGeom prst="rect">
            <a:avLst/>
          </a:prstGeom>
          <a:noFill/>
          <a:ln w="0">
            <a:noFill/>
          </a:ln>
        </p:spPr>
        <p:txBody>
          <a:bodyPr anchor="t">
            <a:noAutofit/>
          </a:bodyPr>
          <a:lstStyle/>
          <a:p>
            <a:pPr algn="l">
              <a:lnSpc>
                <a:spcPct val="100000"/>
              </a:lnSpc>
              <a:buNone/>
              <a:defRPr sz="2850" b="1">
                <a:solidFill>
                  <a:srgbClr val="E55158"/>
                </a:solidFill>
                <a:latin typeface="Aptos"/>
                <a:ea typeface="Aptos"/>
                <a:cs typeface="Aptos"/>
              </a:defRPr>
            </a:pPr>
            <a:r>
              <a:rPr sz="2850" b="1">
                <a:solidFill>
                  <a:srgbClr val="E55158"/>
                </a:solidFill>
                <a:latin typeface="Aptos"/>
                <a:ea typeface="Aptos"/>
                <a:cs typeface="Aptos"/>
              </a:rPr>
              <a:t>4</a:t>
            </a:r>
          </a:p>
        </p:txBody>
      </p:sp>
      <p:sp>
        <p:nvSpPr>
          <p:cNvPr id="33" name="Rektangel 32">
            <a:extLst>
              <a:ext uri="{FF2B5EF4-FFF2-40B4-BE49-F238E27FC236}">
                <a16:creationId xmlns:a16="http://schemas.microsoft.com/office/drawing/2014/main" id="{C66BA19F-29EC-4489-8CAC-CAA4213F6563}"/>
              </a:ext>
            </a:extLst>
          </p:cNvPr>
          <p:cNvSpPr>
            <a:spLocks noGrp="1"/>
          </p:cNvSpPr>
          <p:nvPr/>
        </p:nvSpPr>
        <p:spPr>
          <a:xfrm>
            <a:off x="8953500" y="3295650"/>
            <a:ext cx="2038350" cy="476250"/>
          </a:xfrm>
          <a:prstGeom prst="rect">
            <a:avLst/>
          </a:prstGeom>
          <a:noFill/>
          <a:ln w="0">
            <a:noFill/>
          </a:ln>
        </p:spPr>
        <p:txBody>
          <a:bodyPr anchor="t">
            <a:noAutofit/>
          </a:bodyPr>
          <a:lstStyle/>
          <a:p>
            <a:pPr algn="l">
              <a:lnSpc>
                <a:spcPct val="100000"/>
              </a:lnSpc>
              <a:buNone/>
              <a:defRPr sz="1800" b="1">
                <a:solidFill>
                  <a:srgbClr val="000000"/>
                </a:solidFill>
                <a:latin typeface="Aptos Display"/>
                <a:ea typeface="Aptos Display"/>
                <a:cs typeface="Aptos Display"/>
              </a:defRPr>
            </a:pPr>
            <a:r>
              <a:rPr sz="1800" b="1">
                <a:solidFill>
                  <a:srgbClr val="000000"/>
                </a:solidFill>
                <a:latin typeface="Aptos Display"/>
                <a:ea typeface="Aptos Display"/>
                <a:cs typeface="Aptos Display"/>
              </a:rPr>
              <a:t>Sjekk resultatet</a:t>
            </a:r>
          </a:p>
        </p:txBody>
      </p:sp>
      <p:sp>
        <p:nvSpPr>
          <p:cNvPr id="34" name="Rektangel 33">
            <a:extLst>
              <a:ext uri="{FF2B5EF4-FFF2-40B4-BE49-F238E27FC236}">
                <a16:creationId xmlns:a16="http://schemas.microsoft.com/office/drawing/2014/main" id="{FB8FDC28-20D0-4DE4-AD52-1279AA4BC777}"/>
              </a:ext>
            </a:extLst>
          </p:cNvPr>
          <p:cNvSpPr>
            <a:spLocks noGrp="1"/>
          </p:cNvSpPr>
          <p:nvPr/>
        </p:nvSpPr>
        <p:spPr>
          <a:xfrm>
            <a:off x="8953500" y="3876675"/>
            <a:ext cx="2038350" cy="781050"/>
          </a:xfrm>
          <a:prstGeom prst="rect">
            <a:avLst/>
          </a:prstGeom>
          <a:noFill/>
          <a:ln w="0">
            <a:noFill/>
          </a:ln>
        </p:spPr>
        <p:txBody>
          <a:bodyPr anchor="t">
            <a:noAutofit/>
          </a:bodyPr>
          <a:lstStyle/>
          <a:p>
            <a:pPr algn="l">
              <a:lnSpc>
                <a:spcPct val="100000"/>
              </a:lnSpc>
              <a:buNone/>
              <a:defRPr sz="1350" b="0">
                <a:solidFill>
                  <a:srgbClr val="000000"/>
                </a:solidFill>
                <a:latin typeface="Aptos"/>
                <a:ea typeface="Aptos"/>
                <a:cs typeface="Aptos"/>
              </a:defRPr>
            </a:pPr>
            <a:r>
              <a:rPr sz="1350" b="0">
                <a:solidFill>
                  <a:srgbClr val="000000"/>
                </a:solidFill>
                <a:latin typeface="Aptos"/>
                <a:ea typeface="Aptos"/>
                <a:cs typeface="Aptos"/>
              </a:rPr>
              <a:t>Åpne Catalog og bekreft at oppsettet finnes.</a:t>
            </a:r>
          </a:p>
        </p:txBody>
      </p:sp>
      <p:sp>
        <p:nvSpPr>
          <p:cNvPr id="35" name="Rektangel 34">
            <a:extLst>
              <a:ext uri="{FF2B5EF4-FFF2-40B4-BE49-F238E27FC236}">
                <a16:creationId xmlns:a16="http://schemas.microsoft.com/office/drawing/2014/main" id="{5D0F4DA8-3D6A-4B11-B0D6-17229494E933}"/>
              </a:ext>
            </a:extLst>
          </p:cNvPr>
          <p:cNvSpPr>
            <a:spLocks noGrp="1"/>
          </p:cNvSpPr>
          <p:nvPr/>
        </p:nvSpPr>
        <p:spPr>
          <a:xfrm>
            <a:off x="400050" y="5857875"/>
            <a:ext cx="11391900" cy="523875"/>
          </a:xfrm>
          <a:prstGeom prst="rect">
            <a:avLst/>
          </a:prstGeom>
          <a:solidFill>
            <a:srgbClr val="F2EFED"/>
          </a:solidFill>
          <a:ln w="0">
            <a:noFill/>
          </a:ln>
        </p:spPr>
        <p:txBody>
          <a:bodyPr/>
          <a:lstStyle/>
          <a:p>
            <a:endParaRPr lang="nb-NO"/>
          </a:p>
        </p:txBody>
      </p:sp>
      <p:sp>
        <p:nvSpPr>
          <p:cNvPr id="36" name="Rektangel 35">
            <a:extLst>
              <a:ext uri="{FF2B5EF4-FFF2-40B4-BE49-F238E27FC236}">
                <a16:creationId xmlns:a16="http://schemas.microsoft.com/office/drawing/2014/main" id="{0A06F3FA-88C9-4456-9A82-0EA842577284}"/>
              </a:ext>
            </a:extLst>
          </p:cNvPr>
          <p:cNvSpPr>
            <a:spLocks noGrp="1"/>
          </p:cNvSpPr>
          <p:nvPr/>
        </p:nvSpPr>
        <p:spPr>
          <a:xfrm>
            <a:off x="552450" y="5981700"/>
            <a:ext cx="1381125" cy="228600"/>
          </a:xfrm>
          <a:prstGeom prst="rect">
            <a:avLst/>
          </a:prstGeom>
          <a:noFill/>
          <a:ln w="0">
            <a:noFill/>
          </a:ln>
        </p:spPr>
        <p:txBody>
          <a:bodyPr anchor="t">
            <a:noAutofit/>
          </a:bodyPr>
          <a:lstStyle/>
          <a:p>
            <a:pPr algn="l">
              <a:lnSpc>
                <a:spcPct val="100000"/>
              </a:lnSpc>
              <a:buNone/>
              <a:defRPr sz="1050" b="1">
                <a:solidFill>
                  <a:srgbClr val="E55158"/>
                </a:solidFill>
                <a:latin typeface="Aptos"/>
                <a:ea typeface="Aptos"/>
                <a:cs typeface="Aptos"/>
              </a:defRPr>
            </a:pPr>
            <a:r>
              <a:rPr sz="1050" b="1">
                <a:solidFill>
                  <a:srgbClr val="E55158"/>
                </a:solidFill>
                <a:latin typeface="Aptos"/>
                <a:ea typeface="Aptos"/>
                <a:cs typeface="Aptos"/>
              </a:rPr>
              <a:t>DAB</a:t>
            </a:r>
          </a:p>
        </p:txBody>
      </p:sp>
      <p:sp>
        <p:nvSpPr>
          <p:cNvPr id="37" name="Rektangel 36">
            <a:extLst>
              <a:ext uri="{FF2B5EF4-FFF2-40B4-BE49-F238E27FC236}">
                <a16:creationId xmlns:a16="http://schemas.microsoft.com/office/drawing/2014/main" id="{98F02747-A4AD-4B0C-B838-219590A1C186}"/>
              </a:ext>
            </a:extLst>
          </p:cNvPr>
          <p:cNvSpPr>
            <a:spLocks noGrp="1"/>
          </p:cNvSpPr>
          <p:nvPr/>
        </p:nvSpPr>
        <p:spPr>
          <a:xfrm>
            <a:off x="1924050" y="5943600"/>
            <a:ext cx="9620250" cy="285750"/>
          </a:xfrm>
          <a:prstGeom prst="rect">
            <a:avLst/>
          </a:prstGeom>
          <a:noFill/>
          <a:ln w="0">
            <a:noFill/>
          </a:ln>
        </p:spPr>
        <p:txBody>
          <a:bodyPr anchor="ctr">
            <a:noAutofit/>
          </a:bodyPr>
          <a:lstStyle/>
          <a:p>
            <a:pPr algn="l">
              <a:lnSpc>
                <a:spcPct val="100000"/>
              </a:lnSpc>
              <a:buNone/>
              <a:defRPr sz="1350" b="1">
                <a:solidFill>
                  <a:srgbClr val="000000"/>
                </a:solidFill>
                <a:latin typeface="Aptos"/>
                <a:ea typeface="Aptos"/>
                <a:cs typeface="Aptos"/>
              </a:defRPr>
            </a:pPr>
            <a:r>
              <a:rPr sz="1350" b="1">
                <a:solidFill>
                  <a:srgbClr val="000000"/>
                </a:solidFill>
                <a:latin typeface="Aptos"/>
                <a:ea typeface="Aptos"/>
                <a:cs typeface="Aptos"/>
              </a:rPr>
              <a:t>Samme oppsett kan deployes på nytt uten manuelle klikk og skjulte avhengigheter.</a:t>
            </a:r>
          </a:p>
        </p:txBody>
      </p:sp>
    </p:spTree>
    <p:extLst>
      <p:ext uri="{BB962C8B-B14F-4D97-AF65-F5344CB8AC3E}">
        <p14:creationId xmlns:p14="http://schemas.microsoft.com/office/powerpoint/2010/main" val="1093778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15019-6B00-7FD1-35EF-436D73B4C972}"/>
            </a:ext>
          </a:extLst>
        </p:cNvPr>
        <p:cNvGrpSpPr/>
        <p:nvPr/>
      </p:nvGrpSpPr>
      <p:grpSpPr>
        <a:xfrm>
          <a:off x="0" y="0"/>
          <a:ext cx="1" cy="1"/>
          <a:chOff x="0" y="0"/>
          <a:chExt cx="1" cy="1"/>
        </a:xfrm>
      </p:grpSpPr>
      <p:pic>
        <p:nvPicPr>
          <p:cNvPr id="6" name="Plassholder for innhold 5">
            <a:extLst>
              <a:ext uri="{FF2B5EF4-FFF2-40B4-BE49-F238E27FC236}">
                <a16:creationId xmlns:a16="http://schemas.microsoft.com/office/drawing/2014/main" id="{AE892FAA-4C5F-AD7E-EC83-9EDCDDFEB594}"/>
              </a:ext>
            </a:extLst>
          </p:cNvPr>
          <p:cNvPicPr>
            <a:picLocks noGrp="1" noChangeAspect="1"/>
          </p:cNvPicPr>
          <p:nvPr>
            <p:ph idx="13"/>
          </p:nvPr>
        </p:nvPicPr>
        <p:blipFill>
          <a:blip r:embed="rId2"/>
          <a:stretch>
            <a:fillRect/>
          </a:stretch>
        </p:blipFill>
        <p:spPr>
          <a:xfrm>
            <a:off x="385199" y="1592946"/>
            <a:ext cx="4081365" cy="2358013"/>
          </a:xfrm>
          <a:prstGeom prst="rect">
            <a:avLst/>
          </a:prstGeom>
        </p:spPr>
      </p:pic>
      <p:sp>
        <p:nvSpPr>
          <p:cNvPr id="4" name="Plassholder for tekst 3">
            <a:extLst>
              <a:ext uri="{FF2B5EF4-FFF2-40B4-BE49-F238E27FC236}">
                <a16:creationId xmlns:a16="http://schemas.microsoft.com/office/drawing/2014/main" id="{A307CB01-F6C8-F6E8-D682-44FA81078698}"/>
              </a:ext>
            </a:extLst>
          </p:cNvPr>
          <p:cNvSpPr>
            <a:spLocks noGrp="1"/>
          </p:cNvSpPr>
          <p:nvPr>
            <p:ph type="body" idx="15"/>
          </p:nvPr>
        </p:nvSpPr>
        <p:spPr/>
        <p:txBody>
          <a:bodyPr/>
          <a:lstStyle/>
          <a:p>
            <a:r>
              <a:rPr lang="nb-NO"/>
              <a:t>Oppsett i </a:t>
            </a:r>
            <a:r>
              <a:rPr lang="nb-NO" err="1"/>
              <a:t>Databricks</a:t>
            </a:r>
            <a:endParaRPr lang="nb-NO"/>
          </a:p>
        </p:txBody>
      </p:sp>
      <p:pic>
        <p:nvPicPr>
          <p:cNvPr id="8" name="Bilde 7">
            <a:extLst>
              <a:ext uri="{FF2B5EF4-FFF2-40B4-BE49-F238E27FC236}">
                <a16:creationId xmlns:a16="http://schemas.microsoft.com/office/drawing/2014/main" id="{9B6A1656-4EAE-F5D8-70EE-E5A7CBC60E55}"/>
              </a:ext>
            </a:extLst>
          </p:cNvPr>
          <p:cNvPicPr>
            <a:picLocks noChangeAspect="1"/>
          </p:cNvPicPr>
          <p:nvPr/>
        </p:nvPicPr>
        <p:blipFill>
          <a:blip r:embed="rId3"/>
          <a:stretch>
            <a:fillRect/>
          </a:stretch>
        </p:blipFill>
        <p:spPr>
          <a:xfrm>
            <a:off x="5615872" y="4305307"/>
            <a:ext cx="4547724" cy="2064046"/>
          </a:xfrm>
          <a:prstGeom prst="rect">
            <a:avLst/>
          </a:prstGeom>
        </p:spPr>
      </p:pic>
      <p:sp>
        <p:nvSpPr>
          <p:cNvPr id="19" name="TekstSylinder 18">
            <a:extLst>
              <a:ext uri="{FF2B5EF4-FFF2-40B4-BE49-F238E27FC236}">
                <a16:creationId xmlns:a16="http://schemas.microsoft.com/office/drawing/2014/main" id="{7B61F005-C51C-7956-E004-56D3CAEF0812}"/>
              </a:ext>
            </a:extLst>
          </p:cNvPr>
          <p:cNvSpPr txBox="1"/>
          <p:nvPr/>
        </p:nvSpPr>
        <p:spPr>
          <a:xfrm>
            <a:off x="385199" y="1181212"/>
            <a:ext cx="3790291" cy="646331"/>
          </a:xfrm>
          <a:prstGeom prst="rect">
            <a:avLst/>
          </a:prstGeom>
          <a:noFill/>
        </p:spPr>
        <p:txBody>
          <a:bodyPr wrap="square" lIns="91440" tIns="45720" rIns="91440" bIns="45720" rtlCol="0" anchor="t">
            <a:spAutoFit/>
          </a:bodyPr>
          <a:lstStyle/>
          <a:p>
            <a:pPr marL="342900" indent="-342900">
              <a:buAutoNum type="arabicPeriod"/>
            </a:pPr>
            <a:r>
              <a:rPr lang="nb-NO"/>
              <a:t>Gå inn i repos under </a:t>
            </a:r>
            <a:r>
              <a:rPr lang="nb-NO" err="1"/>
              <a:t>workspace</a:t>
            </a:r>
            <a:endParaRPr lang="nb-NO"/>
          </a:p>
          <a:p>
            <a:endParaRPr lang="nb-NO"/>
          </a:p>
        </p:txBody>
      </p:sp>
      <p:sp>
        <p:nvSpPr>
          <p:cNvPr id="21" name="TekstSylinder 20">
            <a:extLst>
              <a:ext uri="{FF2B5EF4-FFF2-40B4-BE49-F238E27FC236}">
                <a16:creationId xmlns:a16="http://schemas.microsoft.com/office/drawing/2014/main" id="{DBD4B776-B080-6381-98EB-B339B8225D5D}"/>
              </a:ext>
            </a:extLst>
          </p:cNvPr>
          <p:cNvSpPr txBox="1"/>
          <p:nvPr/>
        </p:nvSpPr>
        <p:spPr>
          <a:xfrm>
            <a:off x="5321102" y="3559023"/>
            <a:ext cx="6870898" cy="923330"/>
          </a:xfrm>
          <a:prstGeom prst="rect">
            <a:avLst/>
          </a:prstGeom>
          <a:noFill/>
        </p:spPr>
        <p:txBody>
          <a:bodyPr wrap="square" lIns="91440" tIns="45720" rIns="91440" bIns="45720" rtlCol="0" anchor="t">
            <a:spAutoFit/>
          </a:bodyPr>
          <a:lstStyle/>
          <a:p>
            <a:r>
              <a:rPr lang="nb-NO"/>
              <a:t>4. Klikk «</a:t>
            </a:r>
            <a:r>
              <a:rPr lang="nb-NO" err="1"/>
              <a:t>Create</a:t>
            </a:r>
            <a:r>
              <a:rPr lang="nb-NO"/>
              <a:t> </a:t>
            </a:r>
            <a:r>
              <a:rPr lang="nb-NO" err="1"/>
              <a:t>git</a:t>
            </a:r>
            <a:r>
              <a:rPr lang="nb-NO"/>
              <a:t> folder» oppe til høyre, legg inn </a:t>
            </a:r>
            <a:r>
              <a:rPr lang="nb-NO" err="1"/>
              <a:t>repo</a:t>
            </a:r>
            <a:r>
              <a:rPr lang="nb-NO"/>
              <a:t> lenka og </a:t>
            </a:r>
            <a:r>
              <a:rPr lang="nb-NO" err="1"/>
              <a:t>create</a:t>
            </a:r>
            <a:endParaRPr lang="nb-NO"/>
          </a:p>
          <a:p>
            <a:endParaRPr lang="nb-NO"/>
          </a:p>
        </p:txBody>
      </p:sp>
      <p:sp>
        <p:nvSpPr>
          <p:cNvPr id="7" name="TekstSylinder 6">
            <a:extLst>
              <a:ext uri="{FF2B5EF4-FFF2-40B4-BE49-F238E27FC236}">
                <a16:creationId xmlns:a16="http://schemas.microsoft.com/office/drawing/2014/main" id="{C07D5F81-05D2-FAC1-AFB5-7C3D2775110C}"/>
              </a:ext>
            </a:extLst>
          </p:cNvPr>
          <p:cNvSpPr txBox="1"/>
          <p:nvPr/>
        </p:nvSpPr>
        <p:spPr>
          <a:xfrm>
            <a:off x="5609448" y="1256585"/>
            <a:ext cx="4850741" cy="923330"/>
          </a:xfrm>
          <a:prstGeom prst="rect">
            <a:avLst/>
          </a:prstGeom>
          <a:noFill/>
        </p:spPr>
        <p:txBody>
          <a:bodyPr wrap="square" lIns="91440" tIns="45720" rIns="91440" bIns="45720" rtlCol="0" anchor="t">
            <a:spAutoFit/>
          </a:bodyPr>
          <a:lstStyle/>
          <a:p>
            <a:r>
              <a:rPr lang="nb-NO"/>
              <a:t>2. Finn Lisa (</a:t>
            </a:r>
            <a:r>
              <a:rPr lang="nb-NO">
                <a:hlinkClick r:id="rId4"/>
              </a:rPr>
              <a:t>https://github.com/lmaustad</a:t>
            </a:r>
            <a:r>
              <a:rPr lang="nb-NO"/>
              <a:t>) på </a:t>
            </a:r>
            <a:r>
              <a:rPr lang="nb-NO" err="1"/>
              <a:t>Github</a:t>
            </a:r>
            <a:endParaRPr lang="nb-NO"/>
          </a:p>
          <a:p>
            <a:endParaRPr lang="nb-NO"/>
          </a:p>
        </p:txBody>
      </p:sp>
      <p:sp>
        <p:nvSpPr>
          <p:cNvPr id="15" name="TekstSylinder 14">
            <a:extLst>
              <a:ext uri="{FF2B5EF4-FFF2-40B4-BE49-F238E27FC236}">
                <a16:creationId xmlns:a16="http://schemas.microsoft.com/office/drawing/2014/main" id="{D29848B6-1BC7-9D49-B17A-13E1DC7EE9B2}"/>
              </a:ext>
            </a:extLst>
          </p:cNvPr>
          <p:cNvSpPr txBox="1"/>
          <p:nvPr/>
        </p:nvSpPr>
        <p:spPr>
          <a:xfrm>
            <a:off x="316622" y="4155080"/>
            <a:ext cx="3790291" cy="646331"/>
          </a:xfrm>
          <a:prstGeom prst="rect">
            <a:avLst/>
          </a:prstGeom>
          <a:noFill/>
        </p:spPr>
        <p:txBody>
          <a:bodyPr wrap="square" lIns="91440" tIns="45720" rIns="91440" bIns="45720" rtlCol="0" anchor="t">
            <a:spAutoFit/>
          </a:bodyPr>
          <a:lstStyle/>
          <a:p>
            <a:r>
              <a:rPr lang="nb-NO"/>
              <a:t>3. Finn </a:t>
            </a:r>
            <a:r>
              <a:rPr lang="nb-NO" err="1"/>
              <a:t>repoet</a:t>
            </a:r>
            <a:r>
              <a:rPr lang="nb-NO"/>
              <a:t> for kurset</a:t>
            </a:r>
          </a:p>
          <a:p>
            <a:endParaRPr lang="nb-NO"/>
          </a:p>
        </p:txBody>
      </p:sp>
      <p:cxnSp>
        <p:nvCxnSpPr>
          <p:cNvPr id="5" name="Rett pilkobling 4">
            <a:extLst>
              <a:ext uri="{FF2B5EF4-FFF2-40B4-BE49-F238E27FC236}">
                <a16:creationId xmlns:a16="http://schemas.microsoft.com/office/drawing/2014/main" id="{51CD1408-E8F5-FC32-2A0E-7CC3631E98E9}"/>
              </a:ext>
            </a:extLst>
          </p:cNvPr>
          <p:cNvCxnSpPr/>
          <p:nvPr/>
        </p:nvCxnSpPr>
        <p:spPr>
          <a:xfrm flipH="1" flipV="1">
            <a:off x="3625232" y="2816028"/>
            <a:ext cx="1804524" cy="3965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CDB59913-F224-3302-1B67-E3F6E8C4FF01}"/>
              </a:ext>
            </a:extLst>
          </p:cNvPr>
          <p:cNvPicPr>
            <a:picLocks noChangeAspect="1"/>
          </p:cNvPicPr>
          <p:nvPr/>
        </p:nvPicPr>
        <p:blipFill>
          <a:blip r:embed="rId5"/>
          <a:stretch>
            <a:fillRect/>
          </a:stretch>
        </p:blipFill>
        <p:spPr>
          <a:xfrm>
            <a:off x="313765" y="4583006"/>
            <a:ext cx="4860151" cy="663147"/>
          </a:xfrm>
          <a:prstGeom prst="rect">
            <a:avLst/>
          </a:prstGeom>
        </p:spPr>
      </p:pic>
    </p:spTree>
    <p:extLst>
      <p:ext uri="{BB962C8B-B14F-4D97-AF65-F5344CB8AC3E}">
        <p14:creationId xmlns:p14="http://schemas.microsoft.com/office/powerpoint/2010/main" val="27111282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4" name="Plassholder for tekst 3">
            <a:extLst>
              <a:ext uri="{FF2B5EF4-FFF2-40B4-BE49-F238E27FC236}">
                <a16:creationId xmlns:a16="http://schemas.microsoft.com/office/drawing/2014/main" id="{901E41E1-E441-39F4-70AB-E0FA0861F6BE}"/>
              </a:ext>
            </a:extLst>
          </p:cNvPr>
          <p:cNvSpPr>
            <a:spLocks noGrp="1"/>
          </p:cNvSpPr>
          <p:nvPr>
            <p:ph type="body" idx="15"/>
          </p:nvPr>
        </p:nvSpPr>
        <p:spPr/>
        <p:txBody>
          <a:bodyPr/>
          <a:lstStyle/>
          <a:p>
            <a:r>
              <a:rPr lang="nb-NO"/>
              <a:t>Oppsett i </a:t>
            </a:r>
            <a:r>
              <a:rPr lang="nb-NO" err="1"/>
              <a:t>Databricks</a:t>
            </a:r>
            <a:endParaRPr lang="nb-NO"/>
          </a:p>
        </p:txBody>
      </p:sp>
      <p:pic>
        <p:nvPicPr>
          <p:cNvPr id="10" name="Bilde 9">
            <a:extLst>
              <a:ext uri="{FF2B5EF4-FFF2-40B4-BE49-F238E27FC236}">
                <a16:creationId xmlns:a16="http://schemas.microsoft.com/office/drawing/2014/main" id="{6088BEA2-7107-E83C-09DD-21353C03DF23}"/>
              </a:ext>
            </a:extLst>
          </p:cNvPr>
          <p:cNvPicPr>
            <a:picLocks noChangeAspect="1"/>
          </p:cNvPicPr>
          <p:nvPr/>
        </p:nvPicPr>
        <p:blipFill>
          <a:blip r:embed="rId2"/>
          <a:stretch>
            <a:fillRect/>
          </a:stretch>
        </p:blipFill>
        <p:spPr>
          <a:xfrm>
            <a:off x="547040" y="1773302"/>
            <a:ext cx="4817980" cy="1695406"/>
          </a:xfrm>
          <a:prstGeom prst="rect">
            <a:avLst/>
          </a:prstGeom>
        </p:spPr>
      </p:pic>
      <p:pic>
        <p:nvPicPr>
          <p:cNvPr id="13" name="Bilde 12">
            <a:extLst>
              <a:ext uri="{FF2B5EF4-FFF2-40B4-BE49-F238E27FC236}">
                <a16:creationId xmlns:a16="http://schemas.microsoft.com/office/drawing/2014/main" id="{9C4AC8CD-EBAD-FE8B-67AB-C3E58F890117}"/>
              </a:ext>
            </a:extLst>
          </p:cNvPr>
          <p:cNvPicPr>
            <a:picLocks noChangeAspect="1"/>
          </p:cNvPicPr>
          <p:nvPr/>
        </p:nvPicPr>
        <p:blipFill>
          <a:blip r:embed="rId3"/>
          <a:stretch>
            <a:fillRect/>
          </a:stretch>
        </p:blipFill>
        <p:spPr>
          <a:xfrm>
            <a:off x="7524441" y="913586"/>
            <a:ext cx="4382141" cy="2876309"/>
          </a:xfrm>
          <a:prstGeom prst="rect">
            <a:avLst/>
          </a:prstGeom>
        </p:spPr>
      </p:pic>
      <p:cxnSp>
        <p:nvCxnSpPr>
          <p:cNvPr id="17" name="Rett pilkobling 16">
            <a:extLst>
              <a:ext uri="{FF2B5EF4-FFF2-40B4-BE49-F238E27FC236}">
                <a16:creationId xmlns:a16="http://schemas.microsoft.com/office/drawing/2014/main" id="{02C1439D-CFC4-709B-391A-A8172DF25793}"/>
              </a:ext>
            </a:extLst>
          </p:cNvPr>
          <p:cNvCxnSpPr>
            <a:cxnSpLocks/>
          </p:cNvCxnSpPr>
          <p:nvPr/>
        </p:nvCxnSpPr>
        <p:spPr>
          <a:xfrm flipV="1">
            <a:off x="7176688" y="2056175"/>
            <a:ext cx="758805" cy="5452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kstSylinder 10">
            <a:extLst>
              <a:ext uri="{FF2B5EF4-FFF2-40B4-BE49-F238E27FC236}">
                <a16:creationId xmlns:a16="http://schemas.microsoft.com/office/drawing/2014/main" id="{D4A88061-5A5F-F5CC-D66C-8C2463E2E7CF}"/>
              </a:ext>
            </a:extLst>
          </p:cNvPr>
          <p:cNvSpPr txBox="1"/>
          <p:nvPr/>
        </p:nvSpPr>
        <p:spPr>
          <a:xfrm>
            <a:off x="4781241" y="913586"/>
            <a:ext cx="2743200" cy="1200329"/>
          </a:xfrm>
          <a:prstGeom prst="rect">
            <a:avLst/>
          </a:prstGeom>
          <a:noFill/>
        </p:spPr>
        <p:txBody>
          <a:bodyPr wrap="square" lIns="91440" tIns="45720" rIns="91440" bIns="45720" rtlCol="0" anchor="t">
            <a:spAutoFit/>
          </a:bodyPr>
          <a:lstStyle/>
          <a:p>
            <a:r>
              <a:rPr lang="nb-NO"/>
              <a:t>2. Åpne </a:t>
            </a:r>
            <a:r>
              <a:rPr lang="nb-NO" err="1"/>
              <a:t>databricks.yml</a:t>
            </a:r>
            <a:r>
              <a:rPr lang="nb-NO"/>
              <a:t> fila og klikk </a:t>
            </a:r>
            <a:r>
              <a:rPr lang="nb-NO" err="1"/>
              <a:t>deploy</a:t>
            </a:r>
            <a:r>
              <a:rPr lang="nb-NO"/>
              <a:t> under </a:t>
            </a:r>
            <a:r>
              <a:rPr lang="nb-NO" err="1"/>
              <a:t>rakketten</a:t>
            </a:r>
            <a:endParaRPr lang="nb-NO"/>
          </a:p>
          <a:p>
            <a:endParaRPr lang="nb-NO"/>
          </a:p>
        </p:txBody>
      </p:sp>
      <p:sp>
        <p:nvSpPr>
          <p:cNvPr id="23" name="TekstSylinder 22">
            <a:extLst>
              <a:ext uri="{FF2B5EF4-FFF2-40B4-BE49-F238E27FC236}">
                <a16:creationId xmlns:a16="http://schemas.microsoft.com/office/drawing/2014/main" id="{F3B3EC77-AE56-354C-73A2-A4ABB91F50CA}"/>
              </a:ext>
            </a:extLst>
          </p:cNvPr>
          <p:cNvSpPr txBox="1"/>
          <p:nvPr/>
        </p:nvSpPr>
        <p:spPr>
          <a:xfrm>
            <a:off x="537338" y="1103816"/>
            <a:ext cx="3790291" cy="1200329"/>
          </a:xfrm>
          <a:prstGeom prst="rect">
            <a:avLst/>
          </a:prstGeom>
          <a:noFill/>
        </p:spPr>
        <p:txBody>
          <a:bodyPr wrap="square" lIns="91440" tIns="45720" rIns="91440" bIns="45720" rtlCol="0" anchor="t">
            <a:spAutoFit/>
          </a:bodyPr>
          <a:lstStyle/>
          <a:p>
            <a:pPr marL="342900" indent="-342900">
              <a:buAutoNum type="arabicPeriod"/>
            </a:pPr>
            <a:r>
              <a:rPr lang="nb-NO"/>
              <a:t>Gå så inn BE-</a:t>
            </a:r>
            <a:r>
              <a:rPr lang="nb-NO" err="1"/>
              <a:t>dataengineering</a:t>
            </a:r>
            <a:r>
              <a:rPr lang="nb-NO"/>
              <a:t> mappa som dukket opp under Home</a:t>
            </a:r>
            <a:endParaRPr lang="en-US"/>
          </a:p>
          <a:p>
            <a:endParaRPr lang="nb-NO"/>
          </a:p>
        </p:txBody>
      </p:sp>
      <p:pic>
        <p:nvPicPr>
          <p:cNvPr id="29" name="Bilde 28">
            <a:extLst>
              <a:ext uri="{FF2B5EF4-FFF2-40B4-BE49-F238E27FC236}">
                <a16:creationId xmlns:a16="http://schemas.microsoft.com/office/drawing/2014/main" id="{BBC3D1DC-99A6-0C7A-5F59-92A2694F0CD5}"/>
              </a:ext>
            </a:extLst>
          </p:cNvPr>
          <p:cNvPicPr>
            <a:picLocks noChangeAspect="1"/>
          </p:cNvPicPr>
          <p:nvPr/>
        </p:nvPicPr>
        <p:blipFill>
          <a:blip r:embed="rId4"/>
          <a:stretch>
            <a:fillRect/>
          </a:stretch>
        </p:blipFill>
        <p:spPr>
          <a:xfrm>
            <a:off x="315590" y="4202484"/>
            <a:ext cx="5478354" cy="1695406"/>
          </a:xfrm>
          <a:prstGeom prst="rect">
            <a:avLst/>
          </a:prstGeom>
        </p:spPr>
      </p:pic>
      <p:sp>
        <p:nvSpPr>
          <p:cNvPr id="33" name="TekstSylinder 32">
            <a:extLst>
              <a:ext uri="{FF2B5EF4-FFF2-40B4-BE49-F238E27FC236}">
                <a16:creationId xmlns:a16="http://schemas.microsoft.com/office/drawing/2014/main" id="{022F78BC-7EC0-E95C-B201-29F4262C7E3B}"/>
              </a:ext>
            </a:extLst>
          </p:cNvPr>
          <p:cNvSpPr txBox="1"/>
          <p:nvPr/>
        </p:nvSpPr>
        <p:spPr>
          <a:xfrm>
            <a:off x="537338" y="3556153"/>
            <a:ext cx="4605954" cy="923330"/>
          </a:xfrm>
          <a:prstGeom prst="rect">
            <a:avLst/>
          </a:prstGeom>
          <a:noFill/>
        </p:spPr>
        <p:txBody>
          <a:bodyPr wrap="square" lIns="91440" tIns="45720" rIns="91440" bIns="45720" rtlCol="0" anchor="t">
            <a:spAutoFit/>
          </a:bodyPr>
          <a:lstStyle/>
          <a:p>
            <a:r>
              <a:rPr lang="nb-NO"/>
              <a:t>3. Gå så inn </a:t>
            </a:r>
            <a:r>
              <a:rPr lang="nb-NO" err="1"/>
              <a:t>jobs</a:t>
            </a:r>
            <a:r>
              <a:rPr lang="nb-NO"/>
              <a:t> and pipelines og trykk på play</a:t>
            </a:r>
          </a:p>
          <a:p>
            <a:endParaRPr lang="nb-NO"/>
          </a:p>
        </p:txBody>
      </p:sp>
      <p:cxnSp>
        <p:nvCxnSpPr>
          <p:cNvPr id="35" name="Rett pilkobling 34">
            <a:extLst>
              <a:ext uri="{FF2B5EF4-FFF2-40B4-BE49-F238E27FC236}">
                <a16:creationId xmlns:a16="http://schemas.microsoft.com/office/drawing/2014/main" id="{63057DE8-35A6-D24D-0278-026F58C1FD2A}"/>
              </a:ext>
            </a:extLst>
          </p:cNvPr>
          <p:cNvCxnSpPr/>
          <p:nvPr/>
        </p:nvCxnSpPr>
        <p:spPr>
          <a:xfrm flipV="1">
            <a:off x="113288" y="4936142"/>
            <a:ext cx="331774" cy="6230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Rett pilkobling 36">
            <a:extLst>
              <a:ext uri="{FF2B5EF4-FFF2-40B4-BE49-F238E27FC236}">
                <a16:creationId xmlns:a16="http://schemas.microsoft.com/office/drawing/2014/main" id="{152B58DF-6475-02FD-8F22-A9E6978C8E1D}"/>
              </a:ext>
            </a:extLst>
          </p:cNvPr>
          <p:cNvCxnSpPr/>
          <p:nvPr/>
        </p:nvCxnSpPr>
        <p:spPr>
          <a:xfrm flipH="1" flipV="1">
            <a:off x="5365020" y="5590458"/>
            <a:ext cx="428924" cy="6716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39" name="Bilde 38">
            <a:extLst>
              <a:ext uri="{FF2B5EF4-FFF2-40B4-BE49-F238E27FC236}">
                <a16:creationId xmlns:a16="http://schemas.microsoft.com/office/drawing/2014/main" id="{2CA348E0-9926-4FF6-FE27-CBC0B2EFA8C0}"/>
              </a:ext>
            </a:extLst>
          </p:cNvPr>
          <p:cNvPicPr>
            <a:picLocks noChangeAspect="1"/>
          </p:cNvPicPr>
          <p:nvPr/>
        </p:nvPicPr>
        <p:blipFill>
          <a:blip r:embed="rId5"/>
          <a:stretch>
            <a:fillRect/>
          </a:stretch>
        </p:blipFill>
        <p:spPr>
          <a:xfrm>
            <a:off x="6254572" y="4251560"/>
            <a:ext cx="5538641" cy="1692854"/>
          </a:xfrm>
          <a:prstGeom prst="rect">
            <a:avLst/>
          </a:prstGeom>
        </p:spPr>
      </p:pic>
      <p:sp>
        <p:nvSpPr>
          <p:cNvPr id="41" name="TekstSylinder 40">
            <a:extLst>
              <a:ext uri="{FF2B5EF4-FFF2-40B4-BE49-F238E27FC236}">
                <a16:creationId xmlns:a16="http://schemas.microsoft.com/office/drawing/2014/main" id="{E592B78C-0FC0-E606-BDD4-6364B035A451}"/>
              </a:ext>
            </a:extLst>
          </p:cNvPr>
          <p:cNvSpPr txBox="1"/>
          <p:nvPr/>
        </p:nvSpPr>
        <p:spPr>
          <a:xfrm>
            <a:off x="5793944" y="3449184"/>
            <a:ext cx="4094523" cy="923330"/>
          </a:xfrm>
          <a:prstGeom prst="rect">
            <a:avLst/>
          </a:prstGeom>
          <a:noFill/>
        </p:spPr>
        <p:txBody>
          <a:bodyPr wrap="square" lIns="91440" tIns="45720" rIns="91440" bIns="45720" rtlCol="0" anchor="t">
            <a:spAutoFit/>
          </a:bodyPr>
          <a:lstStyle/>
          <a:p>
            <a:r>
              <a:rPr lang="nb-NO"/>
              <a:t>4. Om alt er gjort riktig skal dette dukke opp inne i </a:t>
            </a:r>
            <a:r>
              <a:rPr lang="nb-NO" err="1"/>
              <a:t>Catalog</a:t>
            </a:r>
            <a:r>
              <a:rPr lang="nb-NO"/>
              <a:t> og dere er klare</a:t>
            </a:r>
          </a:p>
          <a:p>
            <a:endParaRPr lang="nb-NO"/>
          </a:p>
        </p:txBody>
      </p:sp>
      <p:cxnSp>
        <p:nvCxnSpPr>
          <p:cNvPr id="3" name="Rett pilkobling 2">
            <a:extLst>
              <a:ext uri="{FF2B5EF4-FFF2-40B4-BE49-F238E27FC236}">
                <a16:creationId xmlns:a16="http://schemas.microsoft.com/office/drawing/2014/main" id="{E50604D9-0CA5-B5B6-ED9D-6F1E09E648B5}"/>
              </a:ext>
            </a:extLst>
          </p:cNvPr>
          <p:cNvCxnSpPr/>
          <p:nvPr/>
        </p:nvCxnSpPr>
        <p:spPr>
          <a:xfrm flipH="1" flipV="1">
            <a:off x="3552404" y="3066881"/>
            <a:ext cx="2411426" cy="1132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63352D58-41C6-0BCF-D2DA-8FBECCE9EF1D}"/>
              </a:ext>
            </a:extLst>
          </p:cNvPr>
          <p:cNvSpPr/>
          <p:nvPr/>
        </p:nvSpPr>
        <p:spPr>
          <a:xfrm>
            <a:off x="3325342" y="2961997"/>
            <a:ext cx="162513" cy="161673"/>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6" name="Rectangle 5">
            <a:extLst>
              <a:ext uri="{FF2B5EF4-FFF2-40B4-BE49-F238E27FC236}">
                <a16:creationId xmlns:a16="http://schemas.microsoft.com/office/drawing/2014/main" id="{31FD08C6-B3F3-ACD5-E506-BC839D0626DB}"/>
              </a:ext>
            </a:extLst>
          </p:cNvPr>
          <p:cNvSpPr/>
          <p:nvPr/>
        </p:nvSpPr>
        <p:spPr>
          <a:xfrm>
            <a:off x="7841128" y="1868963"/>
            <a:ext cx="543513" cy="292836"/>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7" name="Rectangle 6">
            <a:extLst>
              <a:ext uri="{FF2B5EF4-FFF2-40B4-BE49-F238E27FC236}">
                <a16:creationId xmlns:a16="http://schemas.microsoft.com/office/drawing/2014/main" id="{02D0CBF3-3215-ACD8-8CA7-366ADF7A4ED9}"/>
              </a:ext>
            </a:extLst>
          </p:cNvPr>
          <p:cNvSpPr/>
          <p:nvPr/>
        </p:nvSpPr>
        <p:spPr>
          <a:xfrm>
            <a:off x="7516342" y="1413014"/>
            <a:ext cx="318659" cy="299082"/>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8" name="Rectangle 7">
            <a:extLst>
              <a:ext uri="{FF2B5EF4-FFF2-40B4-BE49-F238E27FC236}">
                <a16:creationId xmlns:a16="http://schemas.microsoft.com/office/drawing/2014/main" id="{D0BC3BCA-0771-FC69-F49F-0AB79B5E2E39}"/>
              </a:ext>
            </a:extLst>
          </p:cNvPr>
          <p:cNvSpPr/>
          <p:nvPr/>
        </p:nvSpPr>
        <p:spPr>
          <a:xfrm>
            <a:off x="283588" y="4817029"/>
            <a:ext cx="749627" cy="167918"/>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9" name="Rectangle 8">
            <a:extLst>
              <a:ext uri="{FF2B5EF4-FFF2-40B4-BE49-F238E27FC236}">
                <a16:creationId xmlns:a16="http://schemas.microsoft.com/office/drawing/2014/main" id="{795CF068-10B0-4488-C30F-F67CD62A5E24}"/>
              </a:ext>
            </a:extLst>
          </p:cNvPr>
          <p:cNvSpPr/>
          <p:nvPr/>
        </p:nvSpPr>
        <p:spPr>
          <a:xfrm>
            <a:off x="5267817" y="5410390"/>
            <a:ext cx="162513" cy="161673"/>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2" name="Rectangle 11">
            <a:extLst>
              <a:ext uri="{FF2B5EF4-FFF2-40B4-BE49-F238E27FC236}">
                <a16:creationId xmlns:a16="http://schemas.microsoft.com/office/drawing/2014/main" id="{638EED4D-9724-9CF7-2666-FD61CFB952EE}"/>
              </a:ext>
            </a:extLst>
          </p:cNvPr>
          <p:cNvSpPr/>
          <p:nvPr/>
        </p:nvSpPr>
        <p:spPr>
          <a:xfrm>
            <a:off x="6254669" y="4817029"/>
            <a:ext cx="899527" cy="167919"/>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4" name="Rectangle 13">
            <a:extLst>
              <a:ext uri="{FF2B5EF4-FFF2-40B4-BE49-F238E27FC236}">
                <a16:creationId xmlns:a16="http://schemas.microsoft.com/office/drawing/2014/main" id="{581BC40B-611E-647A-8F59-39DB2A3A0902}"/>
              </a:ext>
            </a:extLst>
          </p:cNvPr>
          <p:cNvSpPr/>
          <p:nvPr/>
        </p:nvSpPr>
        <p:spPr>
          <a:xfrm>
            <a:off x="7160323" y="4373569"/>
            <a:ext cx="468561" cy="155428"/>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0080798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26" name="eyebrow">
            <a:extLst>
              <a:ext uri="{FF2B5EF4-FFF2-40B4-BE49-F238E27FC236}">
                <a16:creationId xmlns:a16="http://schemas.microsoft.com/office/drawing/2014/main" id="{843F611C-F8D5-4222-A3C0-6B0C4F3BA119}"/>
              </a:ext>
            </a:extLst>
          </p:cNvPr>
          <p:cNvSpPr>
            <a:spLocks noGrp="1"/>
          </p:cNvSpPr>
          <p:nvPr/>
        </p:nvSpPr>
        <p:spPr>
          <a:xfrm>
            <a:off x="400050" y="228600"/>
            <a:ext cx="3143250" cy="209550"/>
          </a:xfrm>
          <a:prstGeom prst="rect">
            <a:avLst/>
          </a:prstGeom>
          <a:noFill/>
          <a:ln w="0">
            <a:noFill/>
          </a:ln>
        </p:spPr>
        <p:txBody>
          <a:bodyPr anchor="t">
            <a:noAutofit/>
          </a:bodyPr>
          <a:lstStyle/>
          <a:p>
            <a:pPr algn="l">
              <a:lnSpc>
                <a:spcPct val="100000"/>
              </a:lnSpc>
              <a:buNone/>
              <a:defRPr sz="975" b="1">
                <a:solidFill>
                  <a:srgbClr val="E55158"/>
                </a:solidFill>
                <a:latin typeface="Aptos"/>
                <a:ea typeface="Aptos"/>
                <a:cs typeface="Aptos"/>
              </a:defRPr>
            </a:pPr>
            <a:r>
              <a:rPr sz="975" b="1">
                <a:solidFill>
                  <a:srgbClr val="E55158"/>
                </a:solidFill>
                <a:latin typeface="Aptos"/>
                <a:ea typeface="Aptos"/>
                <a:cs typeface="Aptos"/>
              </a:rPr>
              <a:t>PRAKTISK OPPGAVE</a:t>
            </a:r>
          </a:p>
        </p:txBody>
      </p:sp>
      <p:sp>
        <p:nvSpPr>
          <p:cNvPr id="2" name="slide-title">
            <a:extLst>
              <a:ext uri="{FF2B5EF4-FFF2-40B4-BE49-F238E27FC236}">
                <a16:creationId xmlns:a16="http://schemas.microsoft.com/office/drawing/2014/main" id="{6987D42B-1FD5-4FD1-8CB8-A619F5E4C90B}"/>
              </a:ext>
            </a:extLst>
          </p:cNvPr>
          <p:cNvSpPr>
            <a:spLocks noGrp="1"/>
          </p:cNvSpPr>
          <p:nvPr/>
        </p:nvSpPr>
        <p:spPr>
          <a:xfrm>
            <a:off x="400050" y="476250"/>
            <a:ext cx="10668000" cy="609600"/>
          </a:xfrm>
          <a:prstGeom prst="rect">
            <a:avLst/>
          </a:prstGeom>
          <a:noFill/>
          <a:ln w="0">
            <a:noFill/>
          </a:ln>
        </p:spPr>
        <p:txBody>
          <a:bodyPr anchor="t">
            <a:noAutofit/>
          </a:bodyPr>
          <a:lstStyle/>
          <a:p>
            <a:pPr algn="l">
              <a:lnSpc>
                <a:spcPct val="100000"/>
              </a:lnSpc>
              <a:buNone/>
              <a:defRPr sz="2850" b="1">
                <a:solidFill>
                  <a:srgbClr val="000000"/>
                </a:solidFill>
                <a:latin typeface="Aptos Display"/>
                <a:ea typeface="Aptos Display"/>
                <a:cs typeface="Aptos Display"/>
              </a:defRPr>
            </a:pPr>
            <a:r>
              <a:rPr sz="2850" b="1">
                <a:solidFill>
                  <a:srgbClr val="000000"/>
                </a:solidFill>
                <a:latin typeface="Aptos Display"/>
                <a:ea typeface="Aptos Display"/>
                <a:cs typeface="Aptos Display"/>
              </a:rPr>
              <a:t>Oppgave 01: Bronze</a:t>
            </a:r>
          </a:p>
        </p:txBody>
      </p:sp>
      <p:sp>
        <p:nvSpPr>
          <p:cNvPr id="3" name="Rett linje 2">
            <a:extLst>
              <a:ext uri="{FF2B5EF4-FFF2-40B4-BE49-F238E27FC236}">
                <a16:creationId xmlns:a16="http://schemas.microsoft.com/office/drawing/2014/main" id="{BB62E245-663D-4403-9DA3-27D7CEBF8933}"/>
              </a:ext>
            </a:extLst>
          </p:cNvPr>
          <p:cNvSpPr>
            <a:spLocks noGrp="1"/>
          </p:cNvSpPr>
          <p:nvPr/>
        </p:nvSpPr>
        <p:spPr>
          <a:xfrm>
            <a:off x="400050" y="1152525"/>
            <a:ext cx="1171575" cy="1"/>
          </a:xfrm>
          <a:prstGeom prst="line">
            <a:avLst/>
          </a:prstGeom>
          <a:noFill/>
          <a:ln w="19050">
            <a:solidFill>
              <a:srgbClr val="FF3D47"/>
            </a:solidFill>
          </a:ln>
        </p:spPr>
        <p:txBody>
          <a:bodyPr/>
          <a:lstStyle/>
          <a:p>
            <a:endParaRPr lang="nb-NO"/>
          </a:p>
        </p:txBody>
      </p:sp>
      <p:sp>
        <p:nvSpPr>
          <p:cNvPr id="4" name="Rektangel 3">
            <a:extLst>
              <a:ext uri="{FF2B5EF4-FFF2-40B4-BE49-F238E27FC236}">
                <a16:creationId xmlns:a16="http://schemas.microsoft.com/office/drawing/2014/main" id="{0E746D24-CB08-4019-81F6-F9C8E0B43F40}"/>
              </a:ext>
            </a:extLst>
          </p:cNvPr>
          <p:cNvSpPr>
            <a:spLocks noGrp="1"/>
          </p:cNvSpPr>
          <p:nvPr/>
        </p:nvSpPr>
        <p:spPr>
          <a:xfrm>
            <a:off x="400050" y="1352550"/>
            <a:ext cx="1752600" cy="533400"/>
          </a:xfrm>
          <a:prstGeom prst="rect">
            <a:avLst/>
          </a:prstGeom>
          <a:solidFill>
            <a:srgbClr val="CCC1BC"/>
          </a:solidFill>
          <a:ln w="0">
            <a:noFill/>
          </a:ln>
        </p:spPr>
        <p:txBody>
          <a:bodyPr/>
          <a:lstStyle/>
          <a:p>
            <a:endParaRPr lang="nb-NO"/>
          </a:p>
        </p:txBody>
      </p:sp>
      <p:sp>
        <p:nvSpPr>
          <p:cNvPr id="5" name="Rektangel 4">
            <a:extLst>
              <a:ext uri="{FF2B5EF4-FFF2-40B4-BE49-F238E27FC236}">
                <a16:creationId xmlns:a16="http://schemas.microsoft.com/office/drawing/2014/main" id="{4A7B159B-18D9-4498-87B6-ADFAA9156085}"/>
              </a:ext>
            </a:extLst>
          </p:cNvPr>
          <p:cNvSpPr>
            <a:spLocks noGrp="1"/>
          </p:cNvSpPr>
          <p:nvPr/>
        </p:nvSpPr>
        <p:spPr>
          <a:xfrm>
            <a:off x="400050" y="1381125"/>
            <a:ext cx="1752600" cy="476250"/>
          </a:xfrm>
          <a:prstGeom prst="rect">
            <a:avLst/>
          </a:prstGeom>
          <a:noFill/>
          <a:ln w="0">
            <a:noFill/>
          </a:ln>
        </p:spPr>
        <p:txBody>
          <a:bodyPr anchor="ctr">
            <a:noAutofit/>
          </a:bodyPr>
          <a:lstStyle/>
          <a:p>
            <a:pPr algn="ctr">
              <a:lnSpc>
                <a:spcPct val="100000"/>
              </a:lnSpc>
              <a:buNone/>
              <a:defRPr sz="1350" b="0">
                <a:solidFill>
                  <a:srgbClr val="000000"/>
                </a:solidFill>
                <a:latin typeface="Aptos"/>
                <a:ea typeface="Aptos"/>
                <a:cs typeface="Aptos"/>
              </a:defRPr>
            </a:pPr>
            <a:r>
              <a:rPr sz="1350" b="0">
                <a:solidFill>
                  <a:srgbClr val="000000"/>
                </a:solidFill>
                <a:latin typeface="Aptos"/>
                <a:ea typeface="Aptos"/>
                <a:cs typeface="Aptos"/>
              </a:rPr>
              <a:t>Oppsett</a:t>
            </a:r>
          </a:p>
        </p:txBody>
      </p:sp>
      <p:sp>
        <p:nvSpPr>
          <p:cNvPr id="6" name="Rektangel 5">
            <a:extLst>
              <a:ext uri="{FF2B5EF4-FFF2-40B4-BE49-F238E27FC236}">
                <a16:creationId xmlns:a16="http://schemas.microsoft.com/office/drawing/2014/main" id="{60EA29A9-69C2-4777-B551-4C993FA48424}"/>
              </a:ext>
            </a:extLst>
          </p:cNvPr>
          <p:cNvSpPr>
            <a:spLocks noGrp="1"/>
          </p:cNvSpPr>
          <p:nvPr/>
        </p:nvSpPr>
        <p:spPr>
          <a:xfrm>
            <a:off x="2295525" y="1352550"/>
            <a:ext cx="1752600" cy="533400"/>
          </a:xfrm>
          <a:prstGeom prst="rect">
            <a:avLst/>
          </a:prstGeom>
          <a:solidFill>
            <a:srgbClr val="FF3D47"/>
          </a:solidFill>
          <a:ln w="0">
            <a:noFill/>
          </a:ln>
        </p:spPr>
        <p:txBody>
          <a:bodyPr/>
          <a:lstStyle/>
          <a:p>
            <a:endParaRPr lang="nb-NO"/>
          </a:p>
        </p:txBody>
      </p:sp>
      <p:sp>
        <p:nvSpPr>
          <p:cNvPr id="7" name="Rektangel 6">
            <a:extLst>
              <a:ext uri="{FF2B5EF4-FFF2-40B4-BE49-F238E27FC236}">
                <a16:creationId xmlns:a16="http://schemas.microsoft.com/office/drawing/2014/main" id="{2EE27584-46DF-41BC-BC3B-4D158218740D}"/>
              </a:ext>
            </a:extLst>
          </p:cNvPr>
          <p:cNvSpPr>
            <a:spLocks noGrp="1"/>
          </p:cNvSpPr>
          <p:nvPr/>
        </p:nvSpPr>
        <p:spPr>
          <a:xfrm>
            <a:off x="2295525" y="1381125"/>
            <a:ext cx="1752600" cy="476250"/>
          </a:xfrm>
          <a:prstGeom prst="rect">
            <a:avLst/>
          </a:prstGeom>
          <a:noFill/>
          <a:ln w="0">
            <a:noFill/>
          </a:ln>
        </p:spPr>
        <p:txBody>
          <a:bodyPr anchor="ctr">
            <a:noAutofit/>
          </a:bodyPr>
          <a:lstStyle/>
          <a:p>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Bronze</a:t>
            </a:r>
          </a:p>
        </p:txBody>
      </p:sp>
      <p:sp>
        <p:nvSpPr>
          <p:cNvPr id="8" name="Rektangel 7">
            <a:extLst>
              <a:ext uri="{FF2B5EF4-FFF2-40B4-BE49-F238E27FC236}">
                <a16:creationId xmlns:a16="http://schemas.microsoft.com/office/drawing/2014/main" id="{37E715EB-8C6B-4D07-8089-756C16CF3C42}"/>
              </a:ext>
            </a:extLst>
          </p:cNvPr>
          <p:cNvSpPr>
            <a:spLocks noGrp="1"/>
          </p:cNvSpPr>
          <p:nvPr/>
        </p:nvSpPr>
        <p:spPr>
          <a:xfrm>
            <a:off x="4191000" y="1352550"/>
            <a:ext cx="1752600" cy="533400"/>
          </a:xfrm>
          <a:prstGeom prst="rect">
            <a:avLst/>
          </a:prstGeom>
          <a:solidFill>
            <a:srgbClr val="CCC1BC"/>
          </a:solidFill>
          <a:ln w="0">
            <a:noFill/>
          </a:ln>
        </p:spPr>
        <p:txBody>
          <a:bodyPr/>
          <a:lstStyle/>
          <a:p>
            <a:endParaRPr lang="nb-NO"/>
          </a:p>
        </p:txBody>
      </p:sp>
      <p:sp>
        <p:nvSpPr>
          <p:cNvPr id="9" name="Rektangel 8">
            <a:extLst>
              <a:ext uri="{FF2B5EF4-FFF2-40B4-BE49-F238E27FC236}">
                <a16:creationId xmlns:a16="http://schemas.microsoft.com/office/drawing/2014/main" id="{62B267C1-49EA-4553-B9D7-3A2B10E44C98}"/>
              </a:ext>
            </a:extLst>
          </p:cNvPr>
          <p:cNvSpPr>
            <a:spLocks noGrp="1"/>
          </p:cNvSpPr>
          <p:nvPr/>
        </p:nvSpPr>
        <p:spPr>
          <a:xfrm>
            <a:off x="4191000" y="1381125"/>
            <a:ext cx="1752600" cy="476250"/>
          </a:xfrm>
          <a:prstGeom prst="rect">
            <a:avLst/>
          </a:prstGeom>
          <a:noFill/>
          <a:ln w="0">
            <a:noFill/>
          </a:ln>
        </p:spPr>
        <p:txBody>
          <a:bodyPr anchor="ctr">
            <a:noAutofit/>
          </a:bodyPr>
          <a:lstStyle/>
          <a:p>
            <a:pPr algn="ctr">
              <a:lnSpc>
                <a:spcPct val="100000"/>
              </a:lnSpc>
              <a:buNone/>
              <a:defRPr sz="1350" b="0">
                <a:solidFill>
                  <a:srgbClr val="000000"/>
                </a:solidFill>
                <a:latin typeface="Aptos"/>
                <a:ea typeface="Aptos"/>
                <a:cs typeface="Aptos"/>
              </a:defRPr>
            </a:pPr>
            <a:r>
              <a:rPr sz="1350" b="0">
                <a:solidFill>
                  <a:srgbClr val="000000"/>
                </a:solidFill>
                <a:latin typeface="Aptos"/>
                <a:ea typeface="Aptos"/>
                <a:cs typeface="Aptos"/>
              </a:rPr>
              <a:t>Silver</a:t>
            </a:r>
          </a:p>
        </p:txBody>
      </p:sp>
      <p:sp>
        <p:nvSpPr>
          <p:cNvPr id="10" name="Rektangel 9">
            <a:extLst>
              <a:ext uri="{FF2B5EF4-FFF2-40B4-BE49-F238E27FC236}">
                <a16:creationId xmlns:a16="http://schemas.microsoft.com/office/drawing/2014/main" id="{DE0958A8-4038-47A4-AA4C-79F22580839C}"/>
              </a:ext>
            </a:extLst>
          </p:cNvPr>
          <p:cNvSpPr>
            <a:spLocks noGrp="1"/>
          </p:cNvSpPr>
          <p:nvPr/>
        </p:nvSpPr>
        <p:spPr>
          <a:xfrm>
            <a:off x="6086475" y="1352550"/>
            <a:ext cx="1752600" cy="533400"/>
          </a:xfrm>
          <a:prstGeom prst="rect">
            <a:avLst/>
          </a:prstGeom>
          <a:solidFill>
            <a:srgbClr val="CCC1BC"/>
          </a:solidFill>
          <a:ln w="0">
            <a:noFill/>
          </a:ln>
        </p:spPr>
        <p:txBody>
          <a:bodyPr/>
          <a:lstStyle/>
          <a:p>
            <a:endParaRPr lang="nb-NO"/>
          </a:p>
        </p:txBody>
      </p:sp>
      <p:sp>
        <p:nvSpPr>
          <p:cNvPr id="11" name="Rektangel 10">
            <a:extLst>
              <a:ext uri="{FF2B5EF4-FFF2-40B4-BE49-F238E27FC236}">
                <a16:creationId xmlns:a16="http://schemas.microsoft.com/office/drawing/2014/main" id="{84195D01-314E-498C-BB54-F82F9FF8904B}"/>
              </a:ext>
            </a:extLst>
          </p:cNvPr>
          <p:cNvSpPr>
            <a:spLocks noGrp="1"/>
          </p:cNvSpPr>
          <p:nvPr/>
        </p:nvSpPr>
        <p:spPr>
          <a:xfrm>
            <a:off x="6086475" y="1381125"/>
            <a:ext cx="1752600" cy="476250"/>
          </a:xfrm>
          <a:prstGeom prst="rect">
            <a:avLst/>
          </a:prstGeom>
          <a:noFill/>
          <a:ln w="0">
            <a:noFill/>
          </a:ln>
        </p:spPr>
        <p:txBody>
          <a:bodyPr anchor="ctr">
            <a:noAutofit/>
          </a:bodyPr>
          <a:lstStyle/>
          <a:p>
            <a:pPr algn="ctr">
              <a:lnSpc>
                <a:spcPct val="100000"/>
              </a:lnSpc>
              <a:buNone/>
              <a:defRPr sz="1350" b="0">
                <a:solidFill>
                  <a:srgbClr val="000000"/>
                </a:solidFill>
                <a:latin typeface="Aptos"/>
                <a:ea typeface="Aptos"/>
                <a:cs typeface="Aptos"/>
              </a:defRPr>
            </a:pPr>
            <a:r>
              <a:rPr sz="1350" b="0">
                <a:solidFill>
                  <a:srgbClr val="000000"/>
                </a:solidFill>
                <a:latin typeface="Aptos"/>
                <a:ea typeface="Aptos"/>
                <a:cs typeface="Aptos"/>
              </a:rPr>
              <a:t>Gold</a:t>
            </a:r>
          </a:p>
        </p:txBody>
      </p:sp>
      <p:sp>
        <p:nvSpPr>
          <p:cNvPr id="12" name="Rektangel 11">
            <a:extLst>
              <a:ext uri="{FF2B5EF4-FFF2-40B4-BE49-F238E27FC236}">
                <a16:creationId xmlns:a16="http://schemas.microsoft.com/office/drawing/2014/main" id="{D5685EA9-90BD-4450-A529-A56BC2CAC8F6}"/>
              </a:ext>
            </a:extLst>
          </p:cNvPr>
          <p:cNvSpPr>
            <a:spLocks noGrp="1"/>
          </p:cNvSpPr>
          <p:nvPr/>
        </p:nvSpPr>
        <p:spPr>
          <a:xfrm>
            <a:off x="7981950" y="1352550"/>
            <a:ext cx="1752600" cy="533400"/>
          </a:xfrm>
          <a:prstGeom prst="rect">
            <a:avLst/>
          </a:prstGeom>
          <a:solidFill>
            <a:srgbClr val="CCC1BC"/>
          </a:solidFill>
          <a:ln w="0">
            <a:noFill/>
          </a:ln>
        </p:spPr>
        <p:txBody>
          <a:bodyPr/>
          <a:lstStyle/>
          <a:p>
            <a:endParaRPr lang="nb-NO"/>
          </a:p>
        </p:txBody>
      </p:sp>
      <p:sp>
        <p:nvSpPr>
          <p:cNvPr id="13" name="Rektangel 12">
            <a:extLst>
              <a:ext uri="{FF2B5EF4-FFF2-40B4-BE49-F238E27FC236}">
                <a16:creationId xmlns:a16="http://schemas.microsoft.com/office/drawing/2014/main" id="{EFE23081-A76B-4D9B-A463-00D421A1FBE8}"/>
              </a:ext>
            </a:extLst>
          </p:cNvPr>
          <p:cNvSpPr>
            <a:spLocks noGrp="1"/>
          </p:cNvSpPr>
          <p:nvPr/>
        </p:nvSpPr>
        <p:spPr>
          <a:xfrm>
            <a:off x="7981950" y="1381125"/>
            <a:ext cx="1752600" cy="476250"/>
          </a:xfrm>
          <a:prstGeom prst="rect">
            <a:avLst/>
          </a:prstGeom>
          <a:noFill/>
          <a:ln w="0">
            <a:noFill/>
          </a:ln>
        </p:spPr>
        <p:txBody>
          <a:bodyPr anchor="ctr">
            <a:noAutofit/>
          </a:bodyPr>
          <a:lstStyle/>
          <a:p>
            <a:pPr algn="ctr">
              <a:lnSpc>
                <a:spcPct val="100000"/>
              </a:lnSpc>
              <a:buNone/>
              <a:defRPr sz="1350" b="0">
                <a:solidFill>
                  <a:srgbClr val="000000"/>
                </a:solidFill>
                <a:latin typeface="Aptos"/>
                <a:ea typeface="Aptos"/>
                <a:cs typeface="Aptos"/>
              </a:defRPr>
            </a:pPr>
            <a:r>
              <a:rPr sz="1350" b="0">
                <a:solidFill>
                  <a:srgbClr val="000000"/>
                </a:solidFill>
                <a:latin typeface="Aptos"/>
                <a:ea typeface="Aptos"/>
                <a:cs typeface="Aptos"/>
              </a:rPr>
              <a:t>Maskinlæring</a:t>
            </a:r>
          </a:p>
        </p:txBody>
      </p:sp>
      <p:sp>
        <p:nvSpPr>
          <p:cNvPr id="14" name="Rektangel 13">
            <a:extLst>
              <a:ext uri="{FF2B5EF4-FFF2-40B4-BE49-F238E27FC236}">
                <a16:creationId xmlns:a16="http://schemas.microsoft.com/office/drawing/2014/main" id="{514715DC-7AA1-4526-A58C-6B82737C87DF}"/>
              </a:ext>
            </a:extLst>
          </p:cNvPr>
          <p:cNvSpPr>
            <a:spLocks noGrp="1"/>
          </p:cNvSpPr>
          <p:nvPr/>
        </p:nvSpPr>
        <p:spPr>
          <a:xfrm>
            <a:off x="9877425" y="1352550"/>
            <a:ext cx="1752600" cy="533400"/>
          </a:xfrm>
          <a:prstGeom prst="rect">
            <a:avLst/>
          </a:prstGeom>
          <a:solidFill>
            <a:srgbClr val="CCC1BC"/>
          </a:solidFill>
          <a:ln w="0">
            <a:noFill/>
          </a:ln>
        </p:spPr>
        <p:txBody>
          <a:bodyPr/>
          <a:lstStyle/>
          <a:p>
            <a:endParaRPr lang="nb-NO"/>
          </a:p>
        </p:txBody>
      </p:sp>
      <p:sp>
        <p:nvSpPr>
          <p:cNvPr id="15" name="Rektangel 14">
            <a:extLst>
              <a:ext uri="{FF2B5EF4-FFF2-40B4-BE49-F238E27FC236}">
                <a16:creationId xmlns:a16="http://schemas.microsoft.com/office/drawing/2014/main" id="{0A9AAA25-851C-45AA-8990-CFA8BA529C7E}"/>
              </a:ext>
            </a:extLst>
          </p:cNvPr>
          <p:cNvSpPr>
            <a:spLocks noGrp="1"/>
          </p:cNvSpPr>
          <p:nvPr/>
        </p:nvSpPr>
        <p:spPr>
          <a:xfrm>
            <a:off x="9877425" y="1381125"/>
            <a:ext cx="1752600" cy="476250"/>
          </a:xfrm>
          <a:prstGeom prst="rect">
            <a:avLst/>
          </a:prstGeom>
          <a:noFill/>
          <a:ln w="0">
            <a:noFill/>
          </a:ln>
        </p:spPr>
        <p:txBody>
          <a:bodyPr anchor="ctr">
            <a:noAutofit/>
          </a:bodyPr>
          <a:lstStyle/>
          <a:p>
            <a:pPr algn="ctr">
              <a:lnSpc>
                <a:spcPct val="100000"/>
              </a:lnSpc>
              <a:buNone/>
              <a:defRPr sz="1350" b="0">
                <a:solidFill>
                  <a:srgbClr val="000000"/>
                </a:solidFill>
                <a:latin typeface="Aptos"/>
                <a:ea typeface="Aptos"/>
                <a:cs typeface="Aptos"/>
              </a:defRPr>
            </a:pPr>
            <a:r>
              <a:rPr sz="1350" b="0">
                <a:solidFill>
                  <a:srgbClr val="000000"/>
                </a:solidFill>
                <a:latin typeface="Aptos"/>
                <a:ea typeface="Aptos"/>
                <a:cs typeface="Aptos"/>
              </a:rPr>
              <a:t>Dashboard</a:t>
            </a:r>
          </a:p>
        </p:txBody>
      </p:sp>
      <p:sp>
        <p:nvSpPr>
          <p:cNvPr id="16" name="Rektangel 15">
            <a:extLst>
              <a:ext uri="{FF2B5EF4-FFF2-40B4-BE49-F238E27FC236}">
                <a16:creationId xmlns:a16="http://schemas.microsoft.com/office/drawing/2014/main" id="{0A4B3237-DE55-4F45-97B6-1B95E23CF7E5}"/>
              </a:ext>
            </a:extLst>
          </p:cNvPr>
          <p:cNvSpPr>
            <a:spLocks noGrp="1"/>
          </p:cNvSpPr>
          <p:nvPr/>
        </p:nvSpPr>
        <p:spPr>
          <a:xfrm>
            <a:off x="552450" y="2152650"/>
            <a:ext cx="4953000" cy="361950"/>
          </a:xfrm>
          <a:prstGeom prst="rect">
            <a:avLst/>
          </a:prstGeom>
          <a:noFill/>
          <a:ln w="0">
            <a:noFill/>
          </a:ln>
        </p:spPr>
        <p:txBody>
          <a:bodyPr anchor="t">
            <a:noAutofit/>
          </a:bodyPr>
          <a:lstStyle/>
          <a:p>
            <a:pPr algn="l">
              <a:lnSpc>
                <a:spcPct val="100000"/>
              </a:lnSpc>
              <a:buNone/>
              <a:defRPr sz="1875" b="1">
                <a:solidFill>
                  <a:srgbClr val="000000"/>
                </a:solidFill>
                <a:latin typeface="Aptos Display"/>
                <a:ea typeface="Aptos Display"/>
                <a:cs typeface="Aptos Display"/>
              </a:defRPr>
            </a:pPr>
            <a:r>
              <a:rPr sz="1875" b="1">
                <a:solidFill>
                  <a:srgbClr val="000000"/>
                </a:solidFill>
                <a:latin typeface="Aptos Display"/>
                <a:ea typeface="Aptos Display"/>
                <a:cs typeface="Aptos Display"/>
              </a:rPr>
              <a:t>Dette gjør deltakerne</a:t>
            </a:r>
          </a:p>
        </p:txBody>
      </p:sp>
      <p:sp>
        <p:nvSpPr>
          <p:cNvPr id="17" name="Rett linje 16">
            <a:extLst>
              <a:ext uri="{FF2B5EF4-FFF2-40B4-BE49-F238E27FC236}">
                <a16:creationId xmlns:a16="http://schemas.microsoft.com/office/drawing/2014/main" id="{FCEB6650-1D05-4C5F-833B-1C70510F8BE6}"/>
              </a:ext>
            </a:extLst>
          </p:cNvPr>
          <p:cNvSpPr>
            <a:spLocks noGrp="1"/>
          </p:cNvSpPr>
          <p:nvPr/>
        </p:nvSpPr>
        <p:spPr>
          <a:xfrm>
            <a:off x="552450" y="2533650"/>
            <a:ext cx="914400" cy="1"/>
          </a:xfrm>
          <a:prstGeom prst="line">
            <a:avLst/>
          </a:prstGeom>
          <a:noFill/>
          <a:ln w="19050">
            <a:solidFill>
              <a:srgbClr val="FF3D47"/>
            </a:solidFill>
          </a:ln>
        </p:spPr>
        <p:txBody>
          <a:bodyPr/>
          <a:lstStyle/>
          <a:p>
            <a:endParaRPr lang="nb-NO"/>
          </a:p>
        </p:txBody>
      </p:sp>
      <p:sp>
        <p:nvSpPr>
          <p:cNvPr id="18" name="Rektangel 17">
            <a:extLst>
              <a:ext uri="{FF2B5EF4-FFF2-40B4-BE49-F238E27FC236}">
                <a16:creationId xmlns:a16="http://schemas.microsoft.com/office/drawing/2014/main" id="{6356D2E9-F9BB-46FE-9A20-5A49E2F285EE}"/>
              </a:ext>
            </a:extLst>
          </p:cNvPr>
          <p:cNvSpPr>
            <a:spLocks noGrp="1"/>
          </p:cNvSpPr>
          <p:nvPr/>
        </p:nvSpPr>
        <p:spPr>
          <a:xfrm>
            <a:off x="552450" y="2647950"/>
            <a:ext cx="4857750" cy="2476500"/>
          </a:xfrm>
          <a:prstGeom prst="rect">
            <a:avLst/>
          </a:prstGeom>
          <a:noFill/>
          <a:ln w="0">
            <a:noFill/>
          </a:ln>
        </p:spPr>
        <p:txBody>
          <a:bodyPr lIns="91440" tIns="45720" rIns="91440" bIns="45720" anchor="t">
            <a:noAutofit/>
          </a:bodyPr>
          <a:lstStyle/>
          <a:p>
            <a:pPr marL="215900" indent="-101600">
              <a:spcAft>
                <a:spcPts val="1100"/>
              </a:spcAft>
              <a:defRPr sz="1500">
                <a:solidFill>
                  <a:srgbClr val="000000"/>
                </a:solidFill>
                <a:latin typeface="Aptos"/>
                <a:ea typeface="Aptos"/>
                <a:cs typeface="Aptos"/>
              </a:defRPr>
            </a:pPr>
            <a:r>
              <a:rPr sz="1500">
                <a:solidFill>
                  <a:srgbClr val="000000"/>
                </a:solidFill>
                <a:latin typeface="Aptos"/>
                <a:ea typeface="Aptos"/>
                <a:cs typeface="Aptos"/>
              </a:rPr>
              <a:t>Leser </a:t>
            </a:r>
            <a:r>
              <a:rPr sz="1500" err="1">
                <a:solidFill>
                  <a:srgbClr val="000000"/>
                </a:solidFill>
                <a:latin typeface="Aptos"/>
                <a:ea typeface="Aptos"/>
                <a:cs typeface="Aptos"/>
              </a:rPr>
              <a:t>landinger</a:t>
            </a:r>
            <a:r>
              <a:rPr sz="1500">
                <a:solidFill>
                  <a:srgbClr val="000000"/>
                </a:solidFill>
                <a:latin typeface="Aptos"/>
                <a:ea typeface="Aptos"/>
                <a:cs typeface="Aptos"/>
              </a:rPr>
              <a:t>, </a:t>
            </a:r>
            <a:r>
              <a:rPr sz="1500" err="1">
                <a:solidFill>
                  <a:srgbClr val="000000"/>
                </a:solidFill>
                <a:latin typeface="Aptos"/>
                <a:ea typeface="Aptos"/>
                <a:cs typeface="Aptos"/>
              </a:rPr>
              <a:t>fartøy</a:t>
            </a:r>
            <a:r>
              <a:rPr sz="1500">
                <a:solidFill>
                  <a:srgbClr val="000000"/>
                </a:solidFill>
                <a:latin typeface="Aptos"/>
                <a:ea typeface="Aptos"/>
                <a:cs typeface="Aptos"/>
              </a:rPr>
              <a:t>, </a:t>
            </a:r>
            <a:r>
              <a:rPr sz="1500" err="1">
                <a:solidFill>
                  <a:srgbClr val="000000"/>
                </a:solidFill>
                <a:latin typeface="Aptos"/>
                <a:ea typeface="Aptos"/>
                <a:cs typeface="Aptos"/>
              </a:rPr>
              <a:t>kalender</a:t>
            </a:r>
            <a:r>
              <a:rPr sz="1500">
                <a:solidFill>
                  <a:srgbClr val="000000"/>
                </a:solidFill>
                <a:latin typeface="Aptos"/>
                <a:ea typeface="Aptos"/>
                <a:cs typeface="Aptos"/>
              </a:rPr>
              <a:t> </a:t>
            </a:r>
            <a:r>
              <a:rPr sz="1500" err="1">
                <a:solidFill>
                  <a:srgbClr val="000000"/>
                </a:solidFill>
                <a:latin typeface="Aptos"/>
                <a:ea typeface="Aptos"/>
                <a:cs typeface="Aptos"/>
              </a:rPr>
              <a:t>og</a:t>
            </a:r>
            <a:r>
              <a:rPr sz="1500">
                <a:solidFill>
                  <a:srgbClr val="000000"/>
                </a:solidFill>
                <a:latin typeface="Aptos"/>
                <a:ea typeface="Aptos"/>
                <a:cs typeface="Aptos"/>
              </a:rPr>
              <a:t> </a:t>
            </a:r>
            <a:r>
              <a:rPr sz="1500" err="1">
                <a:solidFill>
                  <a:srgbClr val="000000"/>
                </a:solidFill>
                <a:latin typeface="Aptos"/>
                <a:ea typeface="Aptos"/>
                <a:cs typeface="Aptos"/>
              </a:rPr>
              <a:t>havforhold</a:t>
            </a:r>
            <a:r>
              <a:rPr sz="1500">
                <a:solidFill>
                  <a:srgbClr val="000000"/>
                </a:solidFill>
                <a:latin typeface="Aptos"/>
                <a:ea typeface="Aptos"/>
                <a:cs typeface="Aptos"/>
              </a:rPr>
              <a:t> </a:t>
            </a:r>
            <a:r>
              <a:rPr sz="1500" err="1">
                <a:solidFill>
                  <a:srgbClr val="000000"/>
                </a:solidFill>
                <a:latin typeface="Aptos"/>
                <a:ea typeface="Aptos"/>
                <a:cs typeface="Aptos"/>
              </a:rPr>
              <a:t>fra</a:t>
            </a:r>
            <a:r>
              <a:rPr sz="1500">
                <a:solidFill>
                  <a:srgbClr val="000000"/>
                </a:solidFill>
                <a:latin typeface="Aptos"/>
                <a:ea typeface="Aptos"/>
                <a:cs typeface="Aptos"/>
              </a:rPr>
              <a:t> Volume</a:t>
            </a:r>
            <a:r>
              <a:rPr lang="nb-NO" sz="1500">
                <a:solidFill>
                  <a:srgbClr val="000000"/>
                </a:solidFill>
                <a:latin typeface="Aptos"/>
                <a:ea typeface="Aptos"/>
                <a:cs typeface="Aptos"/>
              </a:rPr>
              <a:t> (lagring i </a:t>
            </a:r>
            <a:r>
              <a:rPr lang="nb-NO" sz="1500" err="1">
                <a:solidFill>
                  <a:srgbClr val="000000"/>
                </a:solidFill>
                <a:latin typeface="Aptos"/>
                <a:ea typeface="Aptos"/>
                <a:cs typeface="Aptos"/>
              </a:rPr>
              <a:t>databricks</a:t>
            </a:r>
            <a:r>
              <a:rPr lang="nb-NO" sz="1500">
                <a:solidFill>
                  <a:srgbClr val="000000"/>
                </a:solidFill>
                <a:latin typeface="Aptos"/>
                <a:ea typeface="Aptos"/>
                <a:cs typeface="Aptos"/>
              </a:rPr>
              <a:t>)</a:t>
            </a:r>
            <a:endParaRPr sz="1500">
              <a:solidFill>
                <a:srgbClr val="000000"/>
              </a:solidFill>
              <a:latin typeface="Aptos"/>
              <a:ea typeface="Aptos"/>
              <a:cs typeface="Aptos"/>
            </a:endParaRPr>
          </a:p>
          <a:p>
            <a:pPr marL="215900" indent="-101600">
              <a:spcAft>
                <a:spcPts val="1100"/>
              </a:spcAft>
              <a:defRPr sz="1500">
                <a:solidFill>
                  <a:srgbClr val="000000"/>
                </a:solidFill>
                <a:latin typeface="Aptos"/>
                <a:ea typeface="Aptos"/>
                <a:cs typeface="Aptos"/>
              </a:defRPr>
            </a:pPr>
            <a:r>
              <a:rPr sz="1500" err="1">
                <a:solidFill>
                  <a:srgbClr val="000000"/>
                </a:solidFill>
                <a:latin typeface="Aptos"/>
                <a:ea typeface="Aptos"/>
                <a:cs typeface="Aptos"/>
              </a:rPr>
              <a:t>Lagrer</a:t>
            </a:r>
            <a:r>
              <a:rPr sz="1500">
                <a:solidFill>
                  <a:srgbClr val="000000"/>
                </a:solidFill>
                <a:latin typeface="Aptos"/>
                <a:ea typeface="Aptos"/>
                <a:cs typeface="Aptos"/>
              </a:rPr>
              <a:t> </a:t>
            </a:r>
            <a:r>
              <a:rPr sz="1500" err="1">
                <a:solidFill>
                  <a:srgbClr val="000000"/>
                </a:solidFill>
                <a:latin typeface="Aptos"/>
                <a:ea typeface="Aptos"/>
                <a:cs typeface="Aptos"/>
              </a:rPr>
              <a:t>hver</a:t>
            </a:r>
            <a:r>
              <a:rPr sz="1500">
                <a:solidFill>
                  <a:srgbClr val="000000"/>
                </a:solidFill>
                <a:latin typeface="Aptos"/>
                <a:ea typeface="Aptos"/>
                <a:cs typeface="Aptos"/>
              </a:rPr>
              <a:t> rad </a:t>
            </a:r>
            <a:r>
              <a:rPr sz="1500" err="1">
                <a:solidFill>
                  <a:srgbClr val="000000"/>
                </a:solidFill>
                <a:latin typeface="Aptos"/>
                <a:ea typeface="Aptos"/>
                <a:cs typeface="Aptos"/>
              </a:rPr>
              <a:t>som</a:t>
            </a:r>
            <a:r>
              <a:rPr sz="1500">
                <a:solidFill>
                  <a:srgbClr val="000000"/>
                </a:solidFill>
                <a:latin typeface="Aptos"/>
                <a:ea typeface="Aptos"/>
                <a:cs typeface="Aptos"/>
              </a:rPr>
              <a:t> payload </a:t>
            </a:r>
            <a:r>
              <a:rPr sz="1500" err="1">
                <a:solidFill>
                  <a:srgbClr val="000000"/>
                </a:solidFill>
                <a:latin typeface="Aptos"/>
                <a:ea typeface="Aptos"/>
                <a:cs typeface="Aptos"/>
              </a:rPr>
              <a:t>i</a:t>
            </a:r>
            <a:r>
              <a:rPr sz="1500">
                <a:solidFill>
                  <a:srgbClr val="000000"/>
                </a:solidFill>
                <a:latin typeface="Aptos"/>
                <a:ea typeface="Aptos"/>
                <a:cs typeface="Aptos"/>
              </a:rPr>
              <a:t> VARIANT</a:t>
            </a:r>
            <a:r>
              <a:rPr lang="nb-NO" sz="1500">
                <a:solidFill>
                  <a:srgbClr val="000000"/>
                </a:solidFill>
                <a:latin typeface="Aptos"/>
                <a:ea typeface="Aptos"/>
                <a:cs typeface="Aptos"/>
              </a:rPr>
              <a:t> (datatype for landing av data i en tabell)</a:t>
            </a:r>
            <a:endParaRPr sz="1500">
              <a:solidFill>
                <a:srgbClr val="000000"/>
              </a:solidFill>
              <a:latin typeface="Aptos"/>
              <a:ea typeface="Aptos"/>
              <a:cs typeface="Aptos"/>
            </a:endParaRPr>
          </a:p>
          <a:p>
            <a:pPr marL="215900" indent="-101600">
              <a:lnSpc>
                <a:spcPct val="100000"/>
              </a:lnSpc>
              <a:spcAft>
                <a:spcPts val="1100"/>
              </a:spcAft>
              <a:buNone/>
              <a:defRPr sz="1500">
                <a:solidFill>
                  <a:srgbClr val="000000"/>
                </a:solidFill>
                <a:latin typeface="Aptos"/>
                <a:ea typeface="Aptos"/>
                <a:cs typeface="Aptos"/>
              </a:defRPr>
            </a:pPr>
            <a:r>
              <a:rPr sz="1500">
                <a:solidFill>
                  <a:srgbClr val="000000"/>
                </a:solidFill>
                <a:latin typeface="Aptos"/>
                <a:ea typeface="Aptos"/>
                <a:cs typeface="Aptos"/>
              </a:rPr>
              <a:t>Legger </a:t>
            </a:r>
            <a:r>
              <a:rPr sz="1500" err="1">
                <a:solidFill>
                  <a:srgbClr val="000000"/>
                </a:solidFill>
                <a:latin typeface="Aptos"/>
                <a:ea typeface="Aptos"/>
                <a:cs typeface="Aptos"/>
              </a:rPr>
              <a:t>til</a:t>
            </a:r>
            <a:r>
              <a:rPr sz="1500">
                <a:solidFill>
                  <a:srgbClr val="000000"/>
                </a:solidFill>
                <a:latin typeface="Aptos"/>
                <a:ea typeface="Aptos"/>
                <a:cs typeface="Aptos"/>
              </a:rPr>
              <a:t> </a:t>
            </a:r>
            <a:r>
              <a:rPr sz="1500" err="1">
                <a:solidFill>
                  <a:srgbClr val="000000"/>
                </a:solidFill>
                <a:latin typeface="Aptos"/>
                <a:ea typeface="Aptos"/>
                <a:cs typeface="Aptos"/>
              </a:rPr>
              <a:t>innlastingstidspunkt</a:t>
            </a:r>
            <a:r>
              <a:rPr sz="1500">
                <a:solidFill>
                  <a:srgbClr val="000000"/>
                </a:solidFill>
                <a:latin typeface="Aptos"/>
                <a:ea typeface="Aptos"/>
                <a:cs typeface="Aptos"/>
              </a:rPr>
              <a:t> </a:t>
            </a:r>
            <a:r>
              <a:rPr sz="1500" err="1">
                <a:solidFill>
                  <a:srgbClr val="000000"/>
                </a:solidFill>
                <a:latin typeface="Aptos"/>
                <a:ea typeface="Aptos"/>
                <a:cs typeface="Aptos"/>
              </a:rPr>
              <a:t>og</a:t>
            </a:r>
            <a:r>
              <a:rPr sz="1500">
                <a:solidFill>
                  <a:srgbClr val="000000"/>
                </a:solidFill>
                <a:latin typeface="Aptos"/>
                <a:ea typeface="Aptos"/>
                <a:cs typeface="Aptos"/>
              </a:rPr>
              <a:t> </a:t>
            </a:r>
            <a:r>
              <a:rPr sz="1500" err="1">
                <a:solidFill>
                  <a:srgbClr val="000000"/>
                </a:solidFill>
                <a:latin typeface="Aptos"/>
                <a:ea typeface="Aptos"/>
                <a:cs typeface="Aptos"/>
              </a:rPr>
              <a:t>kildefil</a:t>
            </a:r>
            <a:endParaRPr sz="1500">
              <a:solidFill>
                <a:srgbClr val="000000"/>
              </a:solidFill>
              <a:latin typeface="Aptos"/>
              <a:ea typeface="Aptos"/>
              <a:cs typeface="Aptos"/>
            </a:endParaRPr>
          </a:p>
        </p:txBody>
      </p:sp>
      <p:sp>
        <p:nvSpPr>
          <p:cNvPr id="19" name="Rett linje 18">
            <a:extLst>
              <a:ext uri="{FF2B5EF4-FFF2-40B4-BE49-F238E27FC236}">
                <a16:creationId xmlns:a16="http://schemas.microsoft.com/office/drawing/2014/main" id="{C3DBAAB8-17EB-4B2B-A70E-E8B3737608FF}"/>
              </a:ext>
            </a:extLst>
          </p:cNvPr>
          <p:cNvSpPr>
            <a:spLocks noGrp="1"/>
          </p:cNvSpPr>
          <p:nvPr/>
        </p:nvSpPr>
        <p:spPr>
          <a:xfrm>
            <a:off x="5981700" y="2209800"/>
            <a:ext cx="1" cy="3124200"/>
          </a:xfrm>
          <a:prstGeom prst="line">
            <a:avLst/>
          </a:prstGeom>
          <a:noFill/>
          <a:ln w="19050">
            <a:solidFill>
              <a:srgbClr val="CCC1BC"/>
            </a:solidFill>
          </a:ln>
        </p:spPr>
        <p:txBody>
          <a:bodyPr/>
          <a:lstStyle/>
          <a:p>
            <a:endParaRPr lang="nb-NO"/>
          </a:p>
        </p:txBody>
      </p:sp>
      <p:sp>
        <p:nvSpPr>
          <p:cNvPr id="20" name="Rektangel 19">
            <a:extLst>
              <a:ext uri="{FF2B5EF4-FFF2-40B4-BE49-F238E27FC236}">
                <a16:creationId xmlns:a16="http://schemas.microsoft.com/office/drawing/2014/main" id="{31BAC773-B06F-4ACF-AACA-5E838EB00E1F}"/>
              </a:ext>
            </a:extLst>
          </p:cNvPr>
          <p:cNvSpPr>
            <a:spLocks noGrp="1"/>
          </p:cNvSpPr>
          <p:nvPr/>
        </p:nvSpPr>
        <p:spPr>
          <a:xfrm>
            <a:off x="6477000" y="2152650"/>
            <a:ext cx="4953000" cy="361950"/>
          </a:xfrm>
          <a:prstGeom prst="rect">
            <a:avLst/>
          </a:prstGeom>
          <a:noFill/>
          <a:ln w="0">
            <a:noFill/>
          </a:ln>
        </p:spPr>
        <p:txBody>
          <a:bodyPr anchor="t">
            <a:noAutofit/>
          </a:bodyPr>
          <a:lstStyle/>
          <a:p>
            <a:pPr algn="l">
              <a:lnSpc>
                <a:spcPct val="100000"/>
              </a:lnSpc>
              <a:buNone/>
              <a:defRPr sz="1875" b="1">
                <a:solidFill>
                  <a:srgbClr val="000000"/>
                </a:solidFill>
                <a:latin typeface="Aptos Display"/>
                <a:ea typeface="Aptos Display"/>
                <a:cs typeface="Aptos Display"/>
              </a:defRPr>
            </a:pPr>
            <a:r>
              <a:rPr sz="1875" b="1">
                <a:solidFill>
                  <a:srgbClr val="000000"/>
                </a:solidFill>
                <a:latin typeface="Aptos Display"/>
                <a:ea typeface="Aptos Display"/>
                <a:cs typeface="Aptos Display"/>
              </a:rPr>
              <a:t>Derfor gjør vi det slik</a:t>
            </a:r>
          </a:p>
        </p:txBody>
      </p:sp>
      <p:sp>
        <p:nvSpPr>
          <p:cNvPr id="21" name="Rett linje 20">
            <a:extLst>
              <a:ext uri="{FF2B5EF4-FFF2-40B4-BE49-F238E27FC236}">
                <a16:creationId xmlns:a16="http://schemas.microsoft.com/office/drawing/2014/main" id="{F8B15BD3-0429-4A50-A1CA-CAA7650957EC}"/>
              </a:ext>
            </a:extLst>
          </p:cNvPr>
          <p:cNvSpPr>
            <a:spLocks noGrp="1"/>
          </p:cNvSpPr>
          <p:nvPr/>
        </p:nvSpPr>
        <p:spPr>
          <a:xfrm>
            <a:off x="6477000" y="2533650"/>
            <a:ext cx="914400" cy="1"/>
          </a:xfrm>
          <a:prstGeom prst="line">
            <a:avLst/>
          </a:prstGeom>
          <a:noFill/>
          <a:ln w="19050">
            <a:solidFill>
              <a:srgbClr val="FF3D47"/>
            </a:solidFill>
          </a:ln>
        </p:spPr>
        <p:txBody>
          <a:bodyPr/>
          <a:lstStyle/>
          <a:p>
            <a:endParaRPr lang="nb-NO"/>
          </a:p>
        </p:txBody>
      </p:sp>
      <p:sp>
        <p:nvSpPr>
          <p:cNvPr id="22" name="Rektangel 21">
            <a:extLst>
              <a:ext uri="{FF2B5EF4-FFF2-40B4-BE49-F238E27FC236}">
                <a16:creationId xmlns:a16="http://schemas.microsoft.com/office/drawing/2014/main" id="{1BD62038-71FA-4979-90FC-C5B4F786985A}"/>
              </a:ext>
            </a:extLst>
          </p:cNvPr>
          <p:cNvSpPr>
            <a:spLocks noGrp="1"/>
          </p:cNvSpPr>
          <p:nvPr/>
        </p:nvSpPr>
        <p:spPr>
          <a:xfrm>
            <a:off x="6477000" y="2647950"/>
            <a:ext cx="4857750" cy="2476500"/>
          </a:xfrm>
          <a:prstGeom prst="rect">
            <a:avLst/>
          </a:prstGeom>
          <a:noFill/>
          <a:ln w="0">
            <a:noFill/>
          </a:ln>
        </p:spPr>
        <p:txBody>
          <a:bodyPr>
            <a:noAutofit/>
          </a:bodyPr>
          <a:lstStyle/>
          <a:p>
            <a:pPr marL="215900" indent="-101600">
              <a:lnSpc>
                <a:spcPct val="100000"/>
              </a:lnSpc>
              <a:spcAft>
                <a:spcPts val="1100"/>
              </a:spcAft>
              <a:buNone/>
              <a:defRPr sz="1500">
                <a:solidFill>
                  <a:srgbClr val="000000"/>
                </a:solidFill>
                <a:latin typeface="Aptos"/>
                <a:ea typeface="Aptos"/>
                <a:cs typeface="Aptos"/>
              </a:defRPr>
            </a:pPr>
            <a:r>
              <a:rPr sz="1500">
                <a:solidFill>
                  <a:srgbClr val="000000"/>
                </a:solidFill>
                <a:latin typeface="Aptos"/>
                <a:ea typeface="Aptos"/>
                <a:cs typeface="Aptos"/>
              </a:rPr>
              <a:t>Rådataene bevares slik de kom fra kilden</a:t>
            </a:r>
          </a:p>
          <a:p>
            <a:pPr marL="215900" indent="-101600">
              <a:lnSpc>
                <a:spcPct val="100000"/>
              </a:lnSpc>
              <a:spcAft>
                <a:spcPts val="1100"/>
              </a:spcAft>
              <a:buNone/>
              <a:defRPr sz="1500">
                <a:solidFill>
                  <a:srgbClr val="000000"/>
                </a:solidFill>
                <a:latin typeface="Aptos"/>
                <a:ea typeface="Aptos"/>
                <a:cs typeface="Aptos"/>
              </a:defRPr>
            </a:pPr>
            <a:r>
              <a:rPr sz="1500">
                <a:solidFill>
                  <a:srgbClr val="000000"/>
                </a:solidFill>
                <a:latin typeface="Aptos"/>
                <a:ea typeface="Aptos"/>
                <a:cs typeface="Aptos"/>
              </a:rPr>
              <a:t>Sporbarhet gjør feil enklere å undersøke</a:t>
            </a:r>
          </a:p>
          <a:p>
            <a:pPr marL="215900" indent="-101600">
              <a:lnSpc>
                <a:spcPct val="100000"/>
              </a:lnSpc>
              <a:spcAft>
                <a:spcPts val="1100"/>
              </a:spcAft>
              <a:buNone/>
              <a:defRPr sz="1500">
                <a:solidFill>
                  <a:srgbClr val="000000"/>
                </a:solidFill>
                <a:latin typeface="Aptos"/>
                <a:ea typeface="Aptos"/>
                <a:cs typeface="Aptos"/>
              </a:defRPr>
            </a:pPr>
            <a:r>
              <a:rPr sz="1500">
                <a:solidFill>
                  <a:srgbClr val="000000"/>
                </a:solidFill>
                <a:latin typeface="Aptos"/>
                <a:ea typeface="Aptos"/>
                <a:cs typeface="Aptos"/>
              </a:rPr>
              <a:t>Nye regler kan kjøres uten å hente dataene på nytt</a:t>
            </a:r>
          </a:p>
        </p:txBody>
      </p:sp>
      <p:sp>
        <p:nvSpPr>
          <p:cNvPr id="23" name="Rektangel 22">
            <a:extLst>
              <a:ext uri="{FF2B5EF4-FFF2-40B4-BE49-F238E27FC236}">
                <a16:creationId xmlns:a16="http://schemas.microsoft.com/office/drawing/2014/main" id="{FA6B9783-5EFF-439E-BB1B-B05764126124}"/>
              </a:ext>
            </a:extLst>
          </p:cNvPr>
          <p:cNvSpPr>
            <a:spLocks noGrp="1"/>
          </p:cNvSpPr>
          <p:nvPr/>
        </p:nvSpPr>
        <p:spPr>
          <a:xfrm>
            <a:off x="400050" y="5857875"/>
            <a:ext cx="11391900" cy="523875"/>
          </a:xfrm>
          <a:prstGeom prst="rect">
            <a:avLst/>
          </a:prstGeom>
          <a:solidFill>
            <a:srgbClr val="F2EFED"/>
          </a:solidFill>
          <a:ln w="0">
            <a:noFill/>
          </a:ln>
        </p:spPr>
        <p:txBody>
          <a:bodyPr/>
          <a:lstStyle/>
          <a:p>
            <a:endParaRPr lang="nb-NO"/>
          </a:p>
        </p:txBody>
      </p:sp>
      <p:sp>
        <p:nvSpPr>
          <p:cNvPr id="24" name="Rektangel 23">
            <a:extLst>
              <a:ext uri="{FF2B5EF4-FFF2-40B4-BE49-F238E27FC236}">
                <a16:creationId xmlns:a16="http://schemas.microsoft.com/office/drawing/2014/main" id="{1EDF3DCA-E509-407A-98A7-F57BF8E7FC04}"/>
              </a:ext>
            </a:extLst>
          </p:cNvPr>
          <p:cNvSpPr>
            <a:spLocks noGrp="1"/>
          </p:cNvSpPr>
          <p:nvPr/>
        </p:nvSpPr>
        <p:spPr>
          <a:xfrm>
            <a:off x="552450" y="5981700"/>
            <a:ext cx="1381125" cy="228600"/>
          </a:xfrm>
          <a:prstGeom prst="rect">
            <a:avLst/>
          </a:prstGeom>
          <a:noFill/>
          <a:ln w="0">
            <a:noFill/>
          </a:ln>
        </p:spPr>
        <p:txBody>
          <a:bodyPr anchor="t">
            <a:noAutofit/>
          </a:bodyPr>
          <a:lstStyle/>
          <a:p>
            <a:pPr algn="l">
              <a:lnSpc>
                <a:spcPct val="100000"/>
              </a:lnSpc>
              <a:buNone/>
              <a:defRPr sz="1050" b="1">
                <a:solidFill>
                  <a:srgbClr val="E55158"/>
                </a:solidFill>
                <a:latin typeface="Aptos"/>
                <a:ea typeface="Aptos"/>
                <a:cs typeface="Aptos"/>
              </a:defRPr>
            </a:pPr>
            <a:r>
              <a:rPr sz="1050" b="1">
                <a:solidFill>
                  <a:srgbClr val="E55158"/>
                </a:solidFill>
                <a:latin typeface="Aptos"/>
                <a:ea typeface="Aptos"/>
                <a:cs typeface="Aptos"/>
              </a:rPr>
              <a:t>RESULTAT</a:t>
            </a:r>
          </a:p>
        </p:txBody>
      </p:sp>
      <p:sp>
        <p:nvSpPr>
          <p:cNvPr id="25" name="Rektangel 24">
            <a:extLst>
              <a:ext uri="{FF2B5EF4-FFF2-40B4-BE49-F238E27FC236}">
                <a16:creationId xmlns:a16="http://schemas.microsoft.com/office/drawing/2014/main" id="{7A3CB79D-FFA8-434A-B41B-1E08A79667B7}"/>
              </a:ext>
            </a:extLst>
          </p:cNvPr>
          <p:cNvSpPr>
            <a:spLocks noGrp="1"/>
          </p:cNvSpPr>
          <p:nvPr/>
        </p:nvSpPr>
        <p:spPr>
          <a:xfrm>
            <a:off x="1924050" y="5943600"/>
            <a:ext cx="9620250" cy="285750"/>
          </a:xfrm>
          <a:prstGeom prst="rect">
            <a:avLst/>
          </a:prstGeom>
          <a:noFill/>
          <a:ln w="0">
            <a:noFill/>
          </a:ln>
        </p:spPr>
        <p:txBody>
          <a:bodyPr anchor="ctr">
            <a:noAutofit/>
          </a:bodyPr>
          <a:lstStyle/>
          <a:p>
            <a:pPr algn="l">
              <a:lnSpc>
                <a:spcPct val="100000"/>
              </a:lnSpc>
              <a:buNone/>
              <a:defRPr sz="1350" b="1">
                <a:solidFill>
                  <a:srgbClr val="000000"/>
                </a:solidFill>
                <a:latin typeface="Aptos"/>
                <a:ea typeface="Aptos"/>
                <a:cs typeface="Aptos"/>
              </a:defRPr>
            </a:pPr>
            <a:r>
              <a:rPr sz="1350" b="1">
                <a:solidFill>
                  <a:srgbClr val="000000"/>
                </a:solidFill>
                <a:latin typeface="Aptos"/>
                <a:ea typeface="Aptos"/>
                <a:cs typeface="Aptos"/>
              </a:rPr>
              <a:t>bronze.landinger_raw og tilsvarende råtabeller for de andre kildene</a:t>
            </a:r>
          </a:p>
        </p:txBody>
      </p:sp>
    </p:spTree>
    <p:extLst>
      <p:ext uri="{BB962C8B-B14F-4D97-AF65-F5344CB8AC3E}">
        <p14:creationId xmlns:p14="http://schemas.microsoft.com/office/powerpoint/2010/main" val="16493987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26" name="eyebrow">
            <a:extLst>
              <a:ext uri="{FF2B5EF4-FFF2-40B4-BE49-F238E27FC236}">
                <a16:creationId xmlns:a16="http://schemas.microsoft.com/office/drawing/2014/main" id="{A3BB3B90-33DE-4F59-83C5-72BD1B63444E}"/>
              </a:ext>
            </a:extLst>
          </p:cNvPr>
          <p:cNvSpPr>
            <a:spLocks noGrp="1"/>
          </p:cNvSpPr>
          <p:nvPr/>
        </p:nvSpPr>
        <p:spPr>
          <a:xfrm>
            <a:off x="400050" y="228600"/>
            <a:ext cx="3143250" cy="209550"/>
          </a:xfrm>
          <a:prstGeom prst="rect">
            <a:avLst/>
          </a:prstGeom>
          <a:noFill/>
          <a:ln w="0">
            <a:noFill/>
          </a:ln>
        </p:spPr>
        <p:txBody>
          <a:bodyPr anchor="t">
            <a:noAutofit/>
          </a:bodyPr>
          <a:lstStyle/>
          <a:p>
            <a:pPr algn="l">
              <a:lnSpc>
                <a:spcPct val="100000"/>
              </a:lnSpc>
              <a:buNone/>
              <a:defRPr sz="975" b="1">
                <a:solidFill>
                  <a:srgbClr val="E55158"/>
                </a:solidFill>
                <a:latin typeface="Aptos"/>
                <a:ea typeface="Aptos"/>
                <a:cs typeface="Aptos"/>
              </a:defRPr>
            </a:pPr>
            <a:r>
              <a:rPr sz="975" b="1">
                <a:solidFill>
                  <a:srgbClr val="E55158"/>
                </a:solidFill>
                <a:latin typeface="Aptos"/>
                <a:ea typeface="Aptos"/>
                <a:cs typeface="Aptos"/>
              </a:rPr>
              <a:t>PRAKTISK OPPGAVE</a:t>
            </a:r>
          </a:p>
        </p:txBody>
      </p:sp>
      <p:sp>
        <p:nvSpPr>
          <p:cNvPr id="2" name="slide-title">
            <a:extLst>
              <a:ext uri="{FF2B5EF4-FFF2-40B4-BE49-F238E27FC236}">
                <a16:creationId xmlns:a16="http://schemas.microsoft.com/office/drawing/2014/main" id="{AE1A6E02-AC82-437E-A210-183CDFA37E46}"/>
              </a:ext>
            </a:extLst>
          </p:cNvPr>
          <p:cNvSpPr>
            <a:spLocks noGrp="1"/>
          </p:cNvSpPr>
          <p:nvPr/>
        </p:nvSpPr>
        <p:spPr>
          <a:xfrm>
            <a:off x="400050" y="476250"/>
            <a:ext cx="10668000" cy="609600"/>
          </a:xfrm>
          <a:prstGeom prst="rect">
            <a:avLst/>
          </a:prstGeom>
          <a:noFill/>
          <a:ln w="0">
            <a:noFill/>
          </a:ln>
        </p:spPr>
        <p:txBody>
          <a:bodyPr anchor="t">
            <a:noAutofit/>
          </a:bodyPr>
          <a:lstStyle/>
          <a:p>
            <a:pPr algn="l">
              <a:lnSpc>
                <a:spcPct val="100000"/>
              </a:lnSpc>
              <a:buNone/>
              <a:defRPr sz="2850" b="1">
                <a:solidFill>
                  <a:srgbClr val="000000"/>
                </a:solidFill>
                <a:latin typeface="Aptos Display"/>
                <a:ea typeface="Aptos Display"/>
                <a:cs typeface="Aptos Display"/>
              </a:defRPr>
            </a:pPr>
            <a:r>
              <a:rPr sz="2850" b="1">
                <a:solidFill>
                  <a:srgbClr val="000000"/>
                </a:solidFill>
                <a:latin typeface="Aptos Display"/>
                <a:ea typeface="Aptos Display"/>
                <a:cs typeface="Aptos Display"/>
              </a:rPr>
              <a:t>Oppgave 02: Silver</a:t>
            </a:r>
          </a:p>
        </p:txBody>
      </p:sp>
      <p:sp>
        <p:nvSpPr>
          <p:cNvPr id="3" name="Rett linje 2">
            <a:extLst>
              <a:ext uri="{FF2B5EF4-FFF2-40B4-BE49-F238E27FC236}">
                <a16:creationId xmlns:a16="http://schemas.microsoft.com/office/drawing/2014/main" id="{0B3D8496-9591-49DF-86BD-CACC97CBB3A5}"/>
              </a:ext>
            </a:extLst>
          </p:cNvPr>
          <p:cNvSpPr>
            <a:spLocks noGrp="1"/>
          </p:cNvSpPr>
          <p:nvPr/>
        </p:nvSpPr>
        <p:spPr>
          <a:xfrm>
            <a:off x="400050" y="1152525"/>
            <a:ext cx="1171575" cy="1"/>
          </a:xfrm>
          <a:prstGeom prst="line">
            <a:avLst/>
          </a:prstGeom>
          <a:noFill/>
          <a:ln w="19050">
            <a:solidFill>
              <a:srgbClr val="FF3D47"/>
            </a:solidFill>
          </a:ln>
        </p:spPr>
        <p:txBody>
          <a:bodyPr/>
          <a:lstStyle/>
          <a:p>
            <a:endParaRPr lang="nb-NO"/>
          </a:p>
        </p:txBody>
      </p:sp>
      <p:sp>
        <p:nvSpPr>
          <p:cNvPr id="4" name="Rektangel 3">
            <a:extLst>
              <a:ext uri="{FF2B5EF4-FFF2-40B4-BE49-F238E27FC236}">
                <a16:creationId xmlns:a16="http://schemas.microsoft.com/office/drawing/2014/main" id="{B850F609-11C1-4037-B1CB-0FB66797AAAD}"/>
              </a:ext>
            </a:extLst>
          </p:cNvPr>
          <p:cNvSpPr>
            <a:spLocks noGrp="1"/>
          </p:cNvSpPr>
          <p:nvPr/>
        </p:nvSpPr>
        <p:spPr>
          <a:xfrm>
            <a:off x="400050" y="1352550"/>
            <a:ext cx="1752600" cy="533400"/>
          </a:xfrm>
          <a:prstGeom prst="rect">
            <a:avLst/>
          </a:prstGeom>
          <a:solidFill>
            <a:srgbClr val="CCC1BC"/>
          </a:solidFill>
          <a:ln w="0">
            <a:noFill/>
          </a:ln>
        </p:spPr>
        <p:txBody>
          <a:bodyPr/>
          <a:lstStyle/>
          <a:p>
            <a:endParaRPr lang="nb-NO"/>
          </a:p>
        </p:txBody>
      </p:sp>
      <p:sp>
        <p:nvSpPr>
          <p:cNvPr id="5" name="Rektangel 4">
            <a:extLst>
              <a:ext uri="{FF2B5EF4-FFF2-40B4-BE49-F238E27FC236}">
                <a16:creationId xmlns:a16="http://schemas.microsoft.com/office/drawing/2014/main" id="{B98965F3-E430-4AEE-AB60-10F04978EC26}"/>
              </a:ext>
            </a:extLst>
          </p:cNvPr>
          <p:cNvSpPr>
            <a:spLocks noGrp="1"/>
          </p:cNvSpPr>
          <p:nvPr/>
        </p:nvSpPr>
        <p:spPr>
          <a:xfrm>
            <a:off x="400050" y="1381125"/>
            <a:ext cx="1752600" cy="476250"/>
          </a:xfrm>
          <a:prstGeom prst="rect">
            <a:avLst/>
          </a:prstGeom>
          <a:noFill/>
          <a:ln w="0">
            <a:noFill/>
          </a:ln>
        </p:spPr>
        <p:txBody>
          <a:bodyPr anchor="ctr">
            <a:noAutofit/>
          </a:bodyPr>
          <a:lstStyle/>
          <a:p>
            <a:pPr algn="ctr">
              <a:lnSpc>
                <a:spcPct val="100000"/>
              </a:lnSpc>
              <a:buNone/>
              <a:defRPr sz="1350" b="0">
                <a:solidFill>
                  <a:srgbClr val="000000"/>
                </a:solidFill>
                <a:latin typeface="Aptos"/>
                <a:ea typeface="Aptos"/>
                <a:cs typeface="Aptos"/>
              </a:defRPr>
            </a:pPr>
            <a:r>
              <a:rPr sz="1350" b="0">
                <a:solidFill>
                  <a:srgbClr val="000000"/>
                </a:solidFill>
                <a:latin typeface="Aptos"/>
                <a:ea typeface="Aptos"/>
                <a:cs typeface="Aptos"/>
              </a:rPr>
              <a:t>Oppsett</a:t>
            </a:r>
          </a:p>
        </p:txBody>
      </p:sp>
      <p:sp>
        <p:nvSpPr>
          <p:cNvPr id="6" name="Rektangel 5">
            <a:extLst>
              <a:ext uri="{FF2B5EF4-FFF2-40B4-BE49-F238E27FC236}">
                <a16:creationId xmlns:a16="http://schemas.microsoft.com/office/drawing/2014/main" id="{CE0AC8D2-44A3-444D-BF84-2177960E7000}"/>
              </a:ext>
            </a:extLst>
          </p:cNvPr>
          <p:cNvSpPr>
            <a:spLocks noGrp="1"/>
          </p:cNvSpPr>
          <p:nvPr/>
        </p:nvSpPr>
        <p:spPr>
          <a:xfrm>
            <a:off x="2295525" y="1352550"/>
            <a:ext cx="1752600" cy="533400"/>
          </a:xfrm>
          <a:prstGeom prst="rect">
            <a:avLst/>
          </a:prstGeom>
          <a:solidFill>
            <a:srgbClr val="CCC1BC"/>
          </a:solidFill>
          <a:ln w="0">
            <a:noFill/>
          </a:ln>
        </p:spPr>
        <p:txBody>
          <a:bodyPr/>
          <a:lstStyle/>
          <a:p>
            <a:endParaRPr lang="nb-NO"/>
          </a:p>
        </p:txBody>
      </p:sp>
      <p:sp>
        <p:nvSpPr>
          <p:cNvPr id="7" name="Rektangel 6">
            <a:extLst>
              <a:ext uri="{FF2B5EF4-FFF2-40B4-BE49-F238E27FC236}">
                <a16:creationId xmlns:a16="http://schemas.microsoft.com/office/drawing/2014/main" id="{7BFD73F1-7FDD-4ACE-9DBF-2289A4DEB3D2}"/>
              </a:ext>
            </a:extLst>
          </p:cNvPr>
          <p:cNvSpPr>
            <a:spLocks noGrp="1"/>
          </p:cNvSpPr>
          <p:nvPr/>
        </p:nvSpPr>
        <p:spPr>
          <a:xfrm>
            <a:off x="2295525" y="1381125"/>
            <a:ext cx="1752600" cy="476250"/>
          </a:xfrm>
          <a:prstGeom prst="rect">
            <a:avLst/>
          </a:prstGeom>
          <a:noFill/>
          <a:ln w="0">
            <a:noFill/>
          </a:ln>
        </p:spPr>
        <p:txBody>
          <a:bodyPr anchor="ctr">
            <a:noAutofit/>
          </a:bodyPr>
          <a:lstStyle/>
          <a:p>
            <a:pPr algn="ctr">
              <a:lnSpc>
                <a:spcPct val="100000"/>
              </a:lnSpc>
              <a:buNone/>
              <a:defRPr sz="1350" b="0">
                <a:solidFill>
                  <a:srgbClr val="000000"/>
                </a:solidFill>
                <a:latin typeface="Aptos"/>
                <a:ea typeface="Aptos"/>
                <a:cs typeface="Aptos"/>
              </a:defRPr>
            </a:pPr>
            <a:r>
              <a:rPr sz="1350" b="0">
                <a:solidFill>
                  <a:srgbClr val="000000"/>
                </a:solidFill>
                <a:latin typeface="Aptos"/>
                <a:ea typeface="Aptos"/>
                <a:cs typeface="Aptos"/>
              </a:rPr>
              <a:t>Bronze</a:t>
            </a:r>
          </a:p>
        </p:txBody>
      </p:sp>
      <p:sp>
        <p:nvSpPr>
          <p:cNvPr id="8" name="Rektangel 7">
            <a:extLst>
              <a:ext uri="{FF2B5EF4-FFF2-40B4-BE49-F238E27FC236}">
                <a16:creationId xmlns:a16="http://schemas.microsoft.com/office/drawing/2014/main" id="{A30BDF26-A76D-4CB2-A614-13060A7B9A4F}"/>
              </a:ext>
            </a:extLst>
          </p:cNvPr>
          <p:cNvSpPr>
            <a:spLocks noGrp="1"/>
          </p:cNvSpPr>
          <p:nvPr/>
        </p:nvSpPr>
        <p:spPr>
          <a:xfrm>
            <a:off x="4191000" y="1352550"/>
            <a:ext cx="1752600" cy="533400"/>
          </a:xfrm>
          <a:prstGeom prst="rect">
            <a:avLst/>
          </a:prstGeom>
          <a:solidFill>
            <a:srgbClr val="FF3D47"/>
          </a:solidFill>
          <a:ln w="0">
            <a:noFill/>
          </a:ln>
        </p:spPr>
        <p:txBody>
          <a:bodyPr/>
          <a:lstStyle/>
          <a:p>
            <a:endParaRPr lang="nb-NO"/>
          </a:p>
        </p:txBody>
      </p:sp>
      <p:sp>
        <p:nvSpPr>
          <p:cNvPr id="9" name="Rektangel 8">
            <a:extLst>
              <a:ext uri="{FF2B5EF4-FFF2-40B4-BE49-F238E27FC236}">
                <a16:creationId xmlns:a16="http://schemas.microsoft.com/office/drawing/2014/main" id="{5621AB41-25CD-48A4-8057-C813252088B2}"/>
              </a:ext>
            </a:extLst>
          </p:cNvPr>
          <p:cNvSpPr>
            <a:spLocks noGrp="1"/>
          </p:cNvSpPr>
          <p:nvPr/>
        </p:nvSpPr>
        <p:spPr>
          <a:xfrm>
            <a:off x="4191000" y="1381125"/>
            <a:ext cx="1752600" cy="476250"/>
          </a:xfrm>
          <a:prstGeom prst="rect">
            <a:avLst/>
          </a:prstGeom>
          <a:noFill/>
          <a:ln w="0">
            <a:noFill/>
          </a:ln>
        </p:spPr>
        <p:txBody>
          <a:bodyPr anchor="ctr">
            <a:noAutofit/>
          </a:bodyPr>
          <a:lstStyle/>
          <a:p>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Silver</a:t>
            </a:r>
          </a:p>
        </p:txBody>
      </p:sp>
      <p:sp>
        <p:nvSpPr>
          <p:cNvPr id="10" name="Rektangel 9">
            <a:extLst>
              <a:ext uri="{FF2B5EF4-FFF2-40B4-BE49-F238E27FC236}">
                <a16:creationId xmlns:a16="http://schemas.microsoft.com/office/drawing/2014/main" id="{43E86BEF-6C85-4A52-9859-D62518F18631}"/>
              </a:ext>
            </a:extLst>
          </p:cNvPr>
          <p:cNvSpPr>
            <a:spLocks noGrp="1"/>
          </p:cNvSpPr>
          <p:nvPr/>
        </p:nvSpPr>
        <p:spPr>
          <a:xfrm>
            <a:off x="6086475" y="1352550"/>
            <a:ext cx="1752600" cy="533400"/>
          </a:xfrm>
          <a:prstGeom prst="rect">
            <a:avLst/>
          </a:prstGeom>
          <a:solidFill>
            <a:srgbClr val="CCC1BC"/>
          </a:solidFill>
          <a:ln w="0">
            <a:noFill/>
          </a:ln>
        </p:spPr>
        <p:txBody>
          <a:bodyPr/>
          <a:lstStyle/>
          <a:p>
            <a:endParaRPr lang="nb-NO"/>
          </a:p>
        </p:txBody>
      </p:sp>
      <p:sp>
        <p:nvSpPr>
          <p:cNvPr id="11" name="Rektangel 10">
            <a:extLst>
              <a:ext uri="{FF2B5EF4-FFF2-40B4-BE49-F238E27FC236}">
                <a16:creationId xmlns:a16="http://schemas.microsoft.com/office/drawing/2014/main" id="{8F460F56-283A-438C-B6E1-4E37C959EBA1}"/>
              </a:ext>
            </a:extLst>
          </p:cNvPr>
          <p:cNvSpPr>
            <a:spLocks noGrp="1"/>
          </p:cNvSpPr>
          <p:nvPr/>
        </p:nvSpPr>
        <p:spPr>
          <a:xfrm>
            <a:off x="6086475" y="1381125"/>
            <a:ext cx="1752600" cy="476250"/>
          </a:xfrm>
          <a:prstGeom prst="rect">
            <a:avLst/>
          </a:prstGeom>
          <a:noFill/>
          <a:ln w="0">
            <a:noFill/>
          </a:ln>
        </p:spPr>
        <p:txBody>
          <a:bodyPr anchor="ctr">
            <a:noAutofit/>
          </a:bodyPr>
          <a:lstStyle/>
          <a:p>
            <a:pPr algn="ctr">
              <a:lnSpc>
                <a:spcPct val="100000"/>
              </a:lnSpc>
              <a:buNone/>
              <a:defRPr sz="1350" b="0">
                <a:solidFill>
                  <a:srgbClr val="000000"/>
                </a:solidFill>
                <a:latin typeface="Aptos"/>
                <a:ea typeface="Aptos"/>
                <a:cs typeface="Aptos"/>
              </a:defRPr>
            </a:pPr>
            <a:r>
              <a:rPr sz="1350" b="0">
                <a:solidFill>
                  <a:srgbClr val="000000"/>
                </a:solidFill>
                <a:latin typeface="Aptos"/>
                <a:ea typeface="Aptos"/>
                <a:cs typeface="Aptos"/>
              </a:rPr>
              <a:t>Gold</a:t>
            </a:r>
          </a:p>
        </p:txBody>
      </p:sp>
      <p:sp>
        <p:nvSpPr>
          <p:cNvPr id="12" name="Rektangel 11">
            <a:extLst>
              <a:ext uri="{FF2B5EF4-FFF2-40B4-BE49-F238E27FC236}">
                <a16:creationId xmlns:a16="http://schemas.microsoft.com/office/drawing/2014/main" id="{37FCA77F-ED55-4591-A5A8-675B44DCD7E2}"/>
              </a:ext>
            </a:extLst>
          </p:cNvPr>
          <p:cNvSpPr>
            <a:spLocks noGrp="1"/>
          </p:cNvSpPr>
          <p:nvPr/>
        </p:nvSpPr>
        <p:spPr>
          <a:xfrm>
            <a:off x="7981950" y="1352550"/>
            <a:ext cx="1752600" cy="533400"/>
          </a:xfrm>
          <a:prstGeom prst="rect">
            <a:avLst/>
          </a:prstGeom>
          <a:solidFill>
            <a:srgbClr val="CCC1BC"/>
          </a:solidFill>
          <a:ln w="0">
            <a:noFill/>
          </a:ln>
        </p:spPr>
        <p:txBody>
          <a:bodyPr/>
          <a:lstStyle/>
          <a:p>
            <a:endParaRPr lang="nb-NO"/>
          </a:p>
        </p:txBody>
      </p:sp>
      <p:sp>
        <p:nvSpPr>
          <p:cNvPr id="13" name="Rektangel 12">
            <a:extLst>
              <a:ext uri="{FF2B5EF4-FFF2-40B4-BE49-F238E27FC236}">
                <a16:creationId xmlns:a16="http://schemas.microsoft.com/office/drawing/2014/main" id="{C972427A-61C9-4EFE-97AF-18ECF3B7BADE}"/>
              </a:ext>
            </a:extLst>
          </p:cNvPr>
          <p:cNvSpPr>
            <a:spLocks noGrp="1"/>
          </p:cNvSpPr>
          <p:nvPr/>
        </p:nvSpPr>
        <p:spPr>
          <a:xfrm>
            <a:off x="7981950" y="1381125"/>
            <a:ext cx="1752600" cy="476250"/>
          </a:xfrm>
          <a:prstGeom prst="rect">
            <a:avLst/>
          </a:prstGeom>
          <a:noFill/>
          <a:ln w="0">
            <a:noFill/>
          </a:ln>
        </p:spPr>
        <p:txBody>
          <a:bodyPr anchor="ctr">
            <a:noAutofit/>
          </a:bodyPr>
          <a:lstStyle/>
          <a:p>
            <a:pPr algn="ctr">
              <a:lnSpc>
                <a:spcPct val="100000"/>
              </a:lnSpc>
              <a:buNone/>
              <a:defRPr sz="1350" b="0">
                <a:solidFill>
                  <a:srgbClr val="000000"/>
                </a:solidFill>
                <a:latin typeface="Aptos"/>
                <a:ea typeface="Aptos"/>
                <a:cs typeface="Aptos"/>
              </a:defRPr>
            </a:pPr>
            <a:r>
              <a:rPr sz="1350" b="0">
                <a:solidFill>
                  <a:srgbClr val="000000"/>
                </a:solidFill>
                <a:latin typeface="Aptos"/>
                <a:ea typeface="Aptos"/>
                <a:cs typeface="Aptos"/>
              </a:rPr>
              <a:t>Maskinlæring</a:t>
            </a:r>
          </a:p>
        </p:txBody>
      </p:sp>
      <p:sp>
        <p:nvSpPr>
          <p:cNvPr id="14" name="Rektangel 13">
            <a:extLst>
              <a:ext uri="{FF2B5EF4-FFF2-40B4-BE49-F238E27FC236}">
                <a16:creationId xmlns:a16="http://schemas.microsoft.com/office/drawing/2014/main" id="{C378B2D1-DA10-4804-A518-DCE513FE1411}"/>
              </a:ext>
            </a:extLst>
          </p:cNvPr>
          <p:cNvSpPr>
            <a:spLocks noGrp="1"/>
          </p:cNvSpPr>
          <p:nvPr/>
        </p:nvSpPr>
        <p:spPr>
          <a:xfrm>
            <a:off x="9877425" y="1352550"/>
            <a:ext cx="1752600" cy="533400"/>
          </a:xfrm>
          <a:prstGeom prst="rect">
            <a:avLst/>
          </a:prstGeom>
          <a:solidFill>
            <a:srgbClr val="CCC1BC"/>
          </a:solidFill>
          <a:ln w="0">
            <a:noFill/>
          </a:ln>
        </p:spPr>
        <p:txBody>
          <a:bodyPr/>
          <a:lstStyle/>
          <a:p>
            <a:endParaRPr lang="nb-NO"/>
          </a:p>
        </p:txBody>
      </p:sp>
      <p:sp>
        <p:nvSpPr>
          <p:cNvPr id="15" name="Rektangel 14">
            <a:extLst>
              <a:ext uri="{FF2B5EF4-FFF2-40B4-BE49-F238E27FC236}">
                <a16:creationId xmlns:a16="http://schemas.microsoft.com/office/drawing/2014/main" id="{297769E5-752B-44E2-B6B1-0B019F6BB3AD}"/>
              </a:ext>
            </a:extLst>
          </p:cNvPr>
          <p:cNvSpPr>
            <a:spLocks noGrp="1"/>
          </p:cNvSpPr>
          <p:nvPr/>
        </p:nvSpPr>
        <p:spPr>
          <a:xfrm>
            <a:off x="9877425" y="1381125"/>
            <a:ext cx="1752600" cy="476250"/>
          </a:xfrm>
          <a:prstGeom prst="rect">
            <a:avLst/>
          </a:prstGeom>
          <a:noFill/>
          <a:ln w="0">
            <a:noFill/>
          </a:ln>
        </p:spPr>
        <p:txBody>
          <a:bodyPr anchor="ctr">
            <a:noAutofit/>
          </a:bodyPr>
          <a:lstStyle/>
          <a:p>
            <a:pPr algn="ctr">
              <a:lnSpc>
                <a:spcPct val="100000"/>
              </a:lnSpc>
              <a:buNone/>
              <a:defRPr sz="1350" b="0">
                <a:solidFill>
                  <a:srgbClr val="000000"/>
                </a:solidFill>
                <a:latin typeface="Aptos"/>
                <a:ea typeface="Aptos"/>
                <a:cs typeface="Aptos"/>
              </a:defRPr>
            </a:pPr>
            <a:r>
              <a:rPr sz="1350" b="0">
                <a:solidFill>
                  <a:srgbClr val="000000"/>
                </a:solidFill>
                <a:latin typeface="Aptos"/>
                <a:ea typeface="Aptos"/>
                <a:cs typeface="Aptos"/>
              </a:rPr>
              <a:t>Dashboard</a:t>
            </a:r>
          </a:p>
        </p:txBody>
      </p:sp>
      <p:sp>
        <p:nvSpPr>
          <p:cNvPr id="16" name="Rektangel 15">
            <a:extLst>
              <a:ext uri="{FF2B5EF4-FFF2-40B4-BE49-F238E27FC236}">
                <a16:creationId xmlns:a16="http://schemas.microsoft.com/office/drawing/2014/main" id="{D4B0B9DE-EE57-45C9-9F7F-67B23D272842}"/>
              </a:ext>
            </a:extLst>
          </p:cNvPr>
          <p:cNvSpPr>
            <a:spLocks noGrp="1"/>
          </p:cNvSpPr>
          <p:nvPr/>
        </p:nvSpPr>
        <p:spPr>
          <a:xfrm>
            <a:off x="552450" y="2152650"/>
            <a:ext cx="4953000" cy="361950"/>
          </a:xfrm>
          <a:prstGeom prst="rect">
            <a:avLst/>
          </a:prstGeom>
          <a:noFill/>
          <a:ln w="0">
            <a:noFill/>
          </a:ln>
        </p:spPr>
        <p:txBody>
          <a:bodyPr anchor="t">
            <a:noAutofit/>
          </a:bodyPr>
          <a:lstStyle/>
          <a:p>
            <a:pPr algn="l">
              <a:lnSpc>
                <a:spcPct val="100000"/>
              </a:lnSpc>
              <a:buNone/>
              <a:defRPr sz="1875" b="1">
                <a:solidFill>
                  <a:srgbClr val="000000"/>
                </a:solidFill>
                <a:latin typeface="Aptos Display"/>
                <a:ea typeface="Aptos Display"/>
                <a:cs typeface="Aptos Display"/>
              </a:defRPr>
            </a:pPr>
            <a:r>
              <a:rPr sz="1875" b="1">
                <a:solidFill>
                  <a:srgbClr val="000000"/>
                </a:solidFill>
                <a:latin typeface="Aptos Display"/>
                <a:ea typeface="Aptos Display"/>
                <a:cs typeface="Aptos Display"/>
              </a:rPr>
              <a:t>Dette gjør deltakerne</a:t>
            </a:r>
          </a:p>
        </p:txBody>
      </p:sp>
      <p:sp>
        <p:nvSpPr>
          <p:cNvPr id="17" name="Rett linje 16">
            <a:extLst>
              <a:ext uri="{FF2B5EF4-FFF2-40B4-BE49-F238E27FC236}">
                <a16:creationId xmlns:a16="http://schemas.microsoft.com/office/drawing/2014/main" id="{09C874C1-3B27-45C8-95AD-7EBDD70E09D1}"/>
              </a:ext>
            </a:extLst>
          </p:cNvPr>
          <p:cNvSpPr>
            <a:spLocks noGrp="1"/>
          </p:cNvSpPr>
          <p:nvPr/>
        </p:nvSpPr>
        <p:spPr>
          <a:xfrm>
            <a:off x="552450" y="2533650"/>
            <a:ext cx="914400" cy="1"/>
          </a:xfrm>
          <a:prstGeom prst="line">
            <a:avLst/>
          </a:prstGeom>
          <a:noFill/>
          <a:ln w="19050">
            <a:solidFill>
              <a:srgbClr val="FF3D47"/>
            </a:solidFill>
          </a:ln>
        </p:spPr>
        <p:txBody>
          <a:bodyPr/>
          <a:lstStyle/>
          <a:p>
            <a:endParaRPr lang="nb-NO"/>
          </a:p>
        </p:txBody>
      </p:sp>
      <p:sp>
        <p:nvSpPr>
          <p:cNvPr id="18" name="Rektangel 17">
            <a:extLst>
              <a:ext uri="{FF2B5EF4-FFF2-40B4-BE49-F238E27FC236}">
                <a16:creationId xmlns:a16="http://schemas.microsoft.com/office/drawing/2014/main" id="{13317C27-BEA0-45AF-9BBB-D5ECB36470EE}"/>
              </a:ext>
            </a:extLst>
          </p:cNvPr>
          <p:cNvSpPr>
            <a:spLocks noGrp="1"/>
          </p:cNvSpPr>
          <p:nvPr/>
        </p:nvSpPr>
        <p:spPr>
          <a:xfrm>
            <a:off x="552450" y="2647950"/>
            <a:ext cx="4857750" cy="2476500"/>
          </a:xfrm>
          <a:prstGeom prst="rect">
            <a:avLst/>
          </a:prstGeom>
          <a:noFill/>
          <a:ln w="0">
            <a:noFill/>
          </a:ln>
        </p:spPr>
        <p:txBody>
          <a:bodyPr>
            <a:noAutofit/>
          </a:bodyPr>
          <a:lstStyle/>
          <a:p>
            <a:pPr marL="215900" indent="-101600">
              <a:lnSpc>
                <a:spcPct val="100000"/>
              </a:lnSpc>
              <a:spcAft>
                <a:spcPts val="1100"/>
              </a:spcAft>
              <a:buNone/>
              <a:defRPr sz="1500">
                <a:solidFill>
                  <a:srgbClr val="000000"/>
                </a:solidFill>
                <a:latin typeface="Aptos"/>
                <a:ea typeface="Aptos"/>
                <a:cs typeface="Aptos"/>
              </a:defRPr>
            </a:pPr>
            <a:r>
              <a:rPr sz="1500">
                <a:solidFill>
                  <a:srgbClr val="000000"/>
                </a:solidFill>
                <a:latin typeface="Aptos"/>
                <a:ea typeface="Aptos"/>
                <a:cs typeface="Aptos"/>
              </a:rPr>
              <a:t>Parser felter ut av VARIANT-payloaden</a:t>
            </a:r>
          </a:p>
          <a:p>
            <a:pPr marL="215900" indent="-101600">
              <a:lnSpc>
                <a:spcPct val="100000"/>
              </a:lnSpc>
              <a:spcAft>
                <a:spcPts val="1100"/>
              </a:spcAft>
              <a:buNone/>
              <a:defRPr sz="1500">
                <a:solidFill>
                  <a:srgbClr val="000000"/>
                </a:solidFill>
                <a:latin typeface="Aptos"/>
                <a:ea typeface="Aptos"/>
                <a:cs typeface="Aptos"/>
              </a:defRPr>
            </a:pPr>
            <a:r>
              <a:rPr sz="1500">
                <a:solidFill>
                  <a:srgbClr val="000000"/>
                </a:solidFill>
                <a:latin typeface="Aptos"/>
                <a:ea typeface="Aptos"/>
                <a:cs typeface="Aptos"/>
              </a:rPr>
              <a:t>Standardiserer navn og konverterer datatyper</a:t>
            </a:r>
          </a:p>
          <a:p>
            <a:pPr marL="215900" indent="-101600">
              <a:lnSpc>
                <a:spcPct val="100000"/>
              </a:lnSpc>
              <a:spcAft>
                <a:spcPts val="1100"/>
              </a:spcAft>
              <a:buNone/>
              <a:defRPr sz="1500">
                <a:solidFill>
                  <a:srgbClr val="000000"/>
                </a:solidFill>
                <a:latin typeface="Aptos"/>
                <a:ea typeface="Aptos"/>
                <a:cs typeface="Aptos"/>
              </a:defRPr>
            </a:pPr>
            <a:r>
              <a:rPr sz="1500">
                <a:solidFill>
                  <a:srgbClr val="000000"/>
                </a:solidFill>
                <a:latin typeface="Aptos"/>
                <a:ea typeface="Aptos"/>
                <a:cs typeface="Aptos"/>
              </a:rPr>
              <a:t>Fjerner duplikater og kontrollerer datakvalitet</a:t>
            </a:r>
          </a:p>
        </p:txBody>
      </p:sp>
      <p:sp>
        <p:nvSpPr>
          <p:cNvPr id="19" name="Rett linje 18">
            <a:extLst>
              <a:ext uri="{FF2B5EF4-FFF2-40B4-BE49-F238E27FC236}">
                <a16:creationId xmlns:a16="http://schemas.microsoft.com/office/drawing/2014/main" id="{5EADA318-3DC0-43B4-BD3C-AFC4D84D860C}"/>
              </a:ext>
            </a:extLst>
          </p:cNvPr>
          <p:cNvSpPr>
            <a:spLocks noGrp="1"/>
          </p:cNvSpPr>
          <p:nvPr/>
        </p:nvSpPr>
        <p:spPr>
          <a:xfrm>
            <a:off x="5981700" y="2209800"/>
            <a:ext cx="1" cy="3124200"/>
          </a:xfrm>
          <a:prstGeom prst="line">
            <a:avLst/>
          </a:prstGeom>
          <a:noFill/>
          <a:ln w="19050">
            <a:solidFill>
              <a:srgbClr val="CCC1BC"/>
            </a:solidFill>
          </a:ln>
        </p:spPr>
        <p:txBody>
          <a:bodyPr/>
          <a:lstStyle/>
          <a:p>
            <a:endParaRPr lang="nb-NO"/>
          </a:p>
        </p:txBody>
      </p:sp>
      <p:sp>
        <p:nvSpPr>
          <p:cNvPr id="20" name="Rektangel 19">
            <a:extLst>
              <a:ext uri="{FF2B5EF4-FFF2-40B4-BE49-F238E27FC236}">
                <a16:creationId xmlns:a16="http://schemas.microsoft.com/office/drawing/2014/main" id="{4878647C-C50B-49BF-8E0A-76F78369058A}"/>
              </a:ext>
            </a:extLst>
          </p:cNvPr>
          <p:cNvSpPr>
            <a:spLocks noGrp="1"/>
          </p:cNvSpPr>
          <p:nvPr/>
        </p:nvSpPr>
        <p:spPr>
          <a:xfrm>
            <a:off x="6477000" y="2152650"/>
            <a:ext cx="4953000" cy="361950"/>
          </a:xfrm>
          <a:prstGeom prst="rect">
            <a:avLst/>
          </a:prstGeom>
          <a:noFill/>
          <a:ln w="0">
            <a:noFill/>
          </a:ln>
        </p:spPr>
        <p:txBody>
          <a:bodyPr anchor="t">
            <a:noAutofit/>
          </a:bodyPr>
          <a:lstStyle/>
          <a:p>
            <a:pPr algn="l">
              <a:lnSpc>
                <a:spcPct val="100000"/>
              </a:lnSpc>
              <a:buNone/>
              <a:defRPr sz="1875" b="1">
                <a:solidFill>
                  <a:srgbClr val="000000"/>
                </a:solidFill>
                <a:latin typeface="Aptos Display"/>
                <a:ea typeface="Aptos Display"/>
                <a:cs typeface="Aptos Display"/>
              </a:defRPr>
            </a:pPr>
            <a:r>
              <a:rPr sz="1875" b="1">
                <a:solidFill>
                  <a:srgbClr val="000000"/>
                </a:solidFill>
                <a:latin typeface="Aptos Display"/>
                <a:ea typeface="Aptos Display"/>
                <a:cs typeface="Aptos Display"/>
              </a:rPr>
              <a:t>Derfor gjør vi det slik</a:t>
            </a:r>
          </a:p>
        </p:txBody>
      </p:sp>
      <p:sp>
        <p:nvSpPr>
          <p:cNvPr id="21" name="Rett linje 20">
            <a:extLst>
              <a:ext uri="{FF2B5EF4-FFF2-40B4-BE49-F238E27FC236}">
                <a16:creationId xmlns:a16="http://schemas.microsoft.com/office/drawing/2014/main" id="{461F80C6-8BB7-42F7-B275-E1222AF316B8}"/>
              </a:ext>
            </a:extLst>
          </p:cNvPr>
          <p:cNvSpPr>
            <a:spLocks noGrp="1"/>
          </p:cNvSpPr>
          <p:nvPr/>
        </p:nvSpPr>
        <p:spPr>
          <a:xfrm>
            <a:off x="6477000" y="2533650"/>
            <a:ext cx="914400" cy="1"/>
          </a:xfrm>
          <a:prstGeom prst="line">
            <a:avLst/>
          </a:prstGeom>
          <a:noFill/>
          <a:ln w="19050">
            <a:solidFill>
              <a:srgbClr val="FF3D47"/>
            </a:solidFill>
          </a:ln>
        </p:spPr>
        <p:txBody>
          <a:bodyPr/>
          <a:lstStyle/>
          <a:p>
            <a:endParaRPr lang="nb-NO"/>
          </a:p>
        </p:txBody>
      </p:sp>
      <p:sp>
        <p:nvSpPr>
          <p:cNvPr id="22" name="Rektangel 21">
            <a:extLst>
              <a:ext uri="{FF2B5EF4-FFF2-40B4-BE49-F238E27FC236}">
                <a16:creationId xmlns:a16="http://schemas.microsoft.com/office/drawing/2014/main" id="{A7AFF0AC-FCAA-49EB-B93E-AE68E6F109BE}"/>
              </a:ext>
            </a:extLst>
          </p:cNvPr>
          <p:cNvSpPr>
            <a:spLocks noGrp="1"/>
          </p:cNvSpPr>
          <p:nvPr/>
        </p:nvSpPr>
        <p:spPr>
          <a:xfrm>
            <a:off x="6477000" y="2647950"/>
            <a:ext cx="4857750" cy="2476500"/>
          </a:xfrm>
          <a:prstGeom prst="rect">
            <a:avLst/>
          </a:prstGeom>
          <a:noFill/>
          <a:ln w="0">
            <a:noFill/>
          </a:ln>
        </p:spPr>
        <p:txBody>
          <a:bodyPr>
            <a:noAutofit/>
          </a:bodyPr>
          <a:lstStyle/>
          <a:p>
            <a:pPr marL="215900" indent="-101600">
              <a:lnSpc>
                <a:spcPct val="100000"/>
              </a:lnSpc>
              <a:spcAft>
                <a:spcPts val="1100"/>
              </a:spcAft>
              <a:buNone/>
              <a:defRPr sz="1500">
                <a:solidFill>
                  <a:srgbClr val="000000"/>
                </a:solidFill>
                <a:latin typeface="Aptos"/>
                <a:ea typeface="Aptos"/>
                <a:cs typeface="Aptos"/>
              </a:defRPr>
            </a:pPr>
            <a:r>
              <a:rPr sz="1500" err="1">
                <a:solidFill>
                  <a:srgbClr val="000000"/>
                </a:solidFill>
                <a:latin typeface="Aptos"/>
                <a:ea typeface="Aptos"/>
                <a:cs typeface="Aptos"/>
              </a:rPr>
              <a:t>Resten</a:t>
            </a:r>
            <a:r>
              <a:rPr sz="1500">
                <a:solidFill>
                  <a:srgbClr val="000000"/>
                </a:solidFill>
                <a:latin typeface="Aptos"/>
                <a:ea typeface="Aptos"/>
                <a:cs typeface="Aptos"/>
              </a:rPr>
              <a:t> av </a:t>
            </a:r>
            <a:r>
              <a:rPr sz="1500" err="1">
                <a:solidFill>
                  <a:srgbClr val="000000"/>
                </a:solidFill>
                <a:latin typeface="Aptos"/>
                <a:ea typeface="Aptos"/>
                <a:cs typeface="Aptos"/>
              </a:rPr>
              <a:t>løsningen</a:t>
            </a:r>
            <a:r>
              <a:rPr sz="1500">
                <a:solidFill>
                  <a:srgbClr val="000000"/>
                </a:solidFill>
                <a:latin typeface="Aptos"/>
                <a:ea typeface="Aptos"/>
                <a:cs typeface="Aptos"/>
              </a:rPr>
              <a:t> </a:t>
            </a:r>
            <a:r>
              <a:rPr sz="1500" err="1">
                <a:solidFill>
                  <a:srgbClr val="000000"/>
                </a:solidFill>
                <a:latin typeface="Aptos"/>
                <a:ea typeface="Aptos"/>
                <a:cs typeface="Aptos"/>
              </a:rPr>
              <a:t>får</a:t>
            </a:r>
            <a:r>
              <a:rPr sz="1500">
                <a:solidFill>
                  <a:srgbClr val="000000"/>
                </a:solidFill>
                <a:latin typeface="Aptos"/>
                <a:ea typeface="Aptos"/>
                <a:cs typeface="Aptos"/>
              </a:rPr>
              <a:t> et </a:t>
            </a:r>
            <a:r>
              <a:rPr sz="1500" err="1">
                <a:solidFill>
                  <a:srgbClr val="000000"/>
                </a:solidFill>
                <a:latin typeface="Aptos"/>
                <a:ea typeface="Aptos"/>
                <a:cs typeface="Aptos"/>
              </a:rPr>
              <a:t>stabilt</a:t>
            </a:r>
            <a:r>
              <a:rPr sz="1500">
                <a:solidFill>
                  <a:srgbClr val="000000"/>
                </a:solidFill>
                <a:latin typeface="Aptos"/>
                <a:ea typeface="Aptos"/>
                <a:cs typeface="Aptos"/>
              </a:rPr>
              <a:t> </a:t>
            </a:r>
            <a:r>
              <a:rPr sz="1500" err="1">
                <a:solidFill>
                  <a:srgbClr val="000000"/>
                </a:solidFill>
                <a:latin typeface="Aptos"/>
                <a:ea typeface="Aptos"/>
                <a:cs typeface="Aptos"/>
              </a:rPr>
              <a:t>skjema</a:t>
            </a:r>
            <a:endParaRPr sz="1500">
              <a:solidFill>
                <a:srgbClr val="000000"/>
              </a:solidFill>
              <a:latin typeface="Aptos"/>
              <a:ea typeface="Aptos"/>
              <a:cs typeface="Aptos"/>
            </a:endParaRPr>
          </a:p>
          <a:p>
            <a:pPr marL="215900" indent="-101600">
              <a:lnSpc>
                <a:spcPct val="100000"/>
              </a:lnSpc>
              <a:spcAft>
                <a:spcPts val="1100"/>
              </a:spcAft>
              <a:buNone/>
              <a:defRPr sz="1500">
                <a:solidFill>
                  <a:srgbClr val="000000"/>
                </a:solidFill>
                <a:latin typeface="Aptos"/>
                <a:ea typeface="Aptos"/>
                <a:cs typeface="Aptos"/>
              </a:defRPr>
            </a:pPr>
            <a:r>
              <a:rPr sz="1500">
                <a:solidFill>
                  <a:srgbClr val="000000"/>
                </a:solidFill>
                <a:latin typeface="Aptos"/>
                <a:ea typeface="Aptos"/>
                <a:cs typeface="Aptos"/>
              </a:rPr>
              <a:t>Feil </a:t>
            </a:r>
            <a:r>
              <a:rPr sz="1500" err="1">
                <a:solidFill>
                  <a:srgbClr val="000000"/>
                </a:solidFill>
                <a:latin typeface="Aptos"/>
                <a:ea typeface="Aptos"/>
                <a:cs typeface="Aptos"/>
              </a:rPr>
              <a:t>og</a:t>
            </a:r>
            <a:r>
              <a:rPr sz="1500">
                <a:solidFill>
                  <a:srgbClr val="000000"/>
                </a:solidFill>
                <a:latin typeface="Aptos"/>
                <a:ea typeface="Aptos"/>
                <a:cs typeface="Aptos"/>
              </a:rPr>
              <a:t> mangler </a:t>
            </a:r>
            <a:r>
              <a:rPr sz="1500" err="1">
                <a:solidFill>
                  <a:srgbClr val="000000"/>
                </a:solidFill>
                <a:latin typeface="Aptos"/>
                <a:ea typeface="Aptos"/>
                <a:cs typeface="Aptos"/>
              </a:rPr>
              <a:t>håndteres</a:t>
            </a:r>
            <a:r>
              <a:rPr sz="1500">
                <a:solidFill>
                  <a:srgbClr val="000000"/>
                </a:solidFill>
                <a:latin typeface="Aptos"/>
                <a:ea typeface="Aptos"/>
                <a:cs typeface="Aptos"/>
              </a:rPr>
              <a:t> </a:t>
            </a:r>
            <a:r>
              <a:rPr sz="1500" err="1">
                <a:solidFill>
                  <a:srgbClr val="000000"/>
                </a:solidFill>
                <a:latin typeface="Aptos"/>
                <a:ea typeface="Aptos"/>
                <a:cs typeface="Aptos"/>
              </a:rPr>
              <a:t>ett</a:t>
            </a:r>
            <a:r>
              <a:rPr sz="1500">
                <a:solidFill>
                  <a:srgbClr val="000000"/>
                </a:solidFill>
                <a:latin typeface="Aptos"/>
                <a:ea typeface="Aptos"/>
                <a:cs typeface="Aptos"/>
              </a:rPr>
              <a:t> </a:t>
            </a:r>
            <a:r>
              <a:rPr sz="1500" err="1">
                <a:solidFill>
                  <a:srgbClr val="000000"/>
                </a:solidFill>
                <a:latin typeface="Aptos"/>
                <a:ea typeface="Aptos"/>
                <a:cs typeface="Aptos"/>
              </a:rPr>
              <a:t>sted</a:t>
            </a:r>
            <a:endParaRPr sz="1500">
              <a:solidFill>
                <a:srgbClr val="000000"/>
              </a:solidFill>
              <a:latin typeface="Aptos"/>
              <a:ea typeface="Aptos"/>
              <a:cs typeface="Aptos"/>
            </a:endParaRPr>
          </a:p>
          <a:p>
            <a:pPr marL="215900" indent="-101600">
              <a:lnSpc>
                <a:spcPct val="100000"/>
              </a:lnSpc>
              <a:spcAft>
                <a:spcPts val="1100"/>
              </a:spcAft>
              <a:buNone/>
              <a:defRPr sz="1500">
                <a:solidFill>
                  <a:srgbClr val="000000"/>
                </a:solidFill>
                <a:latin typeface="Aptos"/>
                <a:ea typeface="Aptos"/>
                <a:cs typeface="Aptos"/>
              </a:defRPr>
            </a:pPr>
            <a:r>
              <a:rPr sz="1500" err="1">
                <a:solidFill>
                  <a:srgbClr val="000000"/>
                </a:solidFill>
                <a:latin typeface="Aptos"/>
                <a:ea typeface="Aptos"/>
                <a:cs typeface="Aptos"/>
              </a:rPr>
              <a:t>Tabellene</a:t>
            </a:r>
            <a:r>
              <a:rPr sz="1500">
                <a:solidFill>
                  <a:srgbClr val="000000"/>
                </a:solidFill>
                <a:latin typeface="Aptos"/>
                <a:ea typeface="Aptos"/>
                <a:cs typeface="Aptos"/>
              </a:rPr>
              <a:t> </a:t>
            </a:r>
            <a:r>
              <a:rPr sz="1500" err="1">
                <a:solidFill>
                  <a:srgbClr val="000000"/>
                </a:solidFill>
                <a:latin typeface="Aptos"/>
                <a:ea typeface="Aptos"/>
                <a:cs typeface="Aptos"/>
              </a:rPr>
              <a:t>kan</a:t>
            </a:r>
            <a:r>
              <a:rPr sz="1500">
                <a:solidFill>
                  <a:srgbClr val="000000"/>
                </a:solidFill>
                <a:latin typeface="Aptos"/>
                <a:ea typeface="Aptos"/>
                <a:cs typeface="Aptos"/>
              </a:rPr>
              <a:t> </a:t>
            </a:r>
            <a:r>
              <a:rPr sz="1500" err="1">
                <a:solidFill>
                  <a:srgbClr val="000000"/>
                </a:solidFill>
                <a:latin typeface="Aptos"/>
                <a:ea typeface="Aptos"/>
                <a:cs typeface="Aptos"/>
              </a:rPr>
              <a:t>kobles</a:t>
            </a:r>
            <a:r>
              <a:rPr sz="1500">
                <a:solidFill>
                  <a:srgbClr val="000000"/>
                </a:solidFill>
                <a:latin typeface="Aptos"/>
                <a:ea typeface="Aptos"/>
                <a:cs typeface="Aptos"/>
              </a:rPr>
              <a:t> </a:t>
            </a:r>
            <a:r>
              <a:rPr sz="1500" err="1">
                <a:solidFill>
                  <a:srgbClr val="000000"/>
                </a:solidFill>
                <a:latin typeface="Aptos"/>
                <a:ea typeface="Aptos"/>
                <a:cs typeface="Aptos"/>
              </a:rPr>
              <a:t>på</a:t>
            </a:r>
            <a:r>
              <a:rPr sz="1500">
                <a:solidFill>
                  <a:srgbClr val="000000"/>
                </a:solidFill>
                <a:latin typeface="Aptos"/>
                <a:ea typeface="Aptos"/>
                <a:cs typeface="Aptos"/>
              </a:rPr>
              <a:t> </a:t>
            </a:r>
            <a:r>
              <a:rPr sz="1500" err="1">
                <a:solidFill>
                  <a:srgbClr val="000000"/>
                </a:solidFill>
                <a:latin typeface="Aptos"/>
                <a:ea typeface="Aptos"/>
                <a:cs typeface="Aptos"/>
              </a:rPr>
              <a:t>tvers</a:t>
            </a:r>
            <a:r>
              <a:rPr sz="1500">
                <a:solidFill>
                  <a:srgbClr val="000000"/>
                </a:solidFill>
                <a:latin typeface="Aptos"/>
                <a:ea typeface="Aptos"/>
                <a:cs typeface="Aptos"/>
              </a:rPr>
              <a:t> av </a:t>
            </a:r>
            <a:r>
              <a:rPr sz="1500" err="1">
                <a:solidFill>
                  <a:srgbClr val="000000"/>
                </a:solidFill>
                <a:latin typeface="Aptos"/>
                <a:ea typeface="Aptos"/>
                <a:cs typeface="Aptos"/>
              </a:rPr>
              <a:t>kildene</a:t>
            </a:r>
            <a:endParaRPr lang="nb-NO" sz="1500">
              <a:solidFill>
                <a:srgbClr val="000000"/>
              </a:solidFill>
              <a:latin typeface="Aptos"/>
              <a:ea typeface="Aptos"/>
              <a:cs typeface="Aptos"/>
            </a:endParaRPr>
          </a:p>
          <a:p>
            <a:pPr marL="215900" indent="-101600">
              <a:lnSpc>
                <a:spcPct val="100000"/>
              </a:lnSpc>
              <a:spcAft>
                <a:spcPts val="1100"/>
              </a:spcAft>
              <a:buNone/>
              <a:defRPr sz="1500">
                <a:solidFill>
                  <a:srgbClr val="000000"/>
                </a:solidFill>
                <a:latin typeface="Aptos"/>
                <a:ea typeface="Aptos"/>
                <a:cs typeface="Aptos"/>
              </a:defRPr>
            </a:pPr>
            <a:r>
              <a:rPr lang="nb-NO" sz="1500">
                <a:solidFill>
                  <a:srgbClr val="000000"/>
                </a:solidFill>
                <a:latin typeface="Aptos"/>
                <a:ea typeface="Aptos"/>
                <a:cs typeface="Aptos"/>
              </a:rPr>
              <a:t>Slik kan vi få data fra flere forskjellige kilder for å få mer innsikt</a:t>
            </a:r>
            <a:endParaRPr sz="1500">
              <a:solidFill>
                <a:srgbClr val="000000"/>
              </a:solidFill>
              <a:latin typeface="Aptos"/>
              <a:ea typeface="Aptos"/>
              <a:cs typeface="Aptos"/>
            </a:endParaRPr>
          </a:p>
        </p:txBody>
      </p:sp>
      <p:sp>
        <p:nvSpPr>
          <p:cNvPr id="23" name="Rektangel 22">
            <a:extLst>
              <a:ext uri="{FF2B5EF4-FFF2-40B4-BE49-F238E27FC236}">
                <a16:creationId xmlns:a16="http://schemas.microsoft.com/office/drawing/2014/main" id="{9A2E7AEA-C008-44D7-8F8C-40686F71C17F}"/>
              </a:ext>
            </a:extLst>
          </p:cNvPr>
          <p:cNvSpPr>
            <a:spLocks noGrp="1"/>
          </p:cNvSpPr>
          <p:nvPr/>
        </p:nvSpPr>
        <p:spPr>
          <a:xfrm>
            <a:off x="400050" y="5857875"/>
            <a:ext cx="11391900" cy="523875"/>
          </a:xfrm>
          <a:prstGeom prst="rect">
            <a:avLst/>
          </a:prstGeom>
          <a:solidFill>
            <a:srgbClr val="F2EFED"/>
          </a:solidFill>
          <a:ln w="0">
            <a:noFill/>
          </a:ln>
        </p:spPr>
        <p:txBody>
          <a:bodyPr/>
          <a:lstStyle/>
          <a:p>
            <a:endParaRPr lang="nb-NO"/>
          </a:p>
        </p:txBody>
      </p:sp>
      <p:sp>
        <p:nvSpPr>
          <p:cNvPr id="24" name="Rektangel 23">
            <a:extLst>
              <a:ext uri="{FF2B5EF4-FFF2-40B4-BE49-F238E27FC236}">
                <a16:creationId xmlns:a16="http://schemas.microsoft.com/office/drawing/2014/main" id="{3A19B712-8319-4B3F-A1FE-242C52BD7DC2}"/>
              </a:ext>
            </a:extLst>
          </p:cNvPr>
          <p:cNvSpPr>
            <a:spLocks noGrp="1"/>
          </p:cNvSpPr>
          <p:nvPr/>
        </p:nvSpPr>
        <p:spPr>
          <a:xfrm>
            <a:off x="552450" y="5981700"/>
            <a:ext cx="1381125" cy="228600"/>
          </a:xfrm>
          <a:prstGeom prst="rect">
            <a:avLst/>
          </a:prstGeom>
          <a:noFill/>
          <a:ln w="0">
            <a:noFill/>
          </a:ln>
        </p:spPr>
        <p:txBody>
          <a:bodyPr anchor="t">
            <a:noAutofit/>
          </a:bodyPr>
          <a:lstStyle/>
          <a:p>
            <a:pPr algn="l">
              <a:lnSpc>
                <a:spcPct val="100000"/>
              </a:lnSpc>
              <a:buNone/>
              <a:defRPr sz="1050" b="1">
                <a:solidFill>
                  <a:srgbClr val="E55158"/>
                </a:solidFill>
                <a:latin typeface="Aptos"/>
                <a:ea typeface="Aptos"/>
                <a:cs typeface="Aptos"/>
              </a:defRPr>
            </a:pPr>
            <a:r>
              <a:rPr sz="1050" b="1">
                <a:solidFill>
                  <a:srgbClr val="E55158"/>
                </a:solidFill>
                <a:latin typeface="Aptos"/>
                <a:ea typeface="Aptos"/>
                <a:cs typeface="Aptos"/>
              </a:rPr>
              <a:t>RESULTAT</a:t>
            </a:r>
          </a:p>
        </p:txBody>
      </p:sp>
      <p:sp>
        <p:nvSpPr>
          <p:cNvPr id="25" name="Rektangel 24">
            <a:extLst>
              <a:ext uri="{FF2B5EF4-FFF2-40B4-BE49-F238E27FC236}">
                <a16:creationId xmlns:a16="http://schemas.microsoft.com/office/drawing/2014/main" id="{59A64CA6-390E-4D9D-8317-B03E1359950B}"/>
              </a:ext>
            </a:extLst>
          </p:cNvPr>
          <p:cNvSpPr>
            <a:spLocks noGrp="1"/>
          </p:cNvSpPr>
          <p:nvPr/>
        </p:nvSpPr>
        <p:spPr>
          <a:xfrm>
            <a:off x="1924050" y="5943600"/>
            <a:ext cx="9620250" cy="285750"/>
          </a:xfrm>
          <a:prstGeom prst="rect">
            <a:avLst/>
          </a:prstGeom>
          <a:noFill/>
          <a:ln w="0">
            <a:noFill/>
          </a:ln>
        </p:spPr>
        <p:txBody>
          <a:bodyPr anchor="ctr">
            <a:noAutofit/>
          </a:bodyPr>
          <a:lstStyle/>
          <a:p>
            <a:pPr algn="l">
              <a:lnSpc>
                <a:spcPct val="100000"/>
              </a:lnSpc>
              <a:buNone/>
              <a:defRPr sz="1350" b="1">
                <a:solidFill>
                  <a:srgbClr val="000000"/>
                </a:solidFill>
                <a:latin typeface="Aptos"/>
                <a:ea typeface="Aptos"/>
                <a:cs typeface="Aptos"/>
              </a:defRPr>
            </a:pPr>
            <a:r>
              <a:rPr sz="1350" b="1">
                <a:solidFill>
                  <a:srgbClr val="000000"/>
                </a:solidFill>
                <a:latin typeface="Aptos"/>
                <a:ea typeface="Aptos"/>
                <a:cs typeface="Aptos"/>
              </a:rPr>
              <a:t>Analyseklare Silver-tabeller for landinger, fartøy, kalender og havforhold</a:t>
            </a:r>
          </a:p>
        </p:txBody>
      </p:sp>
    </p:spTree>
    <p:extLst>
      <p:ext uri="{BB962C8B-B14F-4D97-AF65-F5344CB8AC3E}">
        <p14:creationId xmlns:p14="http://schemas.microsoft.com/office/powerpoint/2010/main" val="6559983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26" name="eyebrow">
            <a:extLst>
              <a:ext uri="{FF2B5EF4-FFF2-40B4-BE49-F238E27FC236}">
                <a16:creationId xmlns:a16="http://schemas.microsoft.com/office/drawing/2014/main" id="{BB2907B4-CF76-49DA-8316-8D2FFB0850D3}"/>
              </a:ext>
            </a:extLst>
          </p:cNvPr>
          <p:cNvSpPr>
            <a:spLocks noGrp="1"/>
          </p:cNvSpPr>
          <p:nvPr/>
        </p:nvSpPr>
        <p:spPr>
          <a:xfrm>
            <a:off x="400050" y="228600"/>
            <a:ext cx="3143250" cy="209550"/>
          </a:xfrm>
          <a:prstGeom prst="rect">
            <a:avLst/>
          </a:prstGeom>
          <a:noFill/>
          <a:ln w="0">
            <a:noFill/>
          </a:ln>
        </p:spPr>
        <p:txBody>
          <a:bodyPr anchor="t">
            <a:noAutofit/>
          </a:bodyPr>
          <a:lstStyle/>
          <a:p>
            <a:pPr algn="l">
              <a:lnSpc>
                <a:spcPct val="100000"/>
              </a:lnSpc>
              <a:buNone/>
              <a:defRPr sz="975" b="1">
                <a:solidFill>
                  <a:srgbClr val="E55158"/>
                </a:solidFill>
                <a:latin typeface="Aptos"/>
                <a:ea typeface="Aptos"/>
                <a:cs typeface="Aptos"/>
              </a:defRPr>
            </a:pPr>
            <a:r>
              <a:rPr sz="975" b="1">
                <a:solidFill>
                  <a:srgbClr val="E55158"/>
                </a:solidFill>
                <a:latin typeface="Aptos"/>
                <a:ea typeface="Aptos"/>
                <a:cs typeface="Aptos"/>
              </a:rPr>
              <a:t>PRAKTISK OPPGAVE</a:t>
            </a:r>
          </a:p>
        </p:txBody>
      </p:sp>
      <p:sp>
        <p:nvSpPr>
          <p:cNvPr id="2" name="slide-title">
            <a:extLst>
              <a:ext uri="{FF2B5EF4-FFF2-40B4-BE49-F238E27FC236}">
                <a16:creationId xmlns:a16="http://schemas.microsoft.com/office/drawing/2014/main" id="{9467F60B-0FBD-41C4-85DC-B06E8849DEF1}"/>
              </a:ext>
            </a:extLst>
          </p:cNvPr>
          <p:cNvSpPr>
            <a:spLocks noGrp="1"/>
          </p:cNvSpPr>
          <p:nvPr/>
        </p:nvSpPr>
        <p:spPr>
          <a:xfrm>
            <a:off x="400050" y="476250"/>
            <a:ext cx="10668000" cy="609600"/>
          </a:xfrm>
          <a:prstGeom prst="rect">
            <a:avLst/>
          </a:prstGeom>
          <a:noFill/>
          <a:ln w="0">
            <a:noFill/>
          </a:ln>
        </p:spPr>
        <p:txBody>
          <a:bodyPr anchor="t">
            <a:noAutofit/>
          </a:bodyPr>
          <a:lstStyle/>
          <a:p>
            <a:pPr algn="l">
              <a:lnSpc>
                <a:spcPct val="100000"/>
              </a:lnSpc>
              <a:buNone/>
              <a:defRPr sz="2850" b="1">
                <a:solidFill>
                  <a:srgbClr val="000000"/>
                </a:solidFill>
                <a:latin typeface="Aptos Display"/>
                <a:ea typeface="Aptos Display"/>
                <a:cs typeface="Aptos Display"/>
              </a:defRPr>
            </a:pPr>
            <a:r>
              <a:rPr sz="2850" b="1">
                <a:solidFill>
                  <a:srgbClr val="000000"/>
                </a:solidFill>
                <a:latin typeface="Aptos Display"/>
                <a:ea typeface="Aptos Display"/>
                <a:cs typeface="Aptos Display"/>
              </a:rPr>
              <a:t>Oppgave 03: Gold</a:t>
            </a:r>
          </a:p>
        </p:txBody>
      </p:sp>
      <p:sp>
        <p:nvSpPr>
          <p:cNvPr id="3" name="Rett linje 2">
            <a:extLst>
              <a:ext uri="{FF2B5EF4-FFF2-40B4-BE49-F238E27FC236}">
                <a16:creationId xmlns:a16="http://schemas.microsoft.com/office/drawing/2014/main" id="{66FAA92B-12B3-4408-ADF4-1A6B5C4B74C0}"/>
              </a:ext>
            </a:extLst>
          </p:cNvPr>
          <p:cNvSpPr>
            <a:spLocks noGrp="1"/>
          </p:cNvSpPr>
          <p:nvPr/>
        </p:nvSpPr>
        <p:spPr>
          <a:xfrm>
            <a:off x="400050" y="1152525"/>
            <a:ext cx="1171575" cy="1"/>
          </a:xfrm>
          <a:prstGeom prst="line">
            <a:avLst/>
          </a:prstGeom>
          <a:noFill/>
          <a:ln w="19050">
            <a:solidFill>
              <a:srgbClr val="FF3D47"/>
            </a:solidFill>
          </a:ln>
        </p:spPr>
        <p:txBody>
          <a:bodyPr/>
          <a:lstStyle/>
          <a:p>
            <a:endParaRPr lang="nb-NO"/>
          </a:p>
        </p:txBody>
      </p:sp>
      <p:sp>
        <p:nvSpPr>
          <p:cNvPr id="4" name="Rektangel 3">
            <a:extLst>
              <a:ext uri="{FF2B5EF4-FFF2-40B4-BE49-F238E27FC236}">
                <a16:creationId xmlns:a16="http://schemas.microsoft.com/office/drawing/2014/main" id="{52E606E4-145D-4A15-88D8-429B153E6B82}"/>
              </a:ext>
            </a:extLst>
          </p:cNvPr>
          <p:cNvSpPr>
            <a:spLocks noGrp="1"/>
          </p:cNvSpPr>
          <p:nvPr/>
        </p:nvSpPr>
        <p:spPr>
          <a:xfrm>
            <a:off x="400050" y="1352550"/>
            <a:ext cx="1752600" cy="533400"/>
          </a:xfrm>
          <a:prstGeom prst="rect">
            <a:avLst/>
          </a:prstGeom>
          <a:solidFill>
            <a:srgbClr val="CCC1BC"/>
          </a:solidFill>
          <a:ln w="0">
            <a:noFill/>
          </a:ln>
        </p:spPr>
        <p:txBody>
          <a:bodyPr/>
          <a:lstStyle/>
          <a:p>
            <a:endParaRPr lang="nb-NO"/>
          </a:p>
        </p:txBody>
      </p:sp>
      <p:sp>
        <p:nvSpPr>
          <p:cNvPr id="5" name="Rektangel 4">
            <a:extLst>
              <a:ext uri="{FF2B5EF4-FFF2-40B4-BE49-F238E27FC236}">
                <a16:creationId xmlns:a16="http://schemas.microsoft.com/office/drawing/2014/main" id="{513F26CE-27F4-4C62-9F11-DEC30FB1C864}"/>
              </a:ext>
            </a:extLst>
          </p:cNvPr>
          <p:cNvSpPr>
            <a:spLocks noGrp="1"/>
          </p:cNvSpPr>
          <p:nvPr/>
        </p:nvSpPr>
        <p:spPr>
          <a:xfrm>
            <a:off x="400050" y="1381125"/>
            <a:ext cx="1752600" cy="476250"/>
          </a:xfrm>
          <a:prstGeom prst="rect">
            <a:avLst/>
          </a:prstGeom>
          <a:noFill/>
          <a:ln w="0">
            <a:noFill/>
          </a:ln>
        </p:spPr>
        <p:txBody>
          <a:bodyPr anchor="ctr">
            <a:noAutofit/>
          </a:bodyPr>
          <a:lstStyle/>
          <a:p>
            <a:pPr algn="ctr">
              <a:lnSpc>
                <a:spcPct val="100000"/>
              </a:lnSpc>
              <a:buNone/>
              <a:defRPr sz="1350" b="0">
                <a:solidFill>
                  <a:srgbClr val="000000"/>
                </a:solidFill>
                <a:latin typeface="Aptos"/>
                <a:ea typeface="Aptos"/>
                <a:cs typeface="Aptos"/>
              </a:defRPr>
            </a:pPr>
            <a:r>
              <a:rPr sz="1350" b="0">
                <a:solidFill>
                  <a:srgbClr val="000000"/>
                </a:solidFill>
                <a:latin typeface="Aptos"/>
                <a:ea typeface="Aptos"/>
                <a:cs typeface="Aptos"/>
              </a:rPr>
              <a:t>Oppsett</a:t>
            </a:r>
          </a:p>
        </p:txBody>
      </p:sp>
      <p:sp>
        <p:nvSpPr>
          <p:cNvPr id="6" name="Rektangel 5">
            <a:extLst>
              <a:ext uri="{FF2B5EF4-FFF2-40B4-BE49-F238E27FC236}">
                <a16:creationId xmlns:a16="http://schemas.microsoft.com/office/drawing/2014/main" id="{1274FF74-D63B-47A4-A4BA-A2F950BE1BDD}"/>
              </a:ext>
            </a:extLst>
          </p:cNvPr>
          <p:cNvSpPr>
            <a:spLocks noGrp="1"/>
          </p:cNvSpPr>
          <p:nvPr/>
        </p:nvSpPr>
        <p:spPr>
          <a:xfrm>
            <a:off x="2295525" y="1352550"/>
            <a:ext cx="1752600" cy="533400"/>
          </a:xfrm>
          <a:prstGeom prst="rect">
            <a:avLst/>
          </a:prstGeom>
          <a:solidFill>
            <a:srgbClr val="CCC1BC"/>
          </a:solidFill>
          <a:ln w="0">
            <a:noFill/>
          </a:ln>
        </p:spPr>
        <p:txBody>
          <a:bodyPr/>
          <a:lstStyle/>
          <a:p>
            <a:endParaRPr lang="nb-NO"/>
          </a:p>
        </p:txBody>
      </p:sp>
      <p:sp>
        <p:nvSpPr>
          <p:cNvPr id="7" name="Rektangel 6">
            <a:extLst>
              <a:ext uri="{FF2B5EF4-FFF2-40B4-BE49-F238E27FC236}">
                <a16:creationId xmlns:a16="http://schemas.microsoft.com/office/drawing/2014/main" id="{4992BD7C-CDFB-4D3C-BB01-D3264F318A10}"/>
              </a:ext>
            </a:extLst>
          </p:cNvPr>
          <p:cNvSpPr>
            <a:spLocks noGrp="1"/>
          </p:cNvSpPr>
          <p:nvPr/>
        </p:nvSpPr>
        <p:spPr>
          <a:xfrm>
            <a:off x="2295525" y="1381125"/>
            <a:ext cx="1752600" cy="476250"/>
          </a:xfrm>
          <a:prstGeom prst="rect">
            <a:avLst/>
          </a:prstGeom>
          <a:noFill/>
          <a:ln w="0">
            <a:noFill/>
          </a:ln>
        </p:spPr>
        <p:txBody>
          <a:bodyPr anchor="ctr">
            <a:noAutofit/>
          </a:bodyPr>
          <a:lstStyle/>
          <a:p>
            <a:pPr algn="ctr">
              <a:lnSpc>
                <a:spcPct val="100000"/>
              </a:lnSpc>
              <a:buNone/>
              <a:defRPr sz="1350" b="0">
                <a:solidFill>
                  <a:srgbClr val="000000"/>
                </a:solidFill>
                <a:latin typeface="Aptos"/>
                <a:ea typeface="Aptos"/>
                <a:cs typeface="Aptos"/>
              </a:defRPr>
            </a:pPr>
            <a:r>
              <a:rPr sz="1350" b="0">
                <a:solidFill>
                  <a:srgbClr val="000000"/>
                </a:solidFill>
                <a:latin typeface="Aptos"/>
                <a:ea typeface="Aptos"/>
                <a:cs typeface="Aptos"/>
              </a:rPr>
              <a:t>Bronze</a:t>
            </a:r>
          </a:p>
        </p:txBody>
      </p:sp>
      <p:sp>
        <p:nvSpPr>
          <p:cNvPr id="8" name="Rektangel 7">
            <a:extLst>
              <a:ext uri="{FF2B5EF4-FFF2-40B4-BE49-F238E27FC236}">
                <a16:creationId xmlns:a16="http://schemas.microsoft.com/office/drawing/2014/main" id="{4BC77D11-671A-4B08-B6DC-A506FA54DC15}"/>
              </a:ext>
            </a:extLst>
          </p:cNvPr>
          <p:cNvSpPr>
            <a:spLocks noGrp="1"/>
          </p:cNvSpPr>
          <p:nvPr/>
        </p:nvSpPr>
        <p:spPr>
          <a:xfrm>
            <a:off x="4191000" y="1352550"/>
            <a:ext cx="1752600" cy="533400"/>
          </a:xfrm>
          <a:prstGeom prst="rect">
            <a:avLst/>
          </a:prstGeom>
          <a:solidFill>
            <a:srgbClr val="CCC1BC"/>
          </a:solidFill>
          <a:ln w="0">
            <a:noFill/>
          </a:ln>
        </p:spPr>
        <p:txBody>
          <a:bodyPr/>
          <a:lstStyle/>
          <a:p>
            <a:endParaRPr lang="nb-NO"/>
          </a:p>
        </p:txBody>
      </p:sp>
      <p:sp>
        <p:nvSpPr>
          <p:cNvPr id="9" name="Rektangel 8">
            <a:extLst>
              <a:ext uri="{FF2B5EF4-FFF2-40B4-BE49-F238E27FC236}">
                <a16:creationId xmlns:a16="http://schemas.microsoft.com/office/drawing/2014/main" id="{6CF0DB06-F952-4F20-8407-92FC0C80BCEB}"/>
              </a:ext>
            </a:extLst>
          </p:cNvPr>
          <p:cNvSpPr>
            <a:spLocks noGrp="1"/>
          </p:cNvSpPr>
          <p:nvPr/>
        </p:nvSpPr>
        <p:spPr>
          <a:xfrm>
            <a:off x="4191000" y="1381125"/>
            <a:ext cx="1752600" cy="476250"/>
          </a:xfrm>
          <a:prstGeom prst="rect">
            <a:avLst/>
          </a:prstGeom>
          <a:noFill/>
          <a:ln w="0">
            <a:noFill/>
          </a:ln>
        </p:spPr>
        <p:txBody>
          <a:bodyPr anchor="ctr">
            <a:noAutofit/>
          </a:bodyPr>
          <a:lstStyle/>
          <a:p>
            <a:pPr algn="ctr">
              <a:lnSpc>
                <a:spcPct val="100000"/>
              </a:lnSpc>
              <a:buNone/>
              <a:defRPr sz="1350" b="0">
                <a:solidFill>
                  <a:srgbClr val="000000"/>
                </a:solidFill>
                <a:latin typeface="Aptos"/>
                <a:ea typeface="Aptos"/>
                <a:cs typeface="Aptos"/>
              </a:defRPr>
            </a:pPr>
            <a:r>
              <a:rPr sz="1350" b="0">
                <a:solidFill>
                  <a:srgbClr val="000000"/>
                </a:solidFill>
                <a:latin typeface="Aptos"/>
                <a:ea typeface="Aptos"/>
                <a:cs typeface="Aptos"/>
              </a:rPr>
              <a:t>Silver</a:t>
            </a:r>
          </a:p>
        </p:txBody>
      </p:sp>
      <p:sp>
        <p:nvSpPr>
          <p:cNvPr id="10" name="Rektangel 9">
            <a:extLst>
              <a:ext uri="{FF2B5EF4-FFF2-40B4-BE49-F238E27FC236}">
                <a16:creationId xmlns:a16="http://schemas.microsoft.com/office/drawing/2014/main" id="{2D6BFDAD-938E-4E86-9CC7-22512A2E57EB}"/>
              </a:ext>
            </a:extLst>
          </p:cNvPr>
          <p:cNvSpPr>
            <a:spLocks noGrp="1"/>
          </p:cNvSpPr>
          <p:nvPr/>
        </p:nvSpPr>
        <p:spPr>
          <a:xfrm>
            <a:off x="6086475" y="1352550"/>
            <a:ext cx="1752600" cy="533400"/>
          </a:xfrm>
          <a:prstGeom prst="rect">
            <a:avLst/>
          </a:prstGeom>
          <a:solidFill>
            <a:srgbClr val="FF3D47"/>
          </a:solidFill>
          <a:ln w="0">
            <a:noFill/>
          </a:ln>
        </p:spPr>
        <p:txBody>
          <a:bodyPr/>
          <a:lstStyle/>
          <a:p>
            <a:endParaRPr lang="nb-NO"/>
          </a:p>
        </p:txBody>
      </p:sp>
      <p:sp>
        <p:nvSpPr>
          <p:cNvPr id="11" name="Rektangel 10">
            <a:extLst>
              <a:ext uri="{FF2B5EF4-FFF2-40B4-BE49-F238E27FC236}">
                <a16:creationId xmlns:a16="http://schemas.microsoft.com/office/drawing/2014/main" id="{18CA5259-DBF0-45B6-8BE0-0F0DD4E9F642}"/>
              </a:ext>
            </a:extLst>
          </p:cNvPr>
          <p:cNvSpPr>
            <a:spLocks noGrp="1"/>
          </p:cNvSpPr>
          <p:nvPr/>
        </p:nvSpPr>
        <p:spPr>
          <a:xfrm>
            <a:off x="6086475" y="1381125"/>
            <a:ext cx="1752600" cy="476250"/>
          </a:xfrm>
          <a:prstGeom prst="rect">
            <a:avLst/>
          </a:prstGeom>
          <a:noFill/>
          <a:ln w="0">
            <a:noFill/>
          </a:ln>
        </p:spPr>
        <p:txBody>
          <a:bodyPr anchor="ctr">
            <a:noAutofit/>
          </a:bodyPr>
          <a:lstStyle/>
          <a:p>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Gold</a:t>
            </a:r>
          </a:p>
        </p:txBody>
      </p:sp>
      <p:sp>
        <p:nvSpPr>
          <p:cNvPr id="12" name="Rektangel 11">
            <a:extLst>
              <a:ext uri="{FF2B5EF4-FFF2-40B4-BE49-F238E27FC236}">
                <a16:creationId xmlns:a16="http://schemas.microsoft.com/office/drawing/2014/main" id="{132EA86E-55AA-414C-9CEC-38D24A12507D}"/>
              </a:ext>
            </a:extLst>
          </p:cNvPr>
          <p:cNvSpPr>
            <a:spLocks noGrp="1"/>
          </p:cNvSpPr>
          <p:nvPr/>
        </p:nvSpPr>
        <p:spPr>
          <a:xfrm>
            <a:off x="7981950" y="1352550"/>
            <a:ext cx="1752600" cy="533400"/>
          </a:xfrm>
          <a:prstGeom prst="rect">
            <a:avLst/>
          </a:prstGeom>
          <a:solidFill>
            <a:srgbClr val="CCC1BC"/>
          </a:solidFill>
          <a:ln w="0">
            <a:noFill/>
          </a:ln>
        </p:spPr>
        <p:txBody>
          <a:bodyPr/>
          <a:lstStyle/>
          <a:p>
            <a:endParaRPr lang="nb-NO"/>
          </a:p>
        </p:txBody>
      </p:sp>
      <p:sp>
        <p:nvSpPr>
          <p:cNvPr id="13" name="Rektangel 12">
            <a:extLst>
              <a:ext uri="{FF2B5EF4-FFF2-40B4-BE49-F238E27FC236}">
                <a16:creationId xmlns:a16="http://schemas.microsoft.com/office/drawing/2014/main" id="{B65DC4A1-35E6-4910-8087-203AB9875811}"/>
              </a:ext>
            </a:extLst>
          </p:cNvPr>
          <p:cNvSpPr>
            <a:spLocks noGrp="1"/>
          </p:cNvSpPr>
          <p:nvPr/>
        </p:nvSpPr>
        <p:spPr>
          <a:xfrm>
            <a:off x="7981950" y="1381125"/>
            <a:ext cx="1752600" cy="476250"/>
          </a:xfrm>
          <a:prstGeom prst="rect">
            <a:avLst/>
          </a:prstGeom>
          <a:noFill/>
          <a:ln w="0">
            <a:noFill/>
          </a:ln>
        </p:spPr>
        <p:txBody>
          <a:bodyPr anchor="ctr">
            <a:noAutofit/>
          </a:bodyPr>
          <a:lstStyle/>
          <a:p>
            <a:pPr algn="ctr">
              <a:lnSpc>
                <a:spcPct val="100000"/>
              </a:lnSpc>
              <a:buNone/>
              <a:defRPr sz="1350" b="0">
                <a:solidFill>
                  <a:srgbClr val="000000"/>
                </a:solidFill>
                <a:latin typeface="Aptos"/>
                <a:ea typeface="Aptos"/>
                <a:cs typeface="Aptos"/>
              </a:defRPr>
            </a:pPr>
            <a:r>
              <a:rPr sz="1350" b="0">
                <a:solidFill>
                  <a:srgbClr val="000000"/>
                </a:solidFill>
                <a:latin typeface="Aptos"/>
                <a:ea typeface="Aptos"/>
                <a:cs typeface="Aptos"/>
              </a:rPr>
              <a:t>Maskinlæring</a:t>
            </a:r>
          </a:p>
        </p:txBody>
      </p:sp>
      <p:sp>
        <p:nvSpPr>
          <p:cNvPr id="14" name="Rektangel 13">
            <a:extLst>
              <a:ext uri="{FF2B5EF4-FFF2-40B4-BE49-F238E27FC236}">
                <a16:creationId xmlns:a16="http://schemas.microsoft.com/office/drawing/2014/main" id="{8284EADE-095C-4FB3-8A9A-898180D861D2}"/>
              </a:ext>
            </a:extLst>
          </p:cNvPr>
          <p:cNvSpPr>
            <a:spLocks noGrp="1"/>
          </p:cNvSpPr>
          <p:nvPr/>
        </p:nvSpPr>
        <p:spPr>
          <a:xfrm>
            <a:off x="9877425" y="1352550"/>
            <a:ext cx="1752600" cy="533400"/>
          </a:xfrm>
          <a:prstGeom prst="rect">
            <a:avLst/>
          </a:prstGeom>
          <a:solidFill>
            <a:srgbClr val="CCC1BC"/>
          </a:solidFill>
          <a:ln w="0">
            <a:noFill/>
          </a:ln>
        </p:spPr>
        <p:txBody>
          <a:bodyPr/>
          <a:lstStyle/>
          <a:p>
            <a:endParaRPr lang="nb-NO"/>
          </a:p>
        </p:txBody>
      </p:sp>
      <p:sp>
        <p:nvSpPr>
          <p:cNvPr id="15" name="Rektangel 14">
            <a:extLst>
              <a:ext uri="{FF2B5EF4-FFF2-40B4-BE49-F238E27FC236}">
                <a16:creationId xmlns:a16="http://schemas.microsoft.com/office/drawing/2014/main" id="{9C4155EE-228D-47DB-9122-60346F375249}"/>
              </a:ext>
            </a:extLst>
          </p:cNvPr>
          <p:cNvSpPr>
            <a:spLocks noGrp="1"/>
          </p:cNvSpPr>
          <p:nvPr/>
        </p:nvSpPr>
        <p:spPr>
          <a:xfrm>
            <a:off x="9877425" y="1381125"/>
            <a:ext cx="1752600" cy="476250"/>
          </a:xfrm>
          <a:prstGeom prst="rect">
            <a:avLst/>
          </a:prstGeom>
          <a:noFill/>
          <a:ln w="0">
            <a:noFill/>
          </a:ln>
        </p:spPr>
        <p:txBody>
          <a:bodyPr anchor="ctr">
            <a:noAutofit/>
          </a:bodyPr>
          <a:lstStyle/>
          <a:p>
            <a:pPr algn="ctr">
              <a:lnSpc>
                <a:spcPct val="100000"/>
              </a:lnSpc>
              <a:buNone/>
              <a:defRPr sz="1350" b="0">
                <a:solidFill>
                  <a:srgbClr val="000000"/>
                </a:solidFill>
                <a:latin typeface="Aptos"/>
                <a:ea typeface="Aptos"/>
                <a:cs typeface="Aptos"/>
              </a:defRPr>
            </a:pPr>
            <a:r>
              <a:rPr sz="1350" b="0">
                <a:solidFill>
                  <a:srgbClr val="000000"/>
                </a:solidFill>
                <a:latin typeface="Aptos"/>
                <a:ea typeface="Aptos"/>
                <a:cs typeface="Aptos"/>
              </a:rPr>
              <a:t>Dashboard</a:t>
            </a:r>
          </a:p>
        </p:txBody>
      </p:sp>
      <p:sp>
        <p:nvSpPr>
          <p:cNvPr id="16" name="Rektangel 15">
            <a:extLst>
              <a:ext uri="{FF2B5EF4-FFF2-40B4-BE49-F238E27FC236}">
                <a16:creationId xmlns:a16="http://schemas.microsoft.com/office/drawing/2014/main" id="{6719D85E-E614-4810-8E4D-8050F07EDD19}"/>
              </a:ext>
            </a:extLst>
          </p:cNvPr>
          <p:cNvSpPr>
            <a:spLocks noGrp="1"/>
          </p:cNvSpPr>
          <p:nvPr/>
        </p:nvSpPr>
        <p:spPr>
          <a:xfrm>
            <a:off x="552450" y="2152650"/>
            <a:ext cx="4953000" cy="361950"/>
          </a:xfrm>
          <a:prstGeom prst="rect">
            <a:avLst/>
          </a:prstGeom>
          <a:noFill/>
          <a:ln w="0">
            <a:noFill/>
          </a:ln>
        </p:spPr>
        <p:txBody>
          <a:bodyPr anchor="t">
            <a:noAutofit/>
          </a:bodyPr>
          <a:lstStyle/>
          <a:p>
            <a:pPr algn="l">
              <a:lnSpc>
                <a:spcPct val="100000"/>
              </a:lnSpc>
              <a:buNone/>
              <a:defRPr sz="1875" b="1">
                <a:solidFill>
                  <a:srgbClr val="000000"/>
                </a:solidFill>
                <a:latin typeface="Aptos Display"/>
                <a:ea typeface="Aptos Display"/>
                <a:cs typeface="Aptos Display"/>
              </a:defRPr>
            </a:pPr>
            <a:r>
              <a:rPr sz="1875" b="1">
                <a:solidFill>
                  <a:srgbClr val="000000"/>
                </a:solidFill>
                <a:latin typeface="Aptos Display"/>
                <a:ea typeface="Aptos Display"/>
                <a:cs typeface="Aptos Display"/>
              </a:rPr>
              <a:t>Dette gjør deltakerne</a:t>
            </a:r>
          </a:p>
        </p:txBody>
      </p:sp>
      <p:sp>
        <p:nvSpPr>
          <p:cNvPr id="17" name="Rett linje 16">
            <a:extLst>
              <a:ext uri="{FF2B5EF4-FFF2-40B4-BE49-F238E27FC236}">
                <a16:creationId xmlns:a16="http://schemas.microsoft.com/office/drawing/2014/main" id="{5725BA9E-6C0E-4F90-B08E-6DE2D05A73F9}"/>
              </a:ext>
            </a:extLst>
          </p:cNvPr>
          <p:cNvSpPr>
            <a:spLocks noGrp="1"/>
          </p:cNvSpPr>
          <p:nvPr/>
        </p:nvSpPr>
        <p:spPr>
          <a:xfrm>
            <a:off x="552450" y="2533650"/>
            <a:ext cx="914400" cy="1"/>
          </a:xfrm>
          <a:prstGeom prst="line">
            <a:avLst/>
          </a:prstGeom>
          <a:noFill/>
          <a:ln w="19050">
            <a:solidFill>
              <a:srgbClr val="FF3D47"/>
            </a:solidFill>
          </a:ln>
        </p:spPr>
        <p:txBody>
          <a:bodyPr/>
          <a:lstStyle/>
          <a:p>
            <a:endParaRPr lang="nb-NO"/>
          </a:p>
        </p:txBody>
      </p:sp>
      <p:sp>
        <p:nvSpPr>
          <p:cNvPr id="18" name="Rektangel 17">
            <a:extLst>
              <a:ext uri="{FF2B5EF4-FFF2-40B4-BE49-F238E27FC236}">
                <a16:creationId xmlns:a16="http://schemas.microsoft.com/office/drawing/2014/main" id="{A3AD8D12-BB19-41C4-81A9-32F96B316EEE}"/>
              </a:ext>
            </a:extLst>
          </p:cNvPr>
          <p:cNvSpPr>
            <a:spLocks noGrp="1"/>
          </p:cNvSpPr>
          <p:nvPr/>
        </p:nvSpPr>
        <p:spPr>
          <a:xfrm>
            <a:off x="552450" y="2647950"/>
            <a:ext cx="4857750" cy="2476500"/>
          </a:xfrm>
          <a:prstGeom prst="rect">
            <a:avLst/>
          </a:prstGeom>
          <a:noFill/>
          <a:ln w="0">
            <a:noFill/>
          </a:ln>
        </p:spPr>
        <p:txBody>
          <a:bodyPr>
            <a:noAutofit/>
          </a:bodyPr>
          <a:lstStyle/>
          <a:p>
            <a:pPr marL="215900" indent="-101600">
              <a:lnSpc>
                <a:spcPct val="100000"/>
              </a:lnSpc>
              <a:spcAft>
                <a:spcPts val="1100"/>
              </a:spcAft>
              <a:buNone/>
              <a:defRPr sz="1500">
                <a:solidFill>
                  <a:srgbClr val="000000"/>
                </a:solidFill>
                <a:latin typeface="Aptos"/>
                <a:ea typeface="Aptos"/>
                <a:cs typeface="Aptos"/>
              </a:defRPr>
            </a:pPr>
            <a:r>
              <a:rPr sz="1500">
                <a:solidFill>
                  <a:srgbClr val="000000"/>
                </a:solidFill>
                <a:latin typeface="Aptos"/>
                <a:ea typeface="Aptos"/>
                <a:cs typeface="Aptos"/>
              </a:rPr>
              <a:t>Bygger fact_landinger og dimensjoner for art, dato, område og fartøy</a:t>
            </a:r>
          </a:p>
          <a:p>
            <a:pPr marL="215900" indent="-101600">
              <a:lnSpc>
                <a:spcPct val="100000"/>
              </a:lnSpc>
              <a:spcAft>
                <a:spcPts val="1100"/>
              </a:spcAft>
              <a:buNone/>
              <a:defRPr sz="1500">
                <a:solidFill>
                  <a:srgbClr val="000000"/>
                </a:solidFill>
                <a:latin typeface="Aptos"/>
                <a:ea typeface="Aptos"/>
                <a:cs typeface="Aptos"/>
              </a:defRPr>
            </a:pPr>
            <a:r>
              <a:rPr sz="1500">
                <a:solidFill>
                  <a:srgbClr val="000000"/>
                </a:solidFill>
                <a:latin typeface="Aptos"/>
                <a:ea typeface="Aptos"/>
                <a:cs typeface="Aptos"/>
              </a:rPr>
              <a:t>Aggregerer landingsmengde per uke, art og fangstområde</a:t>
            </a:r>
          </a:p>
          <a:p>
            <a:pPr marL="215900" indent="-101600">
              <a:lnSpc>
                <a:spcPct val="100000"/>
              </a:lnSpc>
              <a:spcAft>
                <a:spcPts val="1100"/>
              </a:spcAft>
              <a:buNone/>
              <a:defRPr sz="1500">
                <a:solidFill>
                  <a:srgbClr val="000000"/>
                </a:solidFill>
                <a:latin typeface="Aptos"/>
                <a:ea typeface="Aptos"/>
                <a:cs typeface="Aptos"/>
              </a:defRPr>
            </a:pPr>
            <a:r>
              <a:rPr sz="1500">
                <a:solidFill>
                  <a:srgbClr val="000000"/>
                </a:solidFill>
                <a:latin typeface="Aptos"/>
                <a:ea typeface="Aptos"/>
                <a:cs typeface="Aptos"/>
              </a:rPr>
              <a:t>Lager features og target for prognosen</a:t>
            </a:r>
          </a:p>
        </p:txBody>
      </p:sp>
      <p:sp>
        <p:nvSpPr>
          <p:cNvPr id="19" name="Rett linje 18">
            <a:extLst>
              <a:ext uri="{FF2B5EF4-FFF2-40B4-BE49-F238E27FC236}">
                <a16:creationId xmlns:a16="http://schemas.microsoft.com/office/drawing/2014/main" id="{808D4834-096B-4A58-A486-13EF56DBF604}"/>
              </a:ext>
            </a:extLst>
          </p:cNvPr>
          <p:cNvSpPr>
            <a:spLocks noGrp="1"/>
          </p:cNvSpPr>
          <p:nvPr/>
        </p:nvSpPr>
        <p:spPr>
          <a:xfrm>
            <a:off x="5981700" y="2209800"/>
            <a:ext cx="1" cy="3124200"/>
          </a:xfrm>
          <a:prstGeom prst="line">
            <a:avLst/>
          </a:prstGeom>
          <a:noFill/>
          <a:ln w="19050">
            <a:solidFill>
              <a:srgbClr val="CCC1BC"/>
            </a:solidFill>
          </a:ln>
        </p:spPr>
        <p:txBody>
          <a:bodyPr/>
          <a:lstStyle/>
          <a:p>
            <a:endParaRPr lang="nb-NO"/>
          </a:p>
        </p:txBody>
      </p:sp>
      <p:sp>
        <p:nvSpPr>
          <p:cNvPr id="20" name="Rektangel 19">
            <a:extLst>
              <a:ext uri="{FF2B5EF4-FFF2-40B4-BE49-F238E27FC236}">
                <a16:creationId xmlns:a16="http://schemas.microsoft.com/office/drawing/2014/main" id="{D5C37788-D044-4634-8379-FBA229512447}"/>
              </a:ext>
            </a:extLst>
          </p:cNvPr>
          <p:cNvSpPr>
            <a:spLocks noGrp="1"/>
          </p:cNvSpPr>
          <p:nvPr/>
        </p:nvSpPr>
        <p:spPr>
          <a:xfrm>
            <a:off x="6477000" y="2152650"/>
            <a:ext cx="4953000" cy="361950"/>
          </a:xfrm>
          <a:prstGeom prst="rect">
            <a:avLst/>
          </a:prstGeom>
          <a:noFill/>
          <a:ln w="0">
            <a:noFill/>
          </a:ln>
        </p:spPr>
        <p:txBody>
          <a:bodyPr anchor="t">
            <a:noAutofit/>
          </a:bodyPr>
          <a:lstStyle/>
          <a:p>
            <a:pPr algn="l">
              <a:lnSpc>
                <a:spcPct val="100000"/>
              </a:lnSpc>
              <a:buNone/>
              <a:defRPr sz="1875" b="1">
                <a:solidFill>
                  <a:srgbClr val="000000"/>
                </a:solidFill>
                <a:latin typeface="Aptos Display"/>
                <a:ea typeface="Aptos Display"/>
                <a:cs typeface="Aptos Display"/>
              </a:defRPr>
            </a:pPr>
            <a:r>
              <a:rPr sz="1875" b="1">
                <a:solidFill>
                  <a:srgbClr val="000000"/>
                </a:solidFill>
                <a:latin typeface="Aptos Display"/>
                <a:ea typeface="Aptos Display"/>
                <a:cs typeface="Aptos Display"/>
              </a:rPr>
              <a:t>Derfor gjør vi det slik</a:t>
            </a:r>
          </a:p>
        </p:txBody>
      </p:sp>
      <p:sp>
        <p:nvSpPr>
          <p:cNvPr id="21" name="Rett linje 20">
            <a:extLst>
              <a:ext uri="{FF2B5EF4-FFF2-40B4-BE49-F238E27FC236}">
                <a16:creationId xmlns:a16="http://schemas.microsoft.com/office/drawing/2014/main" id="{CB6C6C09-3F22-4CF5-88B4-9C565CD128C8}"/>
              </a:ext>
            </a:extLst>
          </p:cNvPr>
          <p:cNvSpPr>
            <a:spLocks noGrp="1"/>
          </p:cNvSpPr>
          <p:nvPr/>
        </p:nvSpPr>
        <p:spPr>
          <a:xfrm>
            <a:off x="6477000" y="2533650"/>
            <a:ext cx="914400" cy="1"/>
          </a:xfrm>
          <a:prstGeom prst="line">
            <a:avLst/>
          </a:prstGeom>
          <a:noFill/>
          <a:ln w="19050">
            <a:solidFill>
              <a:srgbClr val="FF3D47"/>
            </a:solidFill>
          </a:ln>
        </p:spPr>
        <p:txBody>
          <a:bodyPr/>
          <a:lstStyle/>
          <a:p>
            <a:endParaRPr lang="nb-NO"/>
          </a:p>
        </p:txBody>
      </p:sp>
      <p:sp>
        <p:nvSpPr>
          <p:cNvPr id="22" name="Rektangel 21">
            <a:extLst>
              <a:ext uri="{FF2B5EF4-FFF2-40B4-BE49-F238E27FC236}">
                <a16:creationId xmlns:a16="http://schemas.microsoft.com/office/drawing/2014/main" id="{07D7BCAA-82B4-41CF-B71E-A57341D3B5B3}"/>
              </a:ext>
            </a:extLst>
          </p:cNvPr>
          <p:cNvSpPr>
            <a:spLocks noGrp="1"/>
          </p:cNvSpPr>
          <p:nvPr/>
        </p:nvSpPr>
        <p:spPr>
          <a:xfrm>
            <a:off x="6477000" y="2647950"/>
            <a:ext cx="4857750" cy="2476500"/>
          </a:xfrm>
          <a:prstGeom prst="rect">
            <a:avLst/>
          </a:prstGeom>
          <a:noFill/>
          <a:ln w="0">
            <a:noFill/>
          </a:ln>
        </p:spPr>
        <p:txBody>
          <a:bodyPr>
            <a:noAutofit/>
          </a:bodyPr>
          <a:lstStyle/>
          <a:p>
            <a:pPr marL="215900" indent="-101600">
              <a:lnSpc>
                <a:spcPct val="100000"/>
              </a:lnSpc>
              <a:spcAft>
                <a:spcPts val="1100"/>
              </a:spcAft>
              <a:buNone/>
              <a:defRPr sz="1500">
                <a:solidFill>
                  <a:srgbClr val="000000"/>
                </a:solidFill>
                <a:latin typeface="Aptos"/>
                <a:ea typeface="Aptos"/>
                <a:cs typeface="Aptos"/>
              </a:defRPr>
            </a:pPr>
            <a:r>
              <a:rPr sz="1500">
                <a:solidFill>
                  <a:srgbClr val="000000"/>
                </a:solidFill>
                <a:latin typeface="Aptos"/>
                <a:ea typeface="Aptos"/>
                <a:cs typeface="Aptos"/>
              </a:rPr>
              <a:t>Gold </a:t>
            </a:r>
            <a:r>
              <a:rPr sz="1500" err="1">
                <a:solidFill>
                  <a:srgbClr val="000000"/>
                </a:solidFill>
                <a:latin typeface="Aptos"/>
                <a:ea typeface="Aptos"/>
                <a:cs typeface="Aptos"/>
              </a:rPr>
              <a:t>modellerer</a:t>
            </a:r>
            <a:r>
              <a:rPr sz="1500">
                <a:solidFill>
                  <a:srgbClr val="000000"/>
                </a:solidFill>
                <a:latin typeface="Aptos"/>
                <a:ea typeface="Aptos"/>
                <a:cs typeface="Aptos"/>
              </a:rPr>
              <a:t> </a:t>
            </a:r>
            <a:r>
              <a:rPr sz="1500" err="1">
                <a:solidFill>
                  <a:srgbClr val="000000"/>
                </a:solidFill>
                <a:latin typeface="Aptos"/>
                <a:ea typeface="Aptos"/>
                <a:cs typeface="Aptos"/>
              </a:rPr>
              <a:t>dataene</a:t>
            </a:r>
            <a:r>
              <a:rPr sz="1500">
                <a:solidFill>
                  <a:srgbClr val="000000"/>
                </a:solidFill>
                <a:latin typeface="Aptos"/>
                <a:ea typeface="Aptos"/>
                <a:cs typeface="Aptos"/>
              </a:rPr>
              <a:t> </a:t>
            </a:r>
            <a:r>
              <a:rPr sz="1500" err="1">
                <a:solidFill>
                  <a:srgbClr val="000000"/>
                </a:solidFill>
                <a:latin typeface="Aptos"/>
                <a:ea typeface="Aptos"/>
                <a:cs typeface="Aptos"/>
              </a:rPr>
              <a:t>etter</a:t>
            </a:r>
            <a:r>
              <a:rPr sz="1500">
                <a:solidFill>
                  <a:srgbClr val="000000"/>
                </a:solidFill>
                <a:latin typeface="Aptos"/>
                <a:ea typeface="Aptos"/>
                <a:cs typeface="Aptos"/>
              </a:rPr>
              <a:t> </a:t>
            </a:r>
            <a:r>
              <a:rPr sz="1500" err="1">
                <a:solidFill>
                  <a:srgbClr val="000000"/>
                </a:solidFill>
                <a:latin typeface="Aptos"/>
                <a:ea typeface="Aptos"/>
                <a:cs typeface="Aptos"/>
              </a:rPr>
              <a:t>hvordan</a:t>
            </a:r>
            <a:r>
              <a:rPr sz="1500">
                <a:solidFill>
                  <a:srgbClr val="000000"/>
                </a:solidFill>
                <a:latin typeface="Aptos"/>
                <a:ea typeface="Aptos"/>
                <a:cs typeface="Aptos"/>
              </a:rPr>
              <a:t> de </a:t>
            </a:r>
            <a:r>
              <a:rPr sz="1500" err="1">
                <a:solidFill>
                  <a:srgbClr val="000000"/>
                </a:solidFill>
                <a:latin typeface="Aptos"/>
                <a:ea typeface="Aptos"/>
                <a:cs typeface="Aptos"/>
              </a:rPr>
              <a:t>skal</a:t>
            </a:r>
            <a:r>
              <a:rPr sz="1500">
                <a:solidFill>
                  <a:srgbClr val="000000"/>
                </a:solidFill>
                <a:latin typeface="Aptos"/>
                <a:ea typeface="Aptos"/>
                <a:cs typeface="Aptos"/>
              </a:rPr>
              <a:t> </a:t>
            </a:r>
            <a:r>
              <a:rPr sz="1500" err="1">
                <a:solidFill>
                  <a:srgbClr val="000000"/>
                </a:solidFill>
                <a:latin typeface="Aptos"/>
                <a:ea typeface="Aptos"/>
                <a:cs typeface="Aptos"/>
              </a:rPr>
              <a:t>brukes</a:t>
            </a:r>
            <a:r>
              <a:rPr lang="nb-NO" sz="1500">
                <a:solidFill>
                  <a:srgbClr val="000000"/>
                </a:solidFill>
                <a:latin typeface="Aptos"/>
                <a:ea typeface="Aptos"/>
                <a:cs typeface="Aptos"/>
              </a:rPr>
              <a:t> for forretningsinnsikt</a:t>
            </a:r>
            <a:endParaRPr sz="1500">
              <a:solidFill>
                <a:srgbClr val="000000"/>
              </a:solidFill>
              <a:latin typeface="Aptos"/>
              <a:ea typeface="Aptos"/>
              <a:cs typeface="Aptos"/>
            </a:endParaRPr>
          </a:p>
          <a:p>
            <a:pPr marL="215900" indent="-101600">
              <a:lnSpc>
                <a:spcPct val="100000"/>
              </a:lnSpc>
              <a:spcAft>
                <a:spcPts val="1100"/>
              </a:spcAft>
              <a:buNone/>
              <a:defRPr sz="1500">
                <a:solidFill>
                  <a:srgbClr val="000000"/>
                </a:solidFill>
                <a:latin typeface="Aptos"/>
                <a:ea typeface="Aptos"/>
                <a:cs typeface="Aptos"/>
              </a:defRPr>
            </a:pPr>
            <a:r>
              <a:rPr sz="1500" err="1">
                <a:solidFill>
                  <a:srgbClr val="000000"/>
                </a:solidFill>
                <a:latin typeface="Aptos"/>
                <a:ea typeface="Aptos"/>
                <a:cs typeface="Aptos"/>
              </a:rPr>
              <a:t>Felles</a:t>
            </a:r>
            <a:r>
              <a:rPr sz="1500">
                <a:solidFill>
                  <a:srgbClr val="000000"/>
                </a:solidFill>
                <a:latin typeface="Aptos"/>
                <a:ea typeface="Aptos"/>
                <a:cs typeface="Aptos"/>
              </a:rPr>
              <a:t> grain </a:t>
            </a:r>
            <a:r>
              <a:rPr sz="1500" err="1">
                <a:solidFill>
                  <a:srgbClr val="000000"/>
                </a:solidFill>
                <a:latin typeface="Aptos"/>
                <a:ea typeface="Aptos"/>
                <a:cs typeface="Aptos"/>
              </a:rPr>
              <a:t>hindrer</a:t>
            </a:r>
            <a:r>
              <a:rPr sz="1500">
                <a:solidFill>
                  <a:srgbClr val="000000"/>
                </a:solidFill>
                <a:latin typeface="Aptos"/>
                <a:ea typeface="Aptos"/>
                <a:cs typeface="Aptos"/>
              </a:rPr>
              <a:t> </a:t>
            </a:r>
            <a:r>
              <a:rPr sz="1500" err="1">
                <a:solidFill>
                  <a:srgbClr val="000000"/>
                </a:solidFill>
                <a:latin typeface="Aptos"/>
                <a:ea typeface="Aptos"/>
                <a:cs typeface="Aptos"/>
              </a:rPr>
              <a:t>feil</a:t>
            </a:r>
            <a:r>
              <a:rPr sz="1500">
                <a:solidFill>
                  <a:srgbClr val="000000"/>
                </a:solidFill>
                <a:latin typeface="Aptos"/>
                <a:ea typeface="Aptos"/>
                <a:cs typeface="Aptos"/>
              </a:rPr>
              <a:t> </a:t>
            </a:r>
            <a:r>
              <a:rPr sz="1500" err="1">
                <a:solidFill>
                  <a:srgbClr val="000000"/>
                </a:solidFill>
                <a:latin typeface="Aptos"/>
                <a:ea typeface="Aptos"/>
                <a:cs typeface="Aptos"/>
              </a:rPr>
              <a:t>i</a:t>
            </a:r>
            <a:r>
              <a:rPr sz="1500">
                <a:solidFill>
                  <a:srgbClr val="000000"/>
                </a:solidFill>
                <a:latin typeface="Aptos"/>
                <a:ea typeface="Aptos"/>
                <a:cs typeface="Aptos"/>
              </a:rPr>
              <a:t> joiner </a:t>
            </a:r>
            <a:r>
              <a:rPr sz="1500" err="1">
                <a:solidFill>
                  <a:srgbClr val="000000"/>
                </a:solidFill>
                <a:latin typeface="Aptos"/>
                <a:ea typeface="Aptos"/>
                <a:cs typeface="Aptos"/>
              </a:rPr>
              <a:t>og</a:t>
            </a:r>
            <a:r>
              <a:rPr sz="1500">
                <a:solidFill>
                  <a:srgbClr val="000000"/>
                </a:solidFill>
                <a:latin typeface="Aptos"/>
                <a:ea typeface="Aptos"/>
                <a:cs typeface="Aptos"/>
              </a:rPr>
              <a:t> </a:t>
            </a:r>
            <a:r>
              <a:rPr sz="1500" err="1">
                <a:solidFill>
                  <a:srgbClr val="000000"/>
                </a:solidFill>
                <a:latin typeface="Aptos"/>
                <a:ea typeface="Aptos"/>
                <a:cs typeface="Aptos"/>
              </a:rPr>
              <a:t>aggregater</a:t>
            </a:r>
            <a:endParaRPr sz="1500">
              <a:solidFill>
                <a:srgbClr val="000000"/>
              </a:solidFill>
              <a:latin typeface="Aptos"/>
              <a:ea typeface="Aptos"/>
              <a:cs typeface="Aptos"/>
            </a:endParaRPr>
          </a:p>
          <a:p>
            <a:pPr marL="215900" indent="-101600">
              <a:lnSpc>
                <a:spcPct val="100000"/>
              </a:lnSpc>
              <a:spcAft>
                <a:spcPts val="1100"/>
              </a:spcAft>
              <a:buNone/>
              <a:defRPr sz="1500">
                <a:solidFill>
                  <a:srgbClr val="000000"/>
                </a:solidFill>
                <a:latin typeface="Aptos"/>
                <a:ea typeface="Aptos"/>
                <a:cs typeface="Aptos"/>
              </a:defRPr>
            </a:pPr>
            <a:r>
              <a:rPr sz="1500">
                <a:solidFill>
                  <a:srgbClr val="000000"/>
                </a:solidFill>
                <a:latin typeface="Aptos"/>
                <a:ea typeface="Aptos"/>
                <a:cs typeface="Aptos"/>
              </a:rPr>
              <a:t>Marts </a:t>
            </a:r>
            <a:r>
              <a:rPr sz="1500" err="1">
                <a:solidFill>
                  <a:srgbClr val="000000"/>
                </a:solidFill>
                <a:latin typeface="Aptos"/>
                <a:ea typeface="Aptos"/>
                <a:cs typeface="Aptos"/>
              </a:rPr>
              <a:t>gir</a:t>
            </a:r>
            <a:r>
              <a:rPr sz="1500">
                <a:solidFill>
                  <a:srgbClr val="000000"/>
                </a:solidFill>
                <a:latin typeface="Aptos"/>
                <a:ea typeface="Aptos"/>
                <a:cs typeface="Aptos"/>
              </a:rPr>
              <a:t> dashboard </a:t>
            </a:r>
            <a:r>
              <a:rPr sz="1500" err="1">
                <a:solidFill>
                  <a:srgbClr val="000000"/>
                </a:solidFill>
                <a:latin typeface="Aptos"/>
                <a:ea typeface="Aptos"/>
                <a:cs typeface="Aptos"/>
              </a:rPr>
              <a:t>og</a:t>
            </a:r>
            <a:r>
              <a:rPr sz="1500">
                <a:solidFill>
                  <a:srgbClr val="000000"/>
                </a:solidFill>
                <a:latin typeface="Aptos"/>
                <a:ea typeface="Aptos"/>
                <a:cs typeface="Aptos"/>
              </a:rPr>
              <a:t> </a:t>
            </a:r>
            <a:r>
              <a:rPr sz="1500" err="1">
                <a:solidFill>
                  <a:srgbClr val="000000"/>
                </a:solidFill>
                <a:latin typeface="Aptos"/>
                <a:ea typeface="Aptos"/>
                <a:cs typeface="Aptos"/>
              </a:rPr>
              <a:t>modell</a:t>
            </a:r>
            <a:r>
              <a:rPr sz="1500">
                <a:solidFill>
                  <a:srgbClr val="000000"/>
                </a:solidFill>
                <a:latin typeface="Aptos"/>
                <a:ea typeface="Aptos"/>
                <a:cs typeface="Aptos"/>
              </a:rPr>
              <a:t> et </a:t>
            </a:r>
            <a:r>
              <a:rPr sz="1500" err="1">
                <a:solidFill>
                  <a:srgbClr val="000000"/>
                </a:solidFill>
                <a:latin typeface="Aptos"/>
                <a:ea typeface="Aptos"/>
                <a:cs typeface="Aptos"/>
              </a:rPr>
              <a:t>tydelig</a:t>
            </a:r>
            <a:r>
              <a:rPr sz="1500">
                <a:solidFill>
                  <a:srgbClr val="000000"/>
                </a:solidFill>
                <a:latin typeface="Aptos"/>
                <a:ea typeface="Aptos"/>
                <a:cs typeface="Aptos"/>
              </a:rPr>
              <a:t> </a:t>
            </a:r>
            <a:r>
              <a:rPr sz="1500" err="1">
                <a:solidFill>
                  <a:srgbClr val="000000"/>
                </a:solidFill>
                <a:latin typeface="Aptos"/>
                <a:ea typeface="Aptos"/>
                <a:cs typeface="Aptos"/>
              </a:rPr>
              <a:t>grensesnitt</a:t>
            </a:r>
            <a:endParaRPr sz="1500">
              <a:solidFill>
                <a:srgbClr val="000000"/>
              </a:solidFill>
              <a:latin typeface="Aptos"/>
              <a:ea typeface="Aptos"/>
              <a:cs typeface="Aptos"/>
            </a:endParaRPr>
          </a:p>
        </p:txBody>
      </p:sp>
      <p:sp>
        <p:nvSpPr>
          <p:cNvPr id="23" name="Rektangel 22">
            <a:extLst>
              <a:ext uri="{FF2B5EF4-FFF2-40B4-BE49-F238E27FC236}">
                <a16:creationId xmlns:a16="http://schemas.microsoft.com/office/drawing/2014/main" id="{B230227D-0274-4195-A78F-A5E920A693AC}"/>
              </a:ext>
            </a:extLst>
          </p:cNvPr>
          <p:cNvSpPr>
            <a:spLocks noGrp="1"/>
          </p:cNvSpPr>
          <p:nvPr/>
        </p:nvSpPr>
        <p:spPr>
          <a:xfrm>
            <a:off x="400050" y="5857875"/>
            <a:ext cx="11391900" cy="523875"/>
          </a:xfrm>
          <a:prstGeom prst="rect">
            <a:avLst/>
          </a:prstGeom>
          <a:solidFill>
            <a:srgbClr val="F2EFED"/>
          </a:solidFill>
          <a:ln w="0">
            <a:noFill/>
          </a:ln>
        </p:spPr>
        <p:txBody>
          <a:bodyPr/>
          <a:lstStyle/>
          <a:p>
            <a:endParaRPr lang="nb-NO"/>
          </a:p>
        </p:txBody>
      </p:sp>
      <p:sp>
        <p:nvSpPr>
          <p:cNvPr id="24" name="Rektangel 23">
            <a:extLst>
              <a:ext uri="{FF2B5EF4-FFF2-40B4-BE49-F238E27FC236}">
                <a16:creationId xmlns:a16="http://schemas.microsoft.com/office/drawing/2014/main" id="{F19B7935-94DC-4934-B4F4-FD00E6209774}"/>
              </a:ext>
            </a:extLst>
          </p:cNvPr>
          <p:cNvSpPr>
            <a:spLocks noGrp="1"/>
          </p:cNvSpPr>
          <p:nvPr/>
        </p:nvSpPr>
        <p:spPr>
          <a:xfrm>
            <a:off x="552450" y="5981700"/>
            <a:ext cx="1381125" cy="228600"/>
          </a:xfrm>
          <a:prstGeom prst="rect">
            <a:avLst/>
          </a:prstGeom>
          <a:noFill/>
          <a:ln w="0">
            <a:noFill/>
          </a:ln>
        </p:spPr>
        <p:txBody>
          <a:bodyPr anchor="t">
            <a:noAutofit/>
          </a:bodyPr>
          <a:lstStyle/>
          <a:p>
            <a:pPr algn="l">
              <a:lnSpc>
                <a:spcPct val="100000"/>
              </a:lnSpc>
              <a:buNone/>
              <a:defRPr sz="1050" b="1">
                <a:solidFill>
                  <a:srgbClr val="E55158"/>
                </a:solidFill>
                <a:latin typeface="Aptos"/>
                <a:ea typeface="Aptos"/>
                <a:cs typeface="Aptos"/>
              </a:defRPr>
            </a:pPr>
            <a:r>
              <a:rPr sz="1050" b="1">
                <a:solidFill>
                  <a:srgbClr val="E55158"/>
                </a:solidFill>
                <a:latin typeface="Aptos"/>
                <a:ea typeface="Aptos"/>
                <a:cs typeface="Aptos"/>
              </a:rPr>
              <a:t>RESULTAT</a:t>
            </a:r>
          </a:p>
        </p:txBody>
      </p:sp>
      <p:sp>
        <p:nvSpPr>
          <p:cNvPr id="25" name="Rektangel 24">
            <a:extLst>
              <a:ext uri="{FF2B5EF4-FFF2-40B4-BE49-F238E27FC236}">
                <a16:creationId xmlns:a16="http://schemas.microsoft.com/office/drawing/2014/main" id="{2DC7D705-15BF-458D-B8E6-83DD4B0603D6}"/>
              </a:ext>
            </a:extLst>
          </p:cNvPr>
          <p:cNvSpPr>
            <a:spLocks noGrp="1"/>
          </p:cNvSpPr>
          <p:nvPr/>
        </p:nvSpPr>
        <p:spPr>
          <a:xfrm>
            <a:off x="1924050" y="5943600"/>
            <a:ext cx="9620250" cy="285750"/>
          </a:xfrm>
          <a:prstGeom prst="rect">
            <a:avLst/>
          </a:prstGeom>
          <a:noFill/>
          <a:ln w="0">
            <a:noFill/>
          </a:ln>
        </p:spPr>
        <p:txBody>
          <a:bodyPr anchor="ctr">
            <a:noAutofit/>
          </a:bodyPr>
          <a:lstStyle/>
          <a:p>
            <a:pPr algn="l">
              <a:lnSpc>
                <a:spcPct val="100000"/>
              </a:lnSpc>
              <a:buNone/>
              <a:defRPr sz="1350" b="1">
                <a:solidFill>
                  <a:srgbClr val="000000"/>
                </a:solidFill>
                <a:latin typeface="Aptos"/>
                <a:ea typeface="Aptos"/>
                <a:cs typeface="Aptos"/>
              </a:defRPr>
            </a:pPr>
            <a:r>
              <a:rPr sz="1350" b="1">
                <a:solidFill>
                  <a:srgbClr val="000000"/>
                </a:solidFill>
                <a:latin typeface="Aptos"/>
                <a:ea typeface="Aptos"/>
                <a:cs typeface="Aptos"/>
              </a:rPr>
              <a:t>gold.mart_fangst_uke og gold.mart_fangstprognose</a:t>
            </a:r>
          </a:p>
        </p:txBody>
      </p:sp>
    </p:spTree>
    <p:extLst>
      <p:ext uri="{BB962C8B-B14F-4D97-AF65-F5344CB8AC3E}">
        <p14:creationId xmlns:p14="http://schemas.microsoft.com/office/powerpoint/2010/main" val="10676728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26" name="eyebrow">
            <a:extLst>
              <a:ext uri="{FF2B5EF4-FFF2-40B4-BE49-F238E27FC236}">
                <a16:creationId xmlns:a16="http://schemas.microsoft.com/office/drawing/2014/main" id="{5E6D1A71-BB48-4222-9991-180818982F9F}"/>
              </a:ext>
            </a:extLst>
          </p:cNvPr>
          <p:cNvSpPr>
            <a:spLocks noGrp="1"/>
          </p:cNvSpPr>
          <p:nvPr/>
        </p:nvSpPr>
        <p:spPr>
          <a:xfrm>
            <a:off x="400050" y="228600"/>
            <a:ext cx="3143250" cy="209550"/>
          </a:xfrm>
          <a:prstGeom prst="rect">
            <a:avLst/>
          </a:prstGeom>
          <a:noFill/>
          <a:ln w="0">
            <a:noFill/>
          </a:ln>
        </p:spPr>
        <p:txBody>
          <a:bodyPr anchor="t">
            <a:noAutofit/>
          </a:bodyPr>
          <a:lstStyle/>
          <a:p>
            <a:pPr algn="l">
              <a:lnSpc>
                <a:spcPct val="100000"/>
              </a:lnSpc>
              <a:buNone/>
              <a:defRPr sz="975" b="1">
                <a:solidFill>
                  <a:srgbClr val="E55158"/>
                </a:solidFill>
                <a:latin typeface="Aptos"/>
                <a:ea typeface="Aptos"/>
                <a:cs typeface="Aptos"/>
              </a:defRPr>
            </a:pPr>
            <a:r>
              <a:rPr sz="975" b="1">
                <a:solidFill>
                  <a:srgbClr val="E55158"/>
                </a:solidFill>
                <a:latin typeface="Aptos"/>
                <a:ea typeface="Aptos"/>
                <a:cs typeface="Aptos"/>
              </a:rPr>
              <a:t>PRAKTISK OPPGAVE</a:t>
            </a:r>
          </a:p>
        </p:txBody>
      </p:sp>
      <p:sp>
        <p:nvSpPr>
          <p:cNvPr id="2" name="slide-title">
            <a:extLst>
              <a:ext uri="{FF2B5EF4-FFF2-40B4-BE49-F238E27FC236}">
                <a16:creationId xmlns:a16="http://schemas.microsoft.com/office/drawing/2014/main" id="{434DF7B3-4E9C-4623-9901-EA27F439BDAC}"/>
              </a:ext>
            </a:extLst>
          </p:cNvPr>
          <p:cNvSpPr>
            <a:spLocks noGrp="1"/>
          </p:cNvSpPr>
          <p:nvPr/>
        </p:nvSpPr>
        <p:spPr>
          <a:xfrm>
            <a:off x="400050" y="476250"/>
            <a:ext cx="10668000" cy="609600"/>
          </a:xfrm>
          <a:prstGeom prst="rect">
            <a:avLst/>
          </a:prstGeom>
          <a:noFill/>
          <a:ln w="0">
            <a:noFill/>
          </a:ln>
        </p:spPr>
        <p:txBody>
          <a:bodyPr anchor="t">
            <a:noAutofit/>
          </a:bodyPr>
          <a:lstStyle/>
          <a:p>
            <a:pPr algn="l">
              <a:lnSpc>
                <a:spcPct val="100000"/>
              </a:lnSpc>
              <a:buNone/>
              <a:defRPr sz="2850" b="1">
                <a:solidFill>
                  <a:srgbClr val="000000"/>
                </a:solidFill>
                <a:latin typeface="Aptos Display"/>
                <a:ea typeface="Aptos Display"/>
                <a:cs typeface="Aptos Display"/>
              </a:defRPr>
            </a:pPr>
            <a:r>
              <a:rPr sz="2850" b="1">
                <a:solidFill>
                  <a:srgbClr val="000000"/>
                </a:solidFill>
                <a:latin typeface="Aptos Display"/>
                <a:ea typeface="Aptos Display"/>
                <a:cs typeface="Aptos Display"/>
              </a:rPr>
              <a:t>Oppgave 04: Maskinlæring</a:t>
            </a:r>
          </a:p>
        </p:txBody>
      </p:sp>
      <p:sp>
        <p:nvSpPr>
          <p:cNvPr id="3" name="Rett linje 2">
            <a:extLst>
              <a:ext uri="{FF2B5EF4-FFF2-40B4-BE49-F238E27FC236}">
                <a16:creationId xmlns:a16="http://schemas.microsoft.com/office/drawing/2014/main" id="{9ACBAE1C-F3F2-464F-998B-75FA6FA5E4DC}"/>
              </a:ext>
            </a:extLst>
          </p:cNvPr>
          <p:cNvSpPr>
            <a:spLocks noGrp="1"/>
          </p:cNvSpPr>
          <p:nvPr/>
        </p:nvSpPr>
        <p:spPr>
          <a:xfrm>
            <a:off x="400050" y="1152525"/>
            <a:ext cx="1171575" cy="1"/>
          </a:xfrm>
          <a:prstGeom prst="line">
            <a:avLst/>
          </a:prstGeom>
          <a:noFill/>
          <a:ln w="19050">
            <a:solidFill>
              <a:srgbClr val="FF3D47"/>
            </a:solidFill>
          </a:ln>
        </p:spPr>
        <p:txBody>
          <a:bodyPr/>
          <a:lstStyle/>
          <a:p>
            <a:endParaRPr lang="nb-NO"/>
          </a:p>
        </p:txBody>
      </p:sp>
      <p:sp>
        <p:nvSpPr>
          <p:cNvPr id="4" name="Rektangel 3">
            <a:extLst>
              <a:ext uri="{FF2B5EF4-FFF2-40B4-BE49-F238E27FC236}">
                <a16:creationId xmlns:a16="http://schemas.microsoft.com/office/drawing/2014/main" id="{A074DC44-C28D-42A6-9CFC-B6CFACB2D992}"/>
              </a:ext>
            </a:extLst>
          </p:cNvPr>
          <p:cNvSpPr>
            <a:spLocks noGrp="1"/>
          </p:cNvSpPr>
          <p:nvPr/>
        </p:nvSpPr>
        <p:spPr>
          <a:xfrm>
            <a:off x="400050" y="1352550"/>
            <a:ext cx="1752600" cy="533400"/>
          </a:xfrm>
          <a:prstGeom prst="rect">
            <a:avLst/>
          </a:prstGeom>
          <a:solidFill>
            <a:srgbClr val="CCC1BC"/>
          </a:solidFill>
          <a:ln w="0">
            <a:noFill/>
          </a:ln>
        </p:spPr>
        <p:txBody>
          <a:bodyPr/>
          <a:lstStyle/>
          <a:p>
            <a:endParaRPr lang="nb-NO"/>
          </a:p>
        </p:txBody>
      </p:sp>
      <p:sp>
        <p:nvSpPr>
          <p:cNvPr id="5" name="Rektangel 4">
            <a:extLst>
              <a:ext uri="{FF2B5EF4-FFF2-40B4-BE49-F238E27FC236}">
                <a16:creationId xmlns:a16="http://schemas.microsoft.com/office/drawing/2014/main" id="{1ADD804E-F681-4B44-AE0F-BA694A357452}"/>
              </a:ext>
            </a:extLst>
          </p:cNvPr>
          <p:cNvSpPr>
            <a:spLocks noGrp="1"/>
          </p:cNvSpPr>
          <p:nvPr/>
        </p:nvSpPr>
        <p:spPr>
          <a:xfrm>
            <a:off x="400050" y="1381125"/>
            <a:ext cx="1752600" cy="476250"/>
          </a:xfrm>
          <a:prstGeom prst="rect">
            <a:avLst/>
          </a:prstGeom>
          <a:noFill/>
          <a:ln w="0">
            <a:noFill/>
          </a:ln>
        </p:spPr>
        <p:txBody>
          <a:bodyPr anchor="ctr">
            <a:noAutofit/>
          </a:bodyPr>
          <a:lstStyle/>
          <a:p>
            <a:pPr algn="ctr">
              <a:lnSpc>
                <a:spcPct val="100000"/>
              </a:lnSpc>
              <a:buNone/>
              <a:defRPr sz="1350" b="0">
                <a:solidFill>
                  <a:srgbClr val="000000"/>
                </a:solidFill>
                <a:latin typeface="Aptos"/>
                <a:ea typeface="Aptos"/>
                <a:cs typeface="Aptos"/>
              </a:defRPr>
            </a:pPr>
            <a:r>
              <a:rPr sz="1350" b="0">
                <a:solidFill>
                  <a:srgbClr val="000000"/>
                </a:solidFill>
                <a:latin typeface="Aptos"/>
                <a:ea typeface="Aptos"/>
                <a:cs typeface="Aptos"/>
              </a:rPr>
              <a:t>Oppsett</a:t>
            </a:r>
          </a:p>
        </p:txBody>
      </p:sp>
      <p:sp>
        <p:nvSpPr>
          <p:cNvPr id="6" name="Rektangel 5">
            <a:extLst>
              <a:ext uri="{FF2B5EF4-FFF2-40B4-BE49-F238E27FC236}">
                <a16:creationId xmlns:a16="http://schemas.microsoft.com/office/drawing/2014/main" id="{B06F1188-F5D8-4FE5-897C-1CF4AEFB0BE5}"/>
              </a:ext>
            </a:extLst>
          </p:cNvPr>
          <p:cNvSpPr>
            <a:spLocks noGrp="1"/>
          </p:cNvSpPr>
          <p:nvPr/>
        </p:nvSpPr>
        <p:spPr>
          <a:xfrm>
            <a:off x="2295525" y="1352550"/>
            <a:ext cx="1752600" cy="533400"/>
          </a:xfrm>
          <a:prstGeom prst="rect">
            <a:avLst/>
          </a:prstGeom>
          <a:solidFill>
            <a:srgbClr val="CCC1BC"/>
          </a:solidFill>
          <a:ln w="0">
            <a:noFill/>
          </a:ln>
        </p:spPr>
        <p:txBody>
          <a:bodyPr/>
          <a:lstStyle/>
          <a:p>
            <a:endParaRPr lang="nb-NO"/>
          </a:p>
        </p:txBody>
      </p:sp>
      <p:sp>
        <p:nvSpPr>
          <p:cNvPr id="7" name="Rektangel 6">
            <a:extLst>
              <a:ext uri="{FF2B5EF4-FFF2-40B4-BE49-F238E27FC236}">
                <a16:creationId xmlns:a16="http://schemas.microsoft.com/office/drawing/2014/main" id="{5A58F651-BBB6-4024-A720-707A9760F538}"/>
              </a:ext>
            </a:extLst>
          </p:cNvPr>
          <p:cNvSpPr>
            <a:spLocks noGrp="1"/>
          </p:cNvSpPr>
          <p:nvPr/>
        </p:nvSpPr>
        <p:spPr>
          <a:xfrm>
            <a:off x="2295525" y="1381125"/>
            <a:ext cx="1752600" cy="476250"/>
          </a:xfrm>
          <a:prstGeom prst="rect">
            <a:avLst/>
          </a:prstGeom>
          <a:noFill/>
          <a:ln w="0">
            <a:noFill/>
          </a:ln>
        </p:spPr>
        <p:txBody>
          <a:bodyPr anchor="ctr">
            <a:noAutofit/>
          </a:bodyPr>
          <a:lstStyle/>
          <a:p>
            <a:pPr algn="ctr">
              <a:lnSpc>
                <a:spcPct val="100000"/>
              </a:lnSpc>
              <a:buNone/>
              <a:defRPr sz="1350" b="0">
                <a:solidFill>
                  <a:srgbClr val="000000"/>
                </a:solidFill>
                <a:latin typeface="Aptos"/>
                <a:ea typeface="Aptos"/>
                <a:cs typeface="Aptos"/>
              </a:defRPr>
            </a:pPr>
            <a:r>
              <a:rPr sz="1350" b="0">
                <a:solidFill>
                  <a:srgbClr val="000000"/>
                </a:solidFill>
                <a:latin typeface="Aptos"/>
                <a:ea typeface="Aptos"/>
                <a:cs typeface="Aptos"/>
              </a:rPr>
              <a:t>Bronze</a:t>
            </a:r>
          </a:p>
        </p:txBody>
      </p:sp>
      <p:sp>
        <p:nvSpPr>
          <p:cNvPr id="8" name="Rektangel 7">
            <a:extLst>
              <a:ext uri="{FF2B5EF4-FFF2-40B4-BE49-F238E27FC236}">
                <a16:creationId xmlns:a16="http://schemas.microsoft.com/office/drawing/2014/main" id="{EA2467FC-2234-4F1A-A6BE-63BF23DC00CD}"/>
              </a:ext>
            </a:extLst>
          </p:cNvPr>
          <p:cNvSpPr>
            <a:spLocks noGrp="1"/>
          </p:cNvSpPr>
          <p:nvPr/>
        </p:nvSpPr>
        <p:spPr>
          <a:xfrm>
            <a:off x="4191000" y="1352550"/>
            <a:ext cx="1752600" cy="533400"/>
          </a:xfrm>
          <a:prstGeom prst="rect">
            <a:avLst/>
          </a:prstGeom>
          <a:solidFill>
            <a:srgbClr val="CCC1BC"/>
          </a:solidFill>
          <a:ln w="0">
            <a:noFill/>
          </a:ln>
        </p:spPr>
        <p:txBody>
          <a:bodyPr/>
          <a:lstStyle/>
          <a:p>
            <a:endParaRPr lang="nb-NO"/>
          </a:p>
        </p:txBody>
      </p:sp>
      <p:sp>
        <p:nvSpPr>
          <p:cNvPr id="9" name="Rektangel 8">
            <a:extLst>
              <a:ext uri="{FF2B5EF4-FFF2-40B4-BE49-F238E27FC236}">
                <a16:creationId xmlns:a16="http://schemas.microsoft.com/office/drawing/2014/main" id="{31B09754-10A9-4A0C-B69D-97A62426E506}"/>
              </a:ext>
            </a:extLst>
          </p:cNvPr>
          <p:cNvSpPr>
            <a:spLocks noGrp="1"/>
          </p:cNvSpPr>
          <p:nvPr/>
        </p:nvSpPr>
        <p:spPr>
          <a:xfrm>
            <a:off x="4191000" y="1381125"/>
            <a:ext cx="1752600" cy="476250"/>
          </a:xfrm>
          <a:prstGeom prst="rect">
            <a:avLst/>
          </a:prstGeom>
          <a:noFill/>
          <a:ln w="0">
            <a:noFill/>
          </a:ln>
        </p:spPr>
        <p:txBody>
          <a:bodyPr anchor="ctr">
            <a:noAutofit/>
          </a:bodyPr>
          <a:lstStyle/>
          <a:p>
            <a:pPr algn="ctr">
              <a:lnSpc>
                <a:spcPct val="100000"/>
              </a:lnSpc>
              <a:buNone/>
              <a:defRPr sz="1350" b="0">
                <a:solidFill>
                  <a:srgbClr val="000000"/>
                </a:solidFill>
                <a:latin typeface="Aptos"/>
                <a:ea typeface="Aptos"/>
                <a:cs typeface="Aptos"/>
              </a:defRPr>
            </a:pPr>
            <a:r>
              <a:rPr sz="1350" b="0">
                <a:solidFill>
                  <a:srgbClr val="000000"/>
                </a:solidFill>
                <a:latin typeface="Aptos"/>
                <a:ea typeface="Aptos"/>
                <a:cs typeface="Aptos"/>
              </a:rPr>
              <a:t>Silver</a:t>
            </a:r>
          </a:p>
        </p:txBody>
      </p:sp>
      <p:sp>
        <p:nvSpPr>
          <p:cNvPr id="10" name="Rektangel 9">
            <a:extLst>
              <a:ext uri="{FF2B5EF4-FFF2-40B4-BE49-F238E27FC236}">
                <a16:creationId xmlns:a16="http://schemas.microsoft.com/office/drawing/2014/main" id="{9580D156-0B4E-4737-A166-1215E9E25BBC}"/>
              </a:ext>
            </a:extLst>
          </p:cNvPr>
          <p:cNvSpPr>
            <a:spLocks noGrp="1"/>
          </p:cNvSpPr>
          <p:nvPr/>
        </p:nvSpPr>
        <p:spPr>
          <a:xfrm>
            <a:off x="6086475" y="1352550"/>
            <a:ext cx="1752600" cy="533400"/>
          </a:xfrm>
          <a:prstGeom prst="rect">
            <a:avLst/>
          </a:prstGeom>
          <a:solidFill>
            <a:srgbClr val="CCC1BC"/>
          </a:solidFill>
          <a:ln w="0">
            <a:noFill/>
          </a:ln>
        </p:spPr>
        <p:txBody>
          <a:bodyPr/>
          <a:lstStyle/>
          <a:p>
            <a:endParaRPr lang="nb-NO"/>
          </a:p>
        </p:txBody>
      </p:sp>
      <p:sp>
        <p:nvSpPr>
          <p:cNvPr id="11" name="Rektangel 10">
            <a:extLst>
              <a:ext uri="{FF2B5EF4-FFF2-40B4-BE49-F238E27FC236}">
                <a16:creationId xmlns:a16="http://schemas.microsoft.com/office/drawing/2014/main" id="{A7F45B0D-C6B1-4CF7-A771-F28D49B758FD}"/>
              </a:ext>
            </a:extLst>
          </p:cNvPr>
          <p:cNvSpPr>
            <a:spLocks noGrp="1"/>
          </p:cNvSpPr>
          <p:nvPr/>
        </p:nvSpPr>
        <p:spPr>
          <a:xfrm>
            <a:off x="6086475" y="1381125"/>
            <a:ext cx="1752600" cy="476250"/>
          </a:xfrm>
          <a:prstGeom prst="rect">
            <a:avLst/>
          </a:prstGeom>
          <a:noFill/>
          <a:ln w="0">
            <a:noFill/>
          </a:ln>
        </p:spPr>
        <p:txBody>
          <a:bodyPr anchor="ctr">
            <a:noAutofit/>
          </a:bodyPr>
          <a:lstStyle/>
          <a:p>
            <a:pPr algn="ctr">
              <a:lnSpc>
                <a:spcPct val="100000"/>
              </a:lnSpc>
              <a:buNone/>
              <a:defRPr sz="1350" b="0">
                <a:solidFill>
                  <a:srgbClr val="000000"/>
                </a:solidFill>
                <a:latin typeface="Aptos"/>
                <a:ea typeface="Aptos"/>
                <a:cs typeface="Aptos"/>
              </a:defRPr>
            </a:pPr>
            <a:r>
              <a:rPr sz="1350" b="0">
                <a:solidFill>
                  <a:srgbClr val="000000"/>
                </a:solidFill>
                <a:latin typeface="Aptos"/>
                <a:ea typeface="Aptos"/>
                <a:cs typeface="Aptos"/>
              </a:rPr>
              <a:t>Gold</a:t>
            </a:r>
          </a:p>
        </p:txBody>
      </p:sp>
      <p:sp>
        <p:nvSpPr>
          <p:cNvPr id="12" name="Rektangel 11">
            <a:extLst>
              <a:ext uri="{FF2B5EF4-FFF2-40B4-BE49-F238E27FC236}">
                <a16:creationId xmlns:a16="http://schemas.microsoft.com/office/drawing/2014/main" id="{FA96BEFB-A044-470C-9F68-1D3C416082FD}"/>
              </a:ext>
            </a:extLst>
          </p:cNvPr>
          <p:cNvSpPr>
            <a:spLocks noGrp="1"/>
          </p:cNvSpPr>
          <p:nvPr/>
        </p:nvSpPr>
        <p:spPr>
          <a:xfrm>
            <a:off x="7981950" y="1352550"/>
            <a:ext cx="1752600" cy="533400"/>
          </a:xfrm>
          <a:prstGeom prst="rect">
            <a:avLst/>
          </a:prstGeom>
          <a:solidFill>
            <a:srgbClr val="FF3D47"/>
          </a:solidFill>
          <a:ln w="0">
            <a:noFill/>
          </a:ln>
        </p:spPr>
        <p:txBody>
          <a:bodyPr/>
          <a:lstStyle/>
          <a:p>
            <a:endParaRPr lang="nb-NO"/>
          </a:p>
        </p:txBody>
      </p:sp>
      <p:sp>
        <p:nvSpPr>
          <p:cNvPr id="13" name="Rektangel 12">
            <a:extLst>
              <a:ext uri="{FF2B5EF4-FFF2-40B4-BE49-F238E27FC236}">
                <a16:creationId xmlns:a16="http://schemas.microsoft.com/office/drawing/2014/main" id="{AEAE1D7A-F55E-451F-9645-799B697DDFA0}"/>
              </a:ext>
            </a:extLst>
          </p:cNvPr>
          <p:cNvSpPr>
            <a:spLocks noGrp="1"/>
          </p:cNvSpPr>
          <p:nvPr/>
        </p:nvSpPr>
        <p:spPr>
          <a:xfrm>
            <a:off x="7981950" y="1381125"/>
            <a:ext cx="1752600" cy="476250"/>
          </a:xfrm>
          <a:prstGeom prst="rect">
            <a:avLst/>
          </a:prstGeom>
          <a:noFill/>
          <a:ln w="0">
            <a:noFill/>
          </a:ln>
        </p:spPr>
        <p:txBody>
          <a:bodyPr anchor="ctr">
            <a:noAutofit/>
          </a:bodyPr>
          <a:lstStyle/>
          <a:p>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Maskinlæring</a:t>
            </a:r>
          </a:p>
        </p:txBody>
      </p:sp>
      <p:sp>
        <p:nvSpPr>
          <p:cNvPr id="14" name="Rektangel 13">
            <a:extLst>
              <a:ext uri="{FF2B5EF4-FFF2-40B4-BE49-F238E27FC236}">
                <a16:creationId xmlns:a16="http://schemas.microsoft.com/office/drawing/2014/main" id="{5F2DFB3A-3E9B-4B58-9C26-DE48FB7FE0D1}"/>
              </a:ext>
            </a:extLst>
          </p:cNvPr>
          <p:cNvSpPr>
            <a:spLocks noGrp="1"/>
          </p:cNvSpPr>
          <p:nvPr/>
        </p:nvSpPr>
        <p:spPr>
          <a:xfrm>
            <a:off x="9877425" y="1352550"/>
            <a:ext cx="1752600" cy="533400"/>
          </a:xfrm>
          <a:prstGeom prst="rect">
            <a:avLst/>
          </a:prstGeom>
          <a:solidFill>
            <a:srgbClr val="CCC1BC"/>
          </a:solidFill>
          <a:ln w="0">
            <a:noFill/>
          </a:ln>
        </p:spPr>
        <p:txBody>
          <a:bodyPr/>
          <a:lstStyle/>
          <a:p>
            <a:endParaRPr lang="nb-NO"/>
          </a:p>
        </p:txBody>
      </p:sp>
      <p:sp>
        <p:nvSpPr>
          <p:cNvPr id="15" name="Rektangel 14">
            <a:extLst>
              <a:ext uri="{FF2B5EF4-FFF2-40B4-BE49-F238E27FC236}">
                <a16:creationId xmlns:a16="http://schemas.microsoft.com/office/drawing/2014/main" id="{DD3BD54A-5E65-4CB2-A664-BC3489F8FC92}"/>
              </a:ext>
            </a:extLst>
          </p:cNvPr>
          <p:cNvSpPr>
            <a:spLocks noGrp="1"/>
          </p:cNvSpPr>
          <p:nvPr/>
        </p:nvSpPr>
        <p:spPr>
          <a:xfrm>
            <a:off x="9877425" y="1381125"/>
            <a:ext cx="1752600" cy="476250"/>
          </a:xfrm>
          <a:prstGeom prst="rect">
            <a:avLst/>
          </a:prstGeom>
          <a:noFill/>
          <a:ln w="0">
            <a:noFill/>
          </a:ln>
        </p:spPr>
        <p:txBody>
          <a:bodyPr anchor="ctr">
            <a:noAutofit/>
          </a:bodyPr>
          <a:lstStyle/>
          <a:p>
            <a:pPr algn="ctr">
              <a:lnSpc>
                <a:spcPct val="100000"/>
              </a:lnSpc>
              <a:buNone/>
              <a:defRPr sz="1350" b="0">
                <a:solidFill>
                  <a:srgbClr val="000000"/>
                </a:solidFill>
                <a:latin typeface="Aptos"/>
                <a:ea typeface="Aptos"/>
                <a:cs typeface="Aptos"/>
              </a:defRPr>
            </a:pPr>
            <a:r>
              <a:rPr sz="1350" b="0">
                <a:solidFill>
                  <a:srgbClr val="000000"/>
                </a:solidFill>
                <a:latin typeface="Aptos"/>
                <a:ea typeface="Aptos"/>
                <a:cs typeface="Aptos"/>
              </a:rPr>
              <a:t>Dashboard</a:t>
            </a:r>
          </a:p>
        </p:txBody>
      </p:sp>
      <p:sp>
        <p:nvSpPr>
          <p:cNvPr id="16" name="Rektangel 15">
            <a:extLst>
              <a:ext uri="{FF2B5EF4-FFF2-40B4-BE49-F238E27FC236}">
                <a16:creationId xmlns:a16="http://schemas.microsoft.com/office/drawing/2014/main" id="{AD7AB766-4FF6-4232-AABF-1220EBFAB773}"/>
              </a:ext>
            </a:extLst>
          </p:cNvPr>
          <p:cNvSpPr>
            <a:spLocks noGrp="1"/>
          </p:cNvSpPr>
          <p:nvPr/>
        </p:nvSpPr>
        <p:spPr>
          <a:xfrm>
            <a:off x="552450" y="2152650"/>
            <a:ext cx="4953000" cy="361950"/>
          </a:xfrm>
          <a:prstGeom prst="rect">
            <a:avLst/>
          </a:prstGeom>
          <a:noFill/>
          <a:ln w="0">
            <a:noFill/>
          </a:ln>
        </p:spPr>
        <p:txBody>
          <a:bodyPr anchor="t">
            <a:noAutofit/>
          </a:bodyPr>
          <a:lstStyle/>
          <a:p>
            <a:pPr algn="l">
              <a:lnSpc>
                <a:spcPct val="100000"/>
              </a:lnSpc>
              <a:buNone/>
              <a:defRPr sz="1875" b="1">
                <a:solidFill>
                  <a:srgbClr val="000000"/>
                </a:solidFill>
                <a:latin typeface="Aptos Display"/>
                <a:ea typeface="Aptos Display"/>
                <a:cs typeface="Aptos Display"/>
              </a:defRPr>
            </a:pPr>
            <a:r>
              <a:rPr sz="1875" b="1">
                <a:solidFill>
                  <a:srgbClr val="000000"/>
                </a:solidFill>
                <a:latin typeface="Aptos Display"/>
                <a:ea typeface="Aptos Display"/>
                <a:cs typeface="Aptos Display"/>
              </a:rPr>
              <a:t>Dette gjør deltakerne</a:t>
            </a:r>
          </a:p>
        </p:txBody>
      </p:sp>
      <p:sp>
        <p:nvSpPr>
          <p:cNvPr id="17" name="Rett linje 16">
            <a:extLst>
              <a:ext uri="{FF2B5EF4-FFF2-40B4-BE49-F238E27FC236}">
                <a16:creationId xmlns:a16="http://schemas.microsoft.com/office/drawing/2014/main" id="{DE4BD1CC-1B18-4427-8EBC-D42B68EDED5D}"/>
              </a:ext>
            </a:extLst>
          </p:cNvPr>
          <p:cNvSpPr>
            <a:spLocks noGrp="1"/>
          </p:cNvSpPr>
          <p:nvPr/>
        </p:nvSpPr>
        <p:spPr>
          <a:xfrm>
            <a:off x="552450" y="2533650"/>
            <a:ext cx="914400" cy="1"/>
          </a:xfrm>
          <a:prstGeom prst="line">
            <a:avLst/>
          </a:prstGeom>
          <a:noFill/>
          <a:ln w="19050">
            <a:solidFill>
              <a:srgbClr val="FF3D47"/>
            </a:solidFill>
          </a:ln>
        </p:spPr>
        <p:txBody>
          <a:bodyPr/>
          <a:lstStyle/>
          <a:p>
            <a:endParaRPr lang="nb-NO"/>
          </a:p>
        </p:txBody>
      </p:sp>
      <p:sp>
        <p:nvSpPr>
          <p:cNvPr id="18" name="Rektangel 17">
            <a:extLst>
              <a:ext uri="{FF2B5EF4-FFF2-40B4-BE49-F238E27FC236}">
                <a16:creationId xmlns:a16="http://schemas.microsoft.com/office/drawing/2014/main" id="{0258B1B7-9E67-4E1D-A360-63EAC4A073BE}"/>
              </a:ext>
            </a:extLst>
          </p:cNvPr>
          <p:cNvSpPr>
            <a:spLocks noGrp="1"/>
          </p:cNvSpPr>
          <p:nvPr/>
        </p:nvSpPr>
        <p:spPr>
          <a:xfrm>
            <a:off x="552450" y="2647950"/>
            <a:ext cx="4857750" cy="2476500"/>
          </a:xfrm>
          <a:prstGeom prst="rect">
            <a:avLst/>
          </a:prstGeom>
          <a:noFill/>
          <a:ln w="0">
            <a:noFill/>
          </a:ln>
        </p:spPr>
        <p:txBody>
          <a:bodyPr>
            <a:noAutofit/>
          </a:bodyPr>
          <a:lstStyle/>
          <a:p>
            <a:pPr marL="215900" indent="-101600">
              <a:lnSpc>
                <a:spcPct val="100000"/>
              </a:lnSpc>
              <a:spcAft>
                <a:spcPts val="1100"/>
              </a:spcAft>
              <a:buNone/>
              <a:defRPr sz="1500">
                <a:solidFill>
                  <a:srgbClr val="000000"/>
                </a:solidFill>
                <a:latin typeface="Aptos"/>
                <a:ea typeface="Aptos"/>
                <a:cs typeface="Aptos"/>
              </a:defRPr>
            </a:pPr>
            <a:r>
              <a:rPr sz="1500">
                <a:solidFill>
                  <a:srgbClr val="000000"/>
                </a:solidFill>
                <a:latin typeface="Aptos"/>
                <a:ea typeface="Aptos"/>
                <a:cs typeface="Aptos"/>
              </a:rPr>
              <a:t>Bruker laggede verdier, glidende snitt, fartøydata, havforhold og sesong</a:t>
            </a:r>
          </a:p>
          <a:p>
            <a:pPr marL="215900" indent="-101600">
              <a:lnSpc>
                <a:spcPct val="100000"/>
              </a:lnSpc>
              <a:spcAft>
                <a:spcPts val="1100"/>
              </a:spcAft>
              <a:buNone/>
              <a:defRPr sz="1500">
                <a:solidFill>
                  <a:srgbClr val="000000"/>
                </a:solidFill>
                <a:latin typeface="Aptos"/>
                <a:ea typeface="Aptos"/>
                <a:cs typeface="Aptos"/>
              </a:defRPr>
            </a:pPr>
            <a:r>
              <a:rPr sz="1500">
                <a:solidFill>
                  <a:srgbClr val="000000"/>
                </a:solidFill>
                <a:latin typeface="Aptos"/>
                <a:ea typeface="Aptos"/>
                <a:cs typeface="Aptos"/>
              </a:rPr>
              <a:t>Trener på tidligere uker og tester på senere uker</a:t>
            </a:r>
          </a:p>
          <a:p>
            <a:pPr marL="215900" indent="-101600">
              <a:lnSpc>
                <a:spcPct val="100000"/>
              </a:lnSpc>
              <a:spcAft>
                <a:spcPts val="1100"/>
              </a:spcAft>
              <a:buNone/>
              <a:defRPr sz="1500">
                <a:solidFill>
                  <a:srgbClr val="000000"/>
                </a:solidFill>
                <a:latin typeface="Aptos"/>
                <a:ea typeface="Aptos"/>
                <a:cs typeface="Aptos"/>
              </a:defRPr>
            </a:pPr>
            <a:r>
              <a:rPr sz="1500">
                <a:solidFill>
                  <a:srgbClr val="000000"/>
                </a:solidFill>
                <a:latin typeface="Aptos"/>
                <a:ea typeface="Aptos"/>
                <a:cs typeface="Aptos"/>
              </a:rPr>
              <a:t>Sammenligner prognoser med WMAPE</a:t>
            </a:r>
          </a:p>
        </p:txBody>
      </p:sp>
      <p:sp>
        <p:nvSpPr>
          <p:cNvPr id="19" name="Rett linje 18">
            <a:extLst>
              <a:ext uri="{FF2B5EF4-FFF2-40B4-BE49-F238E27FC236}">
                <a16:creationId xmlns:a16="http://schemas.microsoft.com/office/drawing/2014/main" id="{56F3EFE4-ED70-4B50-AE01-5D3F5E6ED502}"/>
              </a:ext>
            </a:extLst>
          </p:cNvPr>
          <p:cNvSpPr>
            <a:spLocks noGrp="1"/>
          </p:cNvSpPr>
          <p:nvPr/>
        </p:nvSpPr>
        <p:spPr>
          <a:xfrm>
            <a:off x="5981700" y="2209800"/>
            <a:ext cx="1" cy="3124200"/>
          </a:xfrm>
          <a:prstGeom prst="line">
            <a:avLst/>
          </a:prstGeom>
          <a:noFill/>
          <a:ln w="19050">
            <a:solidFill>
              <a:srgbClr val="CCC1BC"/>
            </a:solidFill>
          </a:ln>
        </p:spPr>
        <p:txBody>
          <a:bodyPr/>
          <a:lstStyle/>
          <a:p>
            <a:endParaRPr lang="nb-NO"/>
          </a:p>
        </p:txBody>
      </p:sp>
      <p:sp>
        <p:nvSpPr>
          <p:cNvPr id="20" name="Rektangel 19">
            <a:extLst>
              <a:ext uri="{FF2B5EF4-FFF2-40B4-BE49-F238E27FC236}">
                <a16:creationId xmlns:a16="http://schemas.microsoft.com/office/drawing/2014/main" id="{138533D6-1D0E-4595-AAE5-30492CEDAA82}"/>
              </a:ext>
            </a:extLst>
          </p:cNvPr>
          <p:cNvSpPr>
            <a:spLocks noGrp="1"/>
          </p:cNvSpPr>
          <p:nvPr/>
        </p:nvSpPr>
        <p:spPr>
          <a:xfrm>
            <a:off x="6477000" y="2152650"/>
            <a:ext cx="4953000" cy="361950"/>
          </a:xfrm>
          <a:prstGeom prst="rect">
            <a:avLst/>
          </a:prstGeom>
          <a:noFill/>
          <a:ln w="0">
            <a:noFill/>
          </a:ln>
        </p:spPr>
        <p:txBody>
          <a:bodyPr anchor="t">
            <a:noAutofit/>
          </a:bodyPr>
          <a:lstStyle/>
          <a:p>
            <a:pPr algn="l">
              <a:lnSpc>
                <a:spcPct val="100000"/>
              </a:lnSpc>
              <a:buNone/>
              <a:defRPr sz="1875" b="1">
                <a:solidFill>
                  <a:srgbClr val="000000"/>
                </a:solidFill>
                <a:latin typeface="Aptos Display"/>
                <a:ea typeface="Aptos Display"/>
                <a:cs typeface="Aptos Display"/>
              </a:defRPr>
            </a:pPr>
            <a:r>
              <a:rPr sz="1875" b="1">
                <a:solidFill>
                  <a:srgbClr val="000000"/>
                </a:solidFill>
                <a:latin typeface="Aptos Display"/>
                <a:ea typeface="Aptos Display"/>
                <a:cs typeface="Aptos Display"/>
              </a:rPr>
              <a:t>Hvorfor Random Forest</a:t>
            </a:r>
          </a:p>
        </p:txBody>
      </p:sp>
      <p:sp>
        <p:nvSpPr>
          <p:cNvPr id="21" name="Rett linje 20">
            <a:extLst>
              <a:ext uri="{FF2B5EF4-FFF2-40B4-BE49-F238E27FC236}">
                <a16:creationId xmlns:a16="http://schemas.microsoft.com/office/drawing/2014/main" id="{07AEB390-4EC8-456A-AF93-D8B4D9414023}"/>
              </a:ext>
            </a:extLst>
          </p:cNvPr>
          <p:cNvSpPr>
            <a:spLocks noGrp="1"/>
          </p:cNvSpPr>
          <p:nvPr/>
        </p:nvSpPr>
        <p:spPr>
          <a:xfrm>
            <a:off x="6477000" y="2533650"/>
            <a:ext cx="914400" cy="1"/>
          </a:xfrm>
          <a:prstGeom prst="line">
            <a:avLst/>
          </a:prstGeom>
          <a:noFill/>
          <a:ln w="19050">
            <a:solidFill>
              <a:srgbClr val="FF3D47"/>
            </a:solidFill>
          </a:ln>
        </p:spPr>
        <p:txBody>
          <a:bodyPr/>
          <a:lstStyle/>
          <a:p>
            <a:endParaRPr lang="nb-NO"/>
          </a:p>
        </p:txBody>
      </p:sp>
      <p:sp>
        <p:nvSpPr>
          <p:cNvPr id="22" name="Rektangel 21">
            <a:extLst>
              <a:ext uri="{FF2B5EF4-FFF2-40B4-BE49-F238E27FC236}">
                <a16:creationId xmlns:a16="http://schemas.microsoft.com/office/drawing/2014/main" id="{1A07675C-AF23-4087-B45F-510C72C432D5}"/>
              </a:ext>
            </a:extLst>
          </p:cNvPr>
          <p:cNvSpPr>
            <a:spLocks noGrp="1"/>
          </p:cNvSpPr>
          <p:nvPr/>
        </p:nvSpPr>
        <p:spPr>
          <a:xfrm>
            <a:off x="6477000" y="2647950"/>
            <a:ext cx="4857750" cy="2476500"/>
          </a:xfrm>
          <a:prstGeom prst="rect">
            <a:avLst/>
          </a:prstGeom>
          <a:noFill/>
          <a:ln w="0">
            <a:noFill/>
          </a:ln>
        </p:spPr>
        <p:txBody>
          <a:bodyPr>
            <a:noAutofit/>
          </a:bodyPr>
          <a:lstStyle/>
          <a:p>
            <a:pPr marL="215900" indent="-101600">
              <a:lnSpc>
                <a:spcPct val="100000"/>
              </a:lnSpc>
              <a:spcAft>
                <a:spcPts val="1100"/>
              </a:spcAft>
              <a:buNone/>
              <a:defRPr sz="1500">
                <a:solidFill>
                  <a:srgbClr val="000000"/>
                </a:solidFill>
                <a:latin typeface="Aptos"/>
                <a:ea typeface="Aptos"/>
                <a:cs typeface="Aptos"/>
              </a:defRPr>
            </a:pPr>
            <a:r>
              <a:rPr sz="1500">
                <a:solidFill>
                  <a:srgbClr val="000000"/>
                </a:solidFill>
                <a:latin typeface="Aptos"/>
                <a:ea typeface="Aptos"/>
                <a:cs typeface="Aptos"/>
              </a:rPr>
              <a:t>Fanger ikke-lineære sammenhenger og interaksjoner</a:t>
            </a:r>
          </a:p>
          <a:p>
            <a:pPr marL="215900" indent="-101600">
              <a:lnSpc>
                <a:spcPct val="100000"/>
              </a:lnSpc>
              <a:spcAft>
                <a:spcPts val="1100"/>
              </a:spcAft>
              <a:buNone/>
              <a:defRPr sz="1500">
                <a:solidFill>
                  <a:srgbClr val="000000"/>
                </a:solidFill>
                <a:latin typeface="Aptos"/>
                <a:ea typeface="Aptos"/>
                <a:cs typeface="Aptos"/>
              </a:defRPr>
            </a:pPr>
            <a:r>
              <a:rPr sz="1500">
                <a:solidFill>
                  <a:srgbClr val="000000"/>
                </a:solidFill>
                <a:latin typeface="Aptos"/>
                <a:ea typeface="Aptos"/>
                <a:cs typeface="Aptos"/>
              </a:rPr>
              <a:t>Krever lite preprocessing og ingen skalering</a:t>
            </a:r>
          </a:p>
          <a:p>
            <a:pPr marL="215900" indent="-101600">
              <a:lnSpc>
                <a:spcPct val="100000"/>
              </a:lnSpc>
              <a:spcAft>
                <a:spcPts val="1100"/>
              </a:spcAft>
              <a:buNone/>
              <a:defRPr sz="1500">
                <a:solidFill>
                  <a:srgbClr val="000000"/>
                </a:solidFill>
                <a:latin typeface="Aptos"/>
                <a:ea typeface="Aptos"/>
                <a:cs typeface="Aptos"/>
              </a:defRPr>
            </a:pPr>
            <a:r>
              <a:rPr sz="1500">
                <a:solidFill>
                  <a:srgbClr val="000000"/>
                </a:solidFill>
                <a:latin typeface="Aptos"/>
                <a:ea typeface="Aptos"/>
                <a:cs typeface="Aptos"/>
              </a:rPr>
              <a:t>Gir en robust workshopmodell med begrenset tuning</a:t>
            </a:r>
          </a:p>
        </p:txBody>
      </p:sp>
      <p:sp>
        <p:nvSpPr>
          <p:cNvPr id="23" name="Rektangel 22">
            <a:extLst>
              <a:ext uri="{FF2B5EF4-FFF2-40B4-BE49-F238E27FC236}">
                <a16:creationId xmlns:a16="http://schemas.microsoft.com/office/drawing/2014/main" id="{C0A86D94-8AE2-459C-B4E8-388961BE4818}"/>
              </a:ext>
            </a:extLst>
          </p:cNvPr>
          <p:cNvSpPr>
            <a:spLocks noGrp="1"/>
          </p:cNvSpPr>
          <p:nvPr/>
        </p:nvSpPr>
        <p:spPr>
          <a:xfrm>
            <a:off x="400050" y="5857875"/>
            <a:ext cx="11391900" cy="523875"/>
          </a:xfrm>
          <a:prstGeom prst="rect">
            <a:avLst/>
          </a:prstGeom>
          <a:solidFill>
            <a:srgbClr val="F2EFED"/>
          </a:solidFill>
          <a:ln w="0">
            <a:noFill/>
          </a:ln>
        </p:spPr>
        <p:txBody>
          <a:bodyPr/>
          <a:lstStyle/>
          <a:p>
            <a:endParaRPr lang="nb-NO"/>
          </a:p>
        </p:txBody>
      </p:sp>
      <p:sp>
        <p:nvSpPr>
          <p:cNvPr id="24" name="Rektangel 23">
            <a:extLst>
              <a:ext uri="{FF2B5EF4-FFF2-40B4-BE49-F238E27FC236}">
                <a16:creationId xmlns:a16="http://schemas.microsoft.com/office/drawing/2014/main" id="{94913D31-26C1-4B2C-9E06-30CEFD491A1C}"/>
              </a:ext>
            </a:extLst>
          </p:cNvPr>
          <p:cNvSpPr>
            <a:spLocks noGrp="1"/>
          </p:cNvSpPr>
          <p:nvPr/>
        </p:nvSpPr>
        <p:spPr>
          <a:xfrm>
            <a:off x="552450" y="5981700"/>
            <a:ext cx="1381125" cy="228600"/>
          </a:xfrm>
          <a:prstGeom prst="rect">
            <a:avLst/>
          </a:prstGeom>
          <a:noFill/>
          <a:ln w="0">
            <a:noFill/>
          </a:ln>
        </p:spPr>
        <p:txBody>
          <a:bodyPr anchor="t">
            <a:noAutofit/>
          </a:bodyPr>
          <a:lstStyle/>
          <a:p>
            <a:pPr algn="l">
              <a:lnSpc>
                <a:spcPct val="100000"/>
              </a:lnSpc>
              <a:buNone/>
              <a:defRPr sz="1050" b="1">
                <a:solidFill>
                  <a:srgbClr val="E55158"/>
                </a:solidFill>
                <a:latin typeface="Aptos"/>
                <a:ea typeface="Aptos"/>
                <a:cs typeface="Aptos"/>
              </a:defRPr>
            </a:pPr>
            <a:r>
              <a:rPr sz="1050" b="1">
                <a:solidFill>
                  <a:srgbClr val="E55158"/>
                </a:solidFill>
                <a:latin typeface="Aptos"/>
                <a:ea typeface="Aptos"/>
                <a:cs typeface="Aptos"/>
              </a:rPr>
              <a:t>RESULTAT</a:t>
            </a:r>
          </a:p>
        </p:txBody>
      </p:sp>
      <p:sp>
        <p:nvSpPr>
          <p:cNvPr id="25" name="Rektangel 24">
            <a:extLst>
              <a:ext uri="{FF2B5EF4-FFF2-40B4-BE49-F238E27FC236}">
                <a16:creationId xmlns:a16="http://schemas.microsoft.com/office/drawing/2014/main" id="{4A21D5AD-F8E0-4B76-A4CF-5E3BCF7AC351}"/>
              </a:ext>
            </a:extLst>
          </p:cNvPr>
          <p:cNvSpPr>
            <a:spLocks noGrp="1"/>
          </p:cNvSpPr>
          <p:nvPr/>
        </p:nvSpPr>
        <p:spPr>
          <a:xfrm>
            <a:off x="1924050" y="5943600"/>
            <a:ext cx="9620250" cy="285750"/>
          </a:xfrm>
          <a:prstGeom prst="rect">
            <a:avLst/>
          </a:prstGeom>
          <a:noFill/>
          <a:ln w="0">
            <a:noFill/>
          </a:ln>
        </p:spPr>
        <p:txBody>
          <a:bodyPr anchor="ctr">
            <a:noAutofit/>
          </a:bodyPr>
          <a:lstStyle/>
          <a:p>
            <a:pPr algn="l">
              <a:lnSpc>
                <a:spcPct val="100000"/>
              </a:lnSpc>
              <a:buNone/>
              <a:defRPr sz="1350" b="1">
                <a:solidFill>
                  <a:srgbClr val="000000"/>
                </a:solidFill>
                <a:latin typeface="Aptos"/>
                <a:ea typeface="Aptos"/>
                <a:cs typeface="Aptos"/>
              </a:defRPr>
            </a:pPr>
            <a:r>
              <a:rPr sz="1350" b="1">
                <a:solidFill>
                  <a:srgbClr val="000000"/>
                </a:solidFill>
                <a:latin typeface="Aptos"/>
                <a:ea typeface="Aptos"/>
                <a:cs typeface="Aptos"/>
              </a:rPr>
              <a:t>gold.prediksjoner med faktisk og predikert landingsmengde for neste uke</a:t>
            </a:r>
          </a:p>
        </p:txBody>
      </p:sp>
    </p:spTree>
    <p:extLst>
      <p:ext uri="{BB962C8B-B14F-4D97-AF65-F5344CB8AC3E}">
        <p14:creationId xmlns:p14="http://schemas.microsoft.com/office/powerpoint/2010/main" val="11533426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26" name="eyebrow">
            <a:extLst>
              <a:ext uri="{FF2B5EF4-FFF2-40B4-BE49-F238E27FC236}">
                <a16:creationId xmlns:a16="http://schemas.microsoft.com/office/drawing/2014/main" id="{D3B378BF-7EC5-4229-A78E-DE215C8549CD}"/>
              </a:ext>
            </a:extLst>
          </p:cNvPr>
          <p:cNvSpPr>
            <a:spLocks noGrp="1"/>
          </p:cNvSpPr>
          <p:nvPr/>
        </p:nvSpPr>
        <p:spPr>
          <a:xfrm>
            <a:off x="400050" y="228600"/>
            <a:ext cx="3143250" cy="209550"/>
          </a:xfrm>
          <a:prstGeom prst="rect">
            <a:avLst/>
          </a:prstGeom>
          <a:noFill/>
          <a:ln w="0">
            <a:noFill/>
          </a:ln>
        </p:spPr>
        <p:txBody>
          <a:bodyPr anchor="t">
            <a:noAutofit/>
          </a:bodyPr>
          <a:lstStyle/>
          <a:p>
            <a:pPr algn="l">
              <a:lnSpc>
                <a:spcPct val="100000"/>
              </a:lnSpc>
              <a:buNone/>
              <a:defRPr sz="975" b="1">
                <a:solidFill>
                  <a:srgbClr val="E55158"/>
                </a:solidFill>
                <a:latin typeface="Aptos"/>
                <a:ea typeface="Aptos"/>
                <a:cs typeface="Aptos"/>
              </a:defRPr>
            </a:pPr>
            <a:r>
              <a:rPr sz="975" b="1">
                <a:solidFill>
                  <a:srgbClr val="E55158"/>
                </a:solidFill>
                <a:latin typeface="Aptos"/>
                <a:ea typeface="Aptos"/>
                <a:cs typeface="Aptos"/>
              </a:rPr>
              <a:t>PRAKTISK OPPGAVE</a:t>
            </a:r>
          </a:p>
        </p:txBody>
      </p:sp>
      <p:sp>
        <p:nvSpPr>
          <p:cNvPr id="2" name="slide-title">
            <a:extLst>
              <a:ext uri="{FF2B5EF4-FFF2-40B4-BE49-F238E27FC236}">
                <a16:creationId xmlns:a16="http://schemas.microsoft.com/office/drawing/2014/main" id="{6AC08176-ADA1-4FEB-8140-975075AF6C24}"/>
              </a:ext>
            </a:extLst>
          </p:cNvPr>
          <p:cNvSpPr>
            <a:spLocks noGrp="1"/>
          </p:cNvSpPr>
          <p:nvPr/>
        </p:nvSpPr>
        <p:spPr>
          <a:xfrm>
            <a:off x="400050" y="476250"/>
            <a:ext cx="10668000" cy="609600"/>
          </a:xfrm>
          <a:prstGeom prst="rect">
            <a:avLst/>
          </a:prstGeom>
          <a:noFill/>
          <a:ln w="0">
            <a:noFill/>
          </a:ln>
        </p:spPr>
        <p:txBody>
          <a:bodyPr anchor="t">
            <a:noAutofit/>
          </a:bodyPr>
          <a:lstStyle/>
          <a:p>
            <a:pPr algn="l">
              <a:lnSpc>
                <a:spcPct val="100000"/>
              </a:lnSpc>
              <a:buNone/>
              <a:defRPr sz="2850" b="1">
                <a:solidFill>
                  <a:srgbClr val="000000"/>
                </a:solidFill>
                <a:latin typeface="Aptos Display"/>
                <a:ea typeface="Aptos Display"/>
                <a:cs typeface="Aptos Display"/>
              </a:defRPr>
            </a:pPr>
            <a:r>
              <a:rPr sz="2850" b="1">
                <a:solidFill>
                  <a:srgbClr val="000000"/>
                </a:solidFill>
                <a:latin typeface="Aptos Display"/>
                <a:ea typeface="Aptos Display"/>
                <a:cs typeface="Aptos Display"/>
              </a:rPr>
              <a:t>Oppgave 05: Dashboard</a:t>
            </a:r>
          </a:p>
        </p:txBody>
      </p:sp>
      <p:sp>
        <p:nvSpPr>
          <p:cNvPr id="3" name="Rett linje 2">
            <a:extLst>
              <a:ext uri="{FF2B5EF4-FFF2-40B4-BE49-F238E27FC236}">
                <a16:creationId xmlns:a16="http://schemas.microsoft.com/office/drawing/2014/main" id="{A7E2A015-3C9D-4CDC-AF09-19D75DC7C084}"/>
              </a:ext>
            </a:extLst>
          </p:cNvPr>
          <p:cNvSpPr>
            <a:spLocks noGrp="1"/>
          </p:cNvSpPr>
          <p:nvPr/>
        </p:nvSpPr>
        <p:spPr>
          <a:xfrm>
            <a:off x="400050" y="1152525"/>
            <a:ext cx="1171575" cy="1"/>
          </a:xfrm>
          <a:prstGeom prst="line">
            <a:avLst/>
          </a:prstGeom>
          <a:noFill/>
          <a:ln w="19050">
            <a:solidFill>
              <a:srgbClr val="FF3D47"/>
            </a:solidFill>
          </a:ln>
        </p:spPr>
        <p:txBody>
          <a:bodyPr/>
          <a:lstStyle/>
          <a:p>
            <a:endParaRPr lang="nb-NO"/>
          </a:p>
        </p:txBody>
      </p:sp>
      <p:sp>
        <p:nvSpPr>
          <p:cNvPr id="4" name="Rektangel 3">
            <a:extLst>
              <a:ext uri="{FF2B5EF4-FFF2-40B4-BE49-F238E27FC236}">
                <a16:creationId xmlns:a16="http://schemas.microsoft.com/office/drawing/2014/main" id="{C0B8FD7F-6EAD-4AF8-9B09-59002EF3CC0C}"/>
              </a:ext>
            </a:extLst>
          </p:cNvPr>
          <p:cNvSpPr>
            <a:spLocks noGrp="1"/>
          </p:cNvSpPr>
          <p:nvPr/>
        </p:nvSpPr>
        <p:spPr>
          <a:xfrm>
            <a:off x="400050" y="1352550"/>
            <a:ext cx="1752600" cy="533400"/>
          </a:xfrm>
          <a:prstGeom prst="rect">
            <a:avLst/>
          </a:prstGeom>
          <a:solidFill>
            <a:srgbClr val="CCC1BC"/>
          </a:solidFill>
          <a:ln w="0">
            <a:noFill/>
          </a:ln>
        </p:spPr>
        <p:txBody>
          <a:bodyPr/>
          <a:lstStyle/>
          <a:p>
            <a:endParaRPr lang="nb-NO"/>
          </a:p>
        </p:txBody>
      </p:sp>
      <p:sp>
        <p:nvSpPr>
          <p:cNvPr id="5" name="Rektangel 4">
            <a:extLst>
              <a:ext uri="{FF2B5EF4-FFF2-40B4-BE49-F238E27FC236}">
                <a16:creationId xmlns:a16="http://schemas.microsoft.com/office/drawing/2014/main" id="{0438E8D3-A742-4E90-B9C6-79680122B326}"/>
              </a:ext>
            </a:extLst>
          </p:cNvPr>
          <p:cNvSpPr>
            <a:spLocks noGrp="1"/>
          </p:cNvSpPr>
          <p:nvPr/>
        </p:nvSpPr>
        <p:spPr>
          <a:xfrm>
            <a:off x="400050" y="1381125"/>
            <a:ext cx="1752600" cy="476250"/>
          </a:xfrm>
          <a:prstGeom prst="rect">
            <a:avLst/>
          </a:prstGeom>
          <a:noFill/>
          <a:ln w="0">
            <a:noFill/>
          </a:ln>
        </p:spPr>
        <p:txBody>
          <a:bodyPr anchor="ctr">
            <a:noAutofit/>
          </a:bodyPr>
          <a:lstStyle/>
          <a:p>
            <a:pPr algn="ctr">
              <a:lnSpc>
                <a:spcPct val="100000"/>
              </a:lnSpc>
              <a:buNone/>
              <a:defRPr sz="1350" b="0">
                <a:solidFill>
                  <a:srgbClr val="000000"/>
                </a:solidFill>
                <a:latin typeface="Aptos"/>
                <a:ea typeface="Aptos"/>
                <a:cs typeface="Aptos"/>
              </a:defRPr>
            </a:pPr>
            <a:r>
              <a:rPr sz="1350" b="0">
                <a:solidFill>
                  <a:srgbClr val="000000"/>
                </a:solidFill>
                <a:latin typeface="Aptos"/>
                <a:ea typeface="Aptos"/>
                <a:cs typeface="Aptos"/>
              </a:rPr>
              <a:t>Oppsett</a:t>
            </a:r>
          </a:p>
        </p:txBody>
      </p:sp>
      <p:sp>
        <p:nvSpPr>
          <p:cNvPr id="6" name="Rektangel 5">
            <a:extLst>
              <a:ext uri="{FF2B5EF4-FFF2-40B4-BE49-F238E27FC236}">
                <a16:creationId xmlns:a16="http://schemas.microsoft.com/office/drawing/2014/main" id="{B7D5440C-80EE-450B-95C6-AAEDA8E87D94}"/>
              </a:ext>
            </a:extLst>
          </p:cNvPr>
          <p:cNvSpPr>
            <a:spLocks noGrp="1"/>
          </p:cNvSpPr>
          <p:nvPr/>
        </p:nvSpPr>
        <p:spPr>
          <a:xfrm>
            <a:off x="2295525" y="1352550"/>
            <a:ext cx="1752600" cy="533400"/>
          </a:xfrm>
          <a:prstGeom prst="rect">
            <a:avLst/>
          </a:prstGeom>
          <a:solidFill>
            <a:srgbClr val="CCC1BC"/>
          </a:solidFill>
          <a:ln w="0">
            <a:noFill/>
          </a:ln>
        </p:spPr>
        <p:txBody>
          <a:bodyPr/>
          <a:lstStyle/>
          <a:p>
            <a:endParaRPr lang="nb-NO"/>
          </a:p>
        </p:txBody>
      </p:sp>
      <p:sp>
        <p:nvSpPr>
          <p:cNvPr id="7" name="Rektangel 6">
            <a:extLst>
              <a:ext uri="{FF2B5EF4-FFF2-40B4-BE49-F238E27FC236}">
                <a16:creationId xmlns:a16="http://schemas.microsoft.com/office/drawing/2014/main" id="{C2B07553-9143-4A40-8AF4-FC4EBC895788}"/>
              </a:ext>
            </a:extLst>
          </p:cNvPr>
          <p:cNvSpPr>
            <a:spLocks noGrp="1"/>
          </p:cNvSpPr>
          <p:nvPr/>
        </p:nvSpPr>
        <p:spPr>
          <a:xfrm>
            <a:off x="2295525" y="1381125"/>
            <a:ext cx="1752600" cy="476250"/>
          </a:xfrm>
          <a:prstGeom prst="rect">
            <a:avLst/>
          </a:prstGeom>
          <a:noFill/>
          <a:ln w="0">
            <a:noFill/>
          </a:ln>
        </p:spPr>
        <p:txBody>
          <a:bodyPr anchor="ctr">
            <a:noAutofit/>
          </a:bodyPr>
          <a:lstStyle/>
          <a:p>
            <a:pPr algn="ctr">
              <a:lnSpc>
                <a:spcPct val="100000"/>
              </a:lnSpc>
              <a:buNone/>
              <a:defRPr sz="1350" b="0">
                <a:solidFill>
                  <a:srgbClr val="000000"/>
                </a:solidFill>
                <a:latin typeface="Aptos"/>
                <a:ea typeface="Aptos"/>
                <a:cs typeface="Aptos"/>
              </a:defRPr>
            </a:pPr>
            <a:r>
              <a:rPr sz="1350" b="0">
                <a:solidFill>
                  <a:srgbClr val="000000"/>
                </a:solidFill>
                <a:latin typeface="Aptos"/>
                <a:ea typeface="Aptos"/>
                <a:cs typeface="Aptos"/>
              </a:rPr>
              <a:t>Bronze</a:t>
            </a:r>
          </a:p>
        </p:txBody>
      </p:sp>
      <p:sp>
        <p:nvSpPr>
          <p:cNvPr id="8" name="Rektangel 7">
            <a:extLst>
              <a:ext uri="{FF2B5EF4-FFF2-40B4-BE49-F238E27FC236}">
                <a16:creationId xmlns:a16="http://schemas.microsoft.com/office/drawing/2014/main" id="{C72FCC5A-3C5A-404C-9EA7-5FACAE0B7362}"/>
              </a:ext>
            </a:extLst>
          </p:cNvPr>
          <p:cNvSpPr>
            <a:spLocks noGrp="1"/>
          </p:cNvSpPr>
          <p:nvPr/>
        </p:nvSpPr>
        <p:spPr>
          <a:xfrm>
            <a:off x="4191000" y="1352550"/>
            <a:ext cx="1752600" cy="533400"/>
          </a:xfrm>
          <a:prstGeom prst="rect">
            <a:avLst/>
          </a:prstGeom>
          <a:solidFill>
            <a:srgbClr val="CCC1BC"/>
          </a:solidFill>
          <a:ln w="0">
            <a:noFill/>
          </a:ln>
        </p:spPr>
        <p:txBody>
          <a:bodyPr/>
          <a:lstStyle/>
          <a:p>
            <a:endParaRPr lang="nb-NO"/>
          </a:p>
        </p:txBody>
      </p:sp>
      <p:sp>
        <p:nvSpPr>
          <p:cNvPr id="9" name="Rektangel 8">
            <a:extLst>
              <a:ext uri="{FF2B5EF4-FFF2-40B4-BE49-F238E27FC236}">
                <a16:creationId xmlns:a16="http://schemas.microsoft.com/office/drawing/2014/main" id="{1BF83ACB-E059-477B-8634-AA504433D47F}"/>
              </a:ext>
            </a:extLst>
          </p:cNvPr>
          <p:cNvSpPr>
            <a:spLocks noGrp="1"/>
          </p:cNvSpPr>
          <p:nvPr/>
        </p:nvSpPr>
        <p:spPr>
          <a:xfrm>
            <a:off x="4191000" y="1381125"/>
            <a:ext cx="1752600" cy="476250"/>
          </a:xfrm>
          <a:prstGeom prst="rect">
            <a:avLst/>
          </a:prstGeom>
          <a:noFill/>
          <a:ln w="0">
            <a:noFill/>
          </a:ln>
        </p:spPr>
        <p:txBody>
          <a:bodyPr anchor="ctr">
            <a:noAutofit/>
          </a:bodyPr>
          <a:lstStyle/>
          <a:p>
            <a:pPr algn="ctr">
              <a:lnSpc>
                <a:spcPct val="100000"/>
              </a:lnSpc>
              <a:buNone/>
              <a:defRPr sz="1350" b="0">
                <a:solidFill>
                  <a:srgbClr val="000000"/>
                </a:solidFill>
                <a:latin typeface="Aptos"/>
                <a:ea typeface="Aptos"/>
                <a:cs typeface="Aptos"/>
              </a:defRPr>
            </a:pPr>
            <a:r>
              <a:rPr sz="1350" b="0">
                <a:solidFill>
                  <a:srgbClr val="000000"/>
                </a:solidFill>
                <a:latin typeface="Aptos"/>
                <a:ea typeface="Aptos"/>
                <a:cs typeface="Aptos"/>
              </a:rPr>
              <a:t>Silver</a:t>
            </a:r>
          </a:p>
        </p:txBody>
      </p:sp>
      <p:sp>
        <p:nvSpPr>
          <p:cNvPr id="10" name="Rektangel 9">
            <a:extLst>
              <a:ext uri="{FF2B5EF4-FFF2-40B4-BE49-F238E27FC236}">
                <a16:creationId xmlns:a16="http://schemas.microsoft.com/office/drawing/2014/main" id="{5812E18D-746C-4914-A5C9-DAB3FE14AA6C}"/>
              </a:ext>
            </a:extLst>
          </p:cNvPr>
          <p:cNvSpPr>
            <a:spLocks noGrp="1"/>
          </p:cNvSpPr>
          <p:nvPr/>
        </p:nvSpPr>
        <p:spPr>
          <a:xfrm>
            <a:off x="6086475" y="1352550"/>
            <a:ext cx="1752600" cy="533400"/>
          </a:xfrm>
          <a:prstGeom prst="rect">
            <a:avLst/>
          </a:prstGeom>
          <a:solidFill>
            <a:srgbClr val="CCC1BC"/>
          </a:solidFill>
          <a:ln w="0">
            <a:noFill/>
          </a:ln>
        </p:spPr>
        <p:txBody>
          <a:bodyPr/>
          <a:lstStyle/>
          <a:p>
            <a:endParaRPr lang="nb-NO"/>
          </a:p>
        </p:txBody>
      </p:sp>
      <p:sp>
        <p:nvSpPr>
          <p:cNvPr id="11" name="Rektangel 10">
            <a:extLst>
              <a:ext uri="{FF2B5EF4-FFF2-40B4-BE49-F238E27FC236}">
                <a16:creationId xmlns:a16="http://schemas.microsoft.com/office/drawing/2014/main" id="{2EB86B53-283C-4ECF-8544-164882412A81}"/>
              </a:ext>
            </a:extLst>
          </p:cNvPr>
          <p:cNvSpPr>
            <a:spLocks noGrp="1"/>
          </p:cNvSpPr>
          <p:nvPr/>
        </p:nvSpPr>
        <p:spPr>
          <a:xfrm>
            <a:off x="6086475" y="1381125"/>
            <a:ext cx="1752600" cy="476250"/>
          </a:xfrm>
          <a:prstGeom prst="rect">
            <a:avLst/>
          </a:prstGeom>
          <a:noFill/>
          <a:ln w="0">
            <a:noFill/>
          </a:ln>
        </p:spPr>
        <p:txBody>
          <a:bodyPr anchor="ctr">
            <a:noAutofit/>
          </a:bodyPr>
          <a:lstStyle/>
          <a:p>
            <a:pPr algn="ctr">
              <a:lnSpc>
                <a:spcPct val="100000"/>
              </a:lnSpc>
              <a:buNone/>
              <a:defRPr sz="1350" b="0">
                <a:solidFill>
                  <a:srgbClr val="000000"/>
                </a:solidFill>
                <a:latin typeface="Aptos"/>
                <a:ea typeface="Aptos"/>
                <a:cs typeface="Aptos"/>
              </a:defRPr>
            </a:pPr>
            <a:r>
              <a:rPr sz="1350" b="0">
                <a:solidFill>
                  <a:srgbClr val="000000"/>
                </a:solidFill>
                <a:latin typeface="Aptos"/>
                <a:ea typeface="Aptos"/>
                <a:cs typeface="Aptos"/>
              </a:rPr>
              <a:t>Gold</a:t>
            </a:r>
          </a:p>
        </p:txBody>
      </p:sp>
      <p:sp>
        <p:nvSpPr>
          <p:cNvPr id="12" name="Rektangel 11">
            <a:extLst>
              <a:ext uri="{FF2B5EF4-FFF2-40B4-BE49-F238E27FC236}">
                <a16:creationId xmlns:a16="http://schemas.microsoft.com/office/drawing/2014/main" id="{D6BB8B9F-19AD-4389-81B9-845AC8AEABC6}"/>
              </a:ext>
            </a:extLst>
          </p:cNvPr>
          <p:cNvSpPr>
            <a:spLocks noGrp="1"/>
          </p:cNvSpPr>
          <p:nvPr/>
        </p:nvSpPr>
        <p:spPr>
          <a:xfrm>
            <a:off x="7981950" y="1352550"/>
            <a:ext cx="1752600" cy="533400"/>
          </a:xfrm>
          <a:prstGeom prst="rect">
            <a:avLst/>
          </a:prstGeom>
          <a:solidFill>
            <a:srgbClr val="CCC1BC"/>
          </a:solidFill>
          <a:ln w="0">
            <a:noFill/>
          </a:ln>
        </p:spPr>
        <p:txBody>
          <a:bodyPr/>
          <a:lstStyle/>
          <a:p>
            <a:endParaRPr lang="nb-NO"/>
          </a:p>
        </p:txBody>
      </p:sp>
      <p:sp>
        <p:nvSpPr>
          <p:cNvPr id="13" name="Rektangel 12">
            <a:extLst>
              <a:ext uri="{FF2B5EF4-FFF2-40B4-BE49-F238E27FC236}">
                <a16:creationId xmlns:a16="http://schemas.microsoft.com/office/drawing/2014/main" id="{AF2ACEE8-5B21-46A0-A9F7-49136ED961D7}"/>
              </a:ext>
            </a:extLst>
          </p:cNvPr>
          <p:cNvSpPr>
            <a:spLocks noGrp="1"/>
          </p:cNvSpPr>
          <p:nvPr/>
        </p:nvSpPr>
        <p:spPr>
          <a:xfrm>
            <a:off x="7981950" y="1381125"/>
            <a:ext cx="1752600" cy="476250"/>
          </a:xfrm>
          <a:prstGeom prst="rect">
            <a:avLst/>
          </a:prstGeom>
          <a:noFill/>
          <a:ln w="0">
            <a:noFill/>
          </a:ln>
        </p:spPr>
        <p:txBody>
          <a:bodyPr anchor="ctr">
            <a:noAutofit/>
          </a:bodyPr>
          <a:lstStyle/>
          <a:p>
            <a:pPr algn="ctr">
              <a:lnSpc>
                <a:spcPct val="100000"/>
              </a:lnSpc>
              <a:buNone/>
              <a:defRPr sz="1350" b="0">
                <a:solidFill>
                  <a:srgbClr val="000000"/>
                </a:solidFill>
                <a:latin typeface="Aptos"/>
                <a:ea typeface="Aptos"/>
                <a:cs typeface="Aptos"/>
              </a:defRPr>
            </a:pPr>
            <a:r>
              <a:rPr sz="1350" b="0">
                <a:solidFill>
                  <a:srgbClr val="000000"/>
                </a:solidFill>
                <a:latin typeface="Aptos"/>
                <a:ea typeface="Aptos"/>
                <a:cs typeface="Aptos"/>
              </a:rPr>
              <a:t>Maskinlæring</a:t>
            </a:r>
          </a:p>
        </p:txBody>
      </p:sp>
      <p:sp>
        <p:nvSpPr>
          <p:cNvPr id="14" name="Rektangel 13">
            <a:extLst>
              <a:ext uri="{FF2B5EF4-FFF2-40B4-BE49-F238E27FC236}">
                <a16:creationId xmlns:a16="http://schemas.microsoft.com/office/drawing/2014/main" id="{35E16692-A082-4948-8766-2DD6AD37A7D1}"/>
              </a:ext>
            </a:extLst>
          </p:cNvPr>
          <p:cNvSpPr>
            <a:spLocks noGrp="1"/>
          </p:cNvSpPr>
          <p:nvPr/>
        </p:nvSpPr>
        <p:spPr>
          <a:xfrm>
            <a:off x="9877425" y="1352550"/>
            <a:ext cx="1752600" cy="533400"/>
          </a:xfrm>
          <a:prstGeom prst="rect">
            <a:avLst/>
          </a:prstGeom>
          <a:solidFill>
            <a:srgbClr val="FF3D47"/>
          </a:solidFill>
          <a:ln w="0">
            <a:noFill/>
          </a:ln>
        </p:spPr>
        <p:txBody>
          <a:bodyPr/>
          <a:lstStyle/>
          <a:p>
            <a:endParaRPr lang="nb-NO"/>
          </a:p>
        </p:txBody>
      </p:sp>
      <p:sp>
        <p:nvSpPr>
          <p:cNvPr id="15" name="Rektangel 14">
            <a:extLst>
              <a:ext uri="{FF2B5EF4-FFF2-40B4-BE49-F238E27FC236}">
                <a16:creationId xmlns:a16="http://schemas.microsoft.com/office/drawing/2014/main" id="{67D1436A-E950-4962-874E-D498918D1B5A}"/>
              </a:ext>
            </a:extLst>
          </p:cNvPr>
          <p:cNvSpPr>
            <a:spLocks noGrp="1"/>
          </p:cNvSpPr>
          <p:nvPr/>
        </p:nvSpPr>
        <p:spPr>
          <a:xfrm>
            <a:off x="9877425" y="1381125"/>
            <a:ext cx="1752600" cy="476250"/>
          </a:xfrm>
          <a:prstGeom prst="rect">
            <a:avLst/>
          </a:prstGeom>
          <a:noFill/>
          <a:ln w="0">
            <a:noFill/>
          </a:ln>
        </p:spPr>
        <p:txBody>
          <a:bodyPr anchor="ctr">
            <a:noAutofit/>
          </a:bodyPr>
          <a:lstStyle/>
          <a:p>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Dashboard</a:t>
            </a:r>
          </a:p>
        </p:txBody>
      </p:sp>
      <p:sp>
        <p:nvSpPr>
          <p:cNvPr id="16" name="Rektangel 15">
            <a:extLst>
              <a:ext uri="{FF2B5EF4-FFF2-40B4-BE49-F238E27FC236}">
                <a16:creationId xmlns:a16="http://schemas.microsoft.com/office/drawing/2014/main" id="{81CAB624-7E0C-407C-945A-EA6FB4013302}"/>
              </a:ext>
            </a:extLst>
          </p:cNvPr>
          <p:cNvSpPr>
            <a:spLocks noGrp="1"/>
          </p:cNvSpPr>
          <p:nvPr/>
        </p:nvSpPr>
        <p:spPr>
          <a:xfrm>
            <a:off x="552450" y="2152650"/>
            <a:ext cx="4953000" cy="361950"/>
          </a:xfrm>
          <a:prstGeom prst="rect">
            <a:avLst/>
          </a:prstGeom>
          <a:noFill/>
          <a:ln w="0">
            <a:noFill/>
          </a:ln>
        </p:spPr>
        <p:txBody>
          <a:bodyPr anchor="t">
            <a:noAutofit/>
          </a:bodyPr>
          <a:lstStyle/>
          <a:p>
            <a:pPr algn="l">
              <a:lnSpc>
                <a:spcPct val="100000"/>
              </a:lnSpc>
              <a:buNone/>
              <a:defRPr sz="1875" b="1">
                <a:solidFill>
                  <a:srgbClr val="000000"/>
                </a:solidFill>
                <a:latin typeface="Aptos Display"/>
                <a:ea typeface="Aptos Display"/>
                <a:cs typeface="Aptos Display"/>
              </a:defRPr>
            </a:pPr>
            <a:r>
              <a:rPr sz="1875" b="1">
                <a:solidFill>
                  <a:srgbClr val="000000"/>
                </a:solidFill>
                <a:latin typeface="Aptos Display"/>
                <a:ea typeface="Aptos Display"/>
                <a:cs typeface="Aptos Display"/>
              </a:rPr>
              <a:t>Dette gjør deltakerne</a:t>
            </a:r>
          </a:p>
        </p:txBody>
      </p:sp>
      <p:sp>
        <p:nvSpPr>
          <p:cNvPr id="17" name="Rett linje 16">
            <a:extLst>
              <a:ext uri="{FF2B5EF4-FFF2-40B4-BE49-F238E27FC236}">
                <a16:creationId xmlns:a16="http://schemas.microsoft.com/office/drawing/2014/main" id="{DCA7E3A5-98A7-4720-B524-DB89A8EF8D8E}"/>
              </a:ext>
            </a:extLst>
          </p:cNvPr>
          <p:cNvSpPr>
            <a:spLocks noGrp="1"/>
          </p:cNvSpPr>
          <p:nvPr/>
        </p:nvSpPr>
        <p:spPr>
          <a:xfrm>
            <a:off x="552450" y="2533650"/>
            <a:ext cx="914400" cy="1"/>
          </a:xfrm>
          <a:prstGeom prst="line">
            <a:avLst/>
          </a:prstGeom>
          <a:noFill/>
          <a:ln w="19050">
            <a:solidFill>
              <a:srgbClr val="FF3D47"/>
            </a:solidFill>
          </a:ln>
        </p:spPr>
        <p:txBody>
          <a:bodyPr/>
          <a:lstStyle/>
          <a:p>
            <a:endParaRPr lang="nb-NO"/>
          </a:p>
        </p:txBody>
      </p:sp>
      <p:sp>
        <p:nvSpPr>
          <p:cNvPr id="18" name="Rektangel 17">
            <a:extLst>
              <a:ext uri="{FF2B5EF4-FFF2-40B4-BE49-F238E27FC236}">
                <a16:creationId xmlns:a16="http://schemas.microsoft.com/office/drawing/2014/main" id="{8FF46487-0278-4BC9-9BF6-7D7080573D11}"/>
              </a:ext>
            </a:extLst>
          </p:cNvPr>
          <p:cNvSpPr>
            <a:spLocks noGrp="1"/>
          </p:cNvSpPr>
          <p:nvPr/>
        </p:nvSpPr>
        <p:spPr>
          <a:xfrm>
            <a:off x="552450" y="2647950"/>
            <a:ext cx="4857750" cy="2476500"/>
          </a:xfrm>
          <a:prstGeom prst="rect">
            <a:avLst/>
          </a:prstGeom>
          <a:noFill/>
          <a:ln w="0">
            <a:noFill/>
          </a:ln>
        </p:spPr>
        <p:txBody>
          <a:bodyPr>
            <a:noAutofit/>
          </a:bodyPr>
          <a:lstStyle/>
          <a:p>
            <a:pPr marL="215900" indent="-101600">
              <a:lnSpc>
                <a:spcPct val="100000"/>
              </a:lnSpc>
              <a:spcAft>
                <a:spcPts val="1100"/>
              </a:spcAft>
              <a:buNone/>
              <a:defRPr sz="1500">
                <a:solidFill>
                  <a:srgbClr val="000000"/>
                </a:solidFill>
                <a:latin typeface="Aptos"/>
                <a:ea typeface="Aptos"/>
                <a:cs typeface="Aptos"/>
              </a:defRPr>
            </a:pPr>
            <a:r>
              <a:rPr sz="1500">
                <a:solidFill>
                  <a:srgbClr val="000000"/>
                </a:solidFill>
                <a:latin typeface="Aptos"/>
                <a:ea typeface="Aptos"/>
                <a:cs typeface="Aptos"/>
              </a:rPr>
              <a:t>Åpner det ferdige AI/BI-dashboardet fra bundle resources</a:t>
            </a:r>
          </a:p>
          <a:p>
            <a:pPr marL="215900" indent="-101600">
              <a:lnSpc>
                <a:spcPct val="100000"/>
              </a:lnSpc>
              <a:spcAft>
                <a:spcPts val="1100"/>
              </a:spcAft>
              <a:buNone/>
              <a:defRPr sz="1500">
                <a:solidFill>
                  <a:srgbClr val="000000"/>
                </a:solidFill>
                <a:latin typeface="Aptos"/>
                <a:ea typeface="Aptos"/>
                <a:cs typeface="Aptos"/>
              </a:defRPr>
            </a:pPr>
            <a:r>
              <a:rPr sz="1500">
                <a:solidFill>
                  <a:srgbClr val="000000"/>
                </a:solidFill>
                <a:latin typeface="Aptos"/>
                <a:ea typeface="Aptos"/>
                <a:cs typeface="Aptos"/>
              </a:rPr>
              <a:t>Finner datasettene fra Gold-laget</a:t>
            </a:r>
          </a:p>
          <a:p>
            <a:pPr marL="215900" indent="-101600">
              <a:lnSpc>
                <a:spcPct val="100000"/>
              </a:lnSpc>
              <a:spcAft>
                <a:spcPts val="1100"/>
              </a:spcAft>
              <a:buNone/>
              <a:defRPr sz="1500">
                <a:solidFill>
                  <a:srgbClr val="000000"/>
                </a:solidFill>
                <a:latin typeface="Aptos"/>
                <a:ea typeface="Aptos"/>
                <a:cs typeface="Aptos"/>
              </a:defRPr>
            </a:pPr>
            <a:r>
              <a:rPr sz="1500">
                <a:solidFill>
                  <a:srgbClr val="000000"/>
                </a:solidFill>
                <a:latin typeface="Aptos"/>
                <a:ea typeface="Aptos"/>
                <a:cs typeface="Aptos"/>
              </a:rPr>
              <a:t>Legger til eller forbedrer én visualisering</a:t>
            </a:r>
          </a:p>
        </p:txBody>
      </p:sp>
      <p:sp>
        <p:nvSpPr>
          <p:cNvPr id="19" name="Rett linje 18">
            <a:extLst>
              <a:ext uri="{FF2B5EF4-FFF2-40B4-BE49-F238E27FC236}">
                <a16:creationId xmlns:a16="http://schemas.microsoft.com/office/drawing/2014/main" id="{7F71B743-C896-4BA0-8321-42182F399791}"/>
              </a:ext>
            </a:extLst>
          </p:cNvPr>
          <p:cNvSpPr>
            <a:spLocks noGrp="1"/>
          </p:cNvSpPr>
          <p:nvPr/>
        </p:nvSpPr>
        <p:spPr>
          <a:xfrm>
            <a:off x="5981700" y="2209800"/>
            <a:ext cx="1" cy="3124200"/>
          </a:xfrm>
          <a:prstGeom prst="line">
            <a:avLst/>
          </a:prstGeom>
          <a:noFill/>
          <a:ln w="19050">
            <a:solidFill>
              <a:srgbClr val="CCC1BC"/>
            </a:solidFill>
          </a:ln>
        </p:spPr>
        <p:txBody>
          <a:bodyPr/>
          <a:lstStyle/>
          <a:p>
            <a:endParaRPr lang="nb-NO"/>
          </a:p>
        </p:txBody>
      </p:sp>
      <p:sp>
        <p:nvSpPr>
          <p:cNvPr id="20" name="Rektangel 19">
            <a:extLst>
              <a:ext uri="{FF2B5EF4-FFF2-40B4-BE49-F238E27FC236}">
                <a16:creationId xmlns:a16="http://schemas.microsoft.com/office/drawing/2014/main" id="{9CFA4539-E902-4D3D-B29D-8620F3169591}"/>
              </a:ext>
            </a:extLst>
          </p:cNvPr>
          <p:cNvSpPr>
            <a:spLocks noGrp="1"/>
          </p:cNvSpPr>
          <p:nvPr/>
        </p:nvSpPr>
        <p:spPr>
          <a:xfrm>
            <a:off x="6477000" y="2152650"/>
            <a:ext cx="4953000" cy="361950"/>
          </a:xfrm>
          <a:prstGeom prst="rect">
            <a:avLst/>
          </a:prstGeom>
          <a:noFill/>
          <a:ln w="0">
            <a:noFill/>
          </a:ln>
        </p:spPr>
        <p:txBody>
          <a:bodyPr anchor="t">
            <a:noAutofit/>
          </a:bodyPr>
          <a:lstStyle/>
          <a:p>
            <a:pPr algn="l">
              <a:lnSpc>
                <a:spcPct val="100000"/>
              </a:lnSpc>
              <a:buNone/>
              <a:defRPr sz="1875" b="1">
                <a:solidFill>
                  <a:srgbClr val="000000"/>
                </a:solidFill>
                <a:latin typeface="Aptos Display"/>
                <a:ea typeface="Aptos Display"/>
                <a:cs typeface="Aptos Display"/>
              </a:defRPr>
            </a:pPr>
            <a:r>
              <a:rPr sz="1875" b="1">
                <a:solidFill>
                  <a:srgbClr val="000000"/>
                </a:solidFill>
                <a:latin typeface="Aptos Display"/>
                <a:ea typeface="Aptos Display"/>
                <a:cs typeface="Aptos Display"/>
              </a:rPr>
              <a:t>Derfor avslutter vi her</a:t>
            </a:r>
          </a:p>
        </p:txBody>
      </p:sp>
      <p:sp>
        <p:nvSpPr>
          <p:cNvPr id="21" name="Rett linje 20">
            <a:extLst>
              <a:ext uri="{FF2B5EF4-FFF2-40B4-BE49-F238E27FC236}">
                <a16:creationId xmlns:a16="http://schemas.microsoft.com/office/drawing/2014/main" id="{17F28DF6-1CD9-44F3-BFC3-CD9159F7AAC2}"/>
              </a:ext>
            </a:extLst>
          </p:cNvPr>
          <p:cNvSpPr>
            <a:spLocks noGrp="1"/>
          </p:cNvSpPr>
          <p:nvPr/>
        </p:nvSpPr>
        <p:spPr>
          <a:xfrm>
            <a:off x="6477000" y="2533650"/>
            <a:ext cx="914400" cy="1"/>
          </a:xfrm>
          <a:prstGeom prst="line">
            <a:avLst/>
          </a:prstGeom>
          <a:noFill/>
          <a:ln w="19050">
            <a:solidFill>
              <a:srgbClr val="FF3D47"/>
            </a:solidFill>
          </a:ln>
        </p:spPr>
        <p:txBody>
          <a:bodyPr/>
          <a:lstStyle/>
          <a:p>
            <a:endParaRPr lang="nb-NO"/>
          </a:p>
        </p:txBody>
      </p:sp>
      <p:sp>
        <p:nvSpPr>
          <p:cNvPr id="22" name="Rektangel 21">
            <a:extLst>
              <a:ext uri="{FF2B5EF4-FFF2-40B4-BE49-F238E27FC236}">
                <a16:creationId xmlns:a16="http://schemas.microsoft.com/office/drawing/2014/main" id="{4620F8A7-1A98-4FAE-BE28-CC554EF11A36}"/>
              </a:ext>
            </a:extLst>
          </p:cNvPr>
          <p:cNvSpPr>
            <a:spLocks noGrp="1"/>
          </p:cNvSpPr>
          <p:nvPr/>
        </p:nvSpPr>
        <p:spPr>
          <a:xfrm>
            <a:off x="6477000" y="2647950"/>
            <a:ext cx="4857750" cy="2476500"/>
          </a:xfrm>
          <a:prstGeom prst="rect">
            <a:avLst/>
          </a:prstGeom>
          <a:noFill/>
          <a:ln w="0">
            <a:noFill/>
          </a:ln>
        </p:spPr>
        <p:txBody>
          <a:bodyPr>
            <a:noAutofit/>
          </a:bodyPr>
          <a:lstStyle/>
          <a:p>
            <a:pPr marL="215900" indent="-101600">
              <a:lnSpc>
                <a:spcPct val="100000"/>
              </a:lnSpc>
              <a:spcAft>
                <a:spcPts val="1100"/>
              </a:spcAft>
              <a:buNone/>
              <a:defRPr sz="1500">
                <a:solidFill>
                  <a:srgbClr val="000000"/>
                </a:solidFill>
                <a:latin typeface="Aptos"/>
                <a:ea typeface="Aptos"/>
                <a:cs typeface="Aptos"/>
              </a:defRPr>
            </a:pPr>
            <a:r>
              <a:rPr sz="1500">
                <a:solidFill>
                  <a:srgbClr val="000000"/>
                </a:solidFill>
                <a:latin typeface="Aptos"/>
                <a:ea typeface="Aptos"/>
                <a:cs typeface="Aptos"/>
              </a:rPr>
              <a:t>Innsikten bygger på kontrollerte Gold-tabeller</a:t>
            </a:r>
          </a:p>
          <a:p>
            <a:pPr marL="215900" indent="-101600">
              <a:lnSpc>
                <a:spcPct val="100000"/>
              </a:lnSpc>
              <a:spcAft>
                <a:spcPts val="1100"/>
              </a:spcAft>
              <a:buNone/>
              <a:defRPr sz="1500">
                <a:solidFill>
                  <a:srgbClr val="000000"/>
                </a:solidFill>
                <a:latin typeface="Aptos"/>
                <a:ea typeface="Aptos"/>
                <a:cs typeface="Aptos"/>
              </a:defRPr>
            </a:pPr>
            <a:r>
              <a:rPr sz="1500">
                <a:solidFill>
                  <a:srgbClr val="000000"/>
                </a:solidFill>
                <a:latin typeface="Aptos"/>
                <a:ea typeface="Aptos"/>
                <a:cs typeface="Aptos"/>
              </a:rPr>
              <a:t>Faktisk og predikert verdi kan vurderes sammen</a:t>
            </a:r>
          </a:p>
          <a:p>
            <a:pPr marL="215900" indent="-101600">
              <a:lnSpc>
                <a:spcPct val="100000"/>
              </a:lnSpc>
              <a:spcAft>
                <a:spcPts val="1100"/>
              </a:spcAft>
              <a:buNone/>
              <a:defRPr sz="1500">
                <a:solidFill>
                  <a:srgbClr val="000000"/>
                </a:solidFill>
                <a:latin typeface="Aptos"/>
                <a:ea typeface="Aptos"/>
                <a:cs typeface="Aptos"/>
              </a:defRPr>
            </a:pPr>
            <a:r>
              <a:rPr sz="1500">
                <a:solidFill>
                  <a:srgbClr val="000000"/>
                </a:solidFill>
                <a:latin typeface="Aptos"/>
                <a:ea typeface="Aptos"/>
                <a:cs typeface="Aptos"/>
              </a:rPr>
              <a:t>Deltakerne ser hele kjeden fra kilde til bruker</a:t>
            </a:r>
          </a:p>
        </p:txBody>
      </p:sp>
      <p:sp>
        <p:nvSpPr>
          <p:cNvPr id="23" name="Rektangel 22">
            <a:extLst>
              <a:ext uri="{FF2B5EF4-FFF2-40B4-BE49-F238E27FC236}">
                <a16:creationId xmlns:a16="http://schemas.microsoft.com/office/drawing/2014/main" id="{35ACDD32-1C0B-43AD-886A-6E0A521A4354}"/>
              </a:ext>
            </a:extLst>
          </p:cNvPr>
          <p:cNvSpPr>
            <a:spLocks noGrp="1"/>
          </p:cNvSpPr>
          <p:nvPr/>
        </p:nvSpPr>
        <p:spPr>
          <a:xfrm>
            <a:off x="400050" y="5857875"/>
            <a:ext cx="11391900" cy="523875"/>
          </a:xfrm>
          <a:prstGeom prst="rect">
            <a:avLst/>
          </a:prstGeom>
          <a:solidFill>
            <a:srgbClr val="F2EFED"/>
          </a:solidFill>
          <a:ln w="0">
            <a:noFill/>
          </a:ln>
        </p:spPr>
        <p:txBody>
          <a:bodyPr/>
          <a:lstStyle/>
          <a:p>
            <a:endParaRPr lang="nb-NO"/>
          </a:p>
        </p:txBody>
      </p:sp>
      <p:sp>
        <p:nvSpPr>
          <p:cNvPr id="24" name="Rektangel 23">
            <a:extLst>
              <a:ext uri="{FF2B5EF4-FFF2-40B4-BE49-F238E27FC236}">
                <a16:creationId xmlns:a16="http://schemas.microsoft.com/office/drawing/2014/main" id="{72CA992A-1246-4429-BA15-CAF7F69CDBBD}"/>
              </a:ext>
            </a:extLst>
          </p:cNvPr>
          <p:cNvSpPr>
            <a:spLocks noGrp="1"/>
          </p:cNvSpPr>
          <p:nvPr/>
        </p:nvSpPr>
        <p:spPr>
          <a:xfrm>
            <a:off x="552450" y="5981700"/>
            <a:ext cx="1381125" cy="228600"/>
          </a:xfrm>
          <a:prstGeom prst="rect">
            <a:avLst/>
          </a:prstGeom>
          <a:noFill/>
          <a:ln w="0">
            <a:noFill/>
          </a:ln>
        </p:spPr>
        <p:txBody>
          <a:bodyPr anchor="t">
            <a:noAutofit/>
          </a:bodyPr>
          <a:lstStyle/>
          <a:p>
            <a:pPr algn="l">
              <a:lnSpc>
                <a:spcPct val="100000"/>
              </a:lnSpc>
              <a:buNone/>
              <a:defRPr sz="1050" b="1">
                <a:solidFill>
                  <a:srgbClr val="E55158"/>
                </a:solidFill>
                <a:latin typeface="Aptos"/>
                <a:ea typeface="Aptos"/>
                <a:cs typeface="Aptos"/>
              </a:defRPr>
            </a:pPr>
            <a:r>
              <a:rPr sz="1050" b="1">
                <a:solidFill>
                  <a:srgbClr val="E55158"/>
                </a:solidFill>
                <a:latin typeface="Aptos"/>
                <a:ea typeface="Aptos"/>
                <a:cs typeface="Aptos"/>
              </a:rPr>
              <a:t>RESULTAT</a:t>
            </a:r>
          </a:p>
        </p:txBody>
      </p:sp>
      <p:sp>
        <p:nvSpPr>
          <p:cNvPr id="25" name="Rektangel 24">
            <a:extLst>
              <a:ext uri="{FF2B5EF4-FFF2-40B4-BE49-F238E27FC236}">
                <a16:creationId xmlns:a16="http://schemas.microsoft.com/office/drawing/2014/main" id="{430306B2-CE01-4BA9-91CB-C4457A3594D0}"/>
              </a:ext>
            </a:extLst>
          </p:cNvPr>
          <p:cNvSpPr>
            <a:spLocks noGrp="1"/>
          </p:cNvSpPr>
          <p:nvPr/>
        </p:nvSpPr>
        <p:spPr>
          <a:xfrm>
            <a:off x="1924050" y="5943600"/>
            <a:ext cx="9620250" cy="285750"/>
          </a:xfrm>
          <a:prstGeom prst="rect">
            <a:avLst/>
          </a:prstGeom>
          <a:noFill/>
          <a:ln w="0">
            <a:noFill/>
          </a:ln>
        </p:spPr>
        <p:txBody>
          <a:bodyPr anchor="ctr">
            <a:noAutofit/>
          </a:bodyPr>
          <a:lstStyle/>
          <a:p>
            <a:pPr algn="l">
              <a:lnSpc>
                <a:spcPct val="100000"/>
              </a:lnSpc>
              <a:buNone/>
              <a:defRPr sz="1350" b="1">
                <a:solidFill>
                  <a:srgbClr val="000000"/>
                </a:solidFill>
                <a:latin typeface="Aptos"/>
                <a:ea typeface="Aptos"/>
                <a:cs typeface="Aptos"/>
              </a:defRPr>
            </a:pPr>
            <a:r>
              <a:rPr sz="1350" b="1">
                <a:solidFill>
                  <a:srgbClr val="000000"/>
                </a:solidFill>
                <a:latin typeface="Aptos"/>
                <a:ea typeface="Aptos"/>
                <a:cs typeface="Aptos"/>
              </a:rPr>
              <a:t>Et deployet dashboard med KPI-er, filtre og faktisk mot predikert landingsmengde</a:t>
            </a:r>
          </a:p>
        </p:txBody>
      </p:sp>
    </p:spTree>
    <p:extLst>
      <p:ext uri="{BB962C8B-B14F-4D97-AF65-F5344CB8AC3E}">
        <p14:creationId xmlns:p14="http://schemas.microsoft.com/office/powerpoint/2010/main" val="11892744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28" name="eyebrow">
            <a:extLst>
              <a:ext uri="{FF2B5EF4-FFF2-40B4-BE49-F238E27FC236}">
                <a16:creationId xmlns:a16="http://schemas.microsoft.com/office/drawing/2014/main" id="{F52D08DC-5516-4370-945A-4B34CC6EBC4E}"/>
              </a:ext>
            </a:extLst>
          </p:cNvPr>
          <p:cNvSpPr>
            <a:spLocks noGrp="1"/>
          </p:cNvSpPr>
          <p:nvPr/>
        </p:nvSpPr>
        <p:spPr>
          <a:xfrm>
            <a:off x="400050" y="228600"/>
            <a:ext cx="3143250" cy="209550"/>
          </a:xfrm>
          <a:prstGeom prst="rect">
            <a:avLst/>
          </a:prstGeom>
          <a:noFill/>
          <a:ln w="0">
            <a:noFill/>
          </a:ln>
        </p:spPr>
        <p:txBody>
          <a:bodyPr anchor="t">
            <a:noAutofit/>
          </a:bodyPr>
          <a:lstStyle/>
          <a:p>
            <a:pPr algn="l">
              <a:lnSpc>
                <a:spcPct val="100000"/>
              </a:lnSpc>
              <a:buNone/>
              <a:defRPr sz="975" b="1">
                <a:solidFill>
                  <a:srgbClr val="E55158"/>
                </a:solidFill>
                <a:latin typeface="Aptos"/>
                <a:ea typeface="Aptos"/>
                <a:cs typeface="Aptos"/>
              </a:defRPr>
            </a:pPr>
            <a:r>
              <a:rPr sz="975" b="1">
                <a:solidFill>
                  <a:srgbClr val="E55158"/>
                </a:solidFill>
                <a:latin typeface="Aptos"/>
                <a:ea typeface="Aptos"/>
                <a:cs typeface="Aptos"/>
              </a:rPr>
              <a:t>OPPSUMMERING</a:t>
            </a:r>
          </a:p>
        </p:txBody>
      </p:sp>
      <p:sp>
        <p:nvSpPr>
          <p:cNvPr id="2" name="slide-title">
            <a:extLst>
              <a:ext uri="{FF2B5EF4-FFF2-40B4-BE49-F238E27FC236}">
                <a16:creationId xmlns:a16="http://schemas.microsoft.com/office/drawing/2014/main" id="{60D098C6-9705-4C3B-81CF-50A91DD4BFCF}"/>
              </a:ext>
            </a:extLst>
          </p:cNvPr>
          <p:cNvSpPr>
            <a:spLocks noGrp="1"/>
          </p:cNvSpPr>
          <p:nvPr/>
        </p:nvSpPr>
        <p:spPr>
          <a:xfrm>
            <a:off x="400050" y="476250"/>
            <a:ext cx="10668000" cy="609600"/>
          </a:xfrm>
          <a:prstGeom prst="rect">
            <a:avLst/>
          </a:prstGeom>
          <a:noFill/>
          <a:ln w="0">
            <a:noFill/>
          </a:ln>
        </p:spPr>
        <p:txBody>
          <a:bodyPr anchor="t">
            <a:noAutofit/>
          </a:bodyPr>
          <a:lstStyle/>
          <a:p>
            <a:pPr algn="l">
              <a:lnSpc>
                <a:spcPct val="100000"/>
              </a:lnSpc>
              <a:buNone/>
              <a:defRPr sz="2850" b="1">
                <a:solidFill>
                  <a:srgbClr val="000000"/>
                </a:solidFill>
                <a:latin typeface="Aptos Display"/>
                <a:ea typeface="Aptos Display"/>
                <a:cs typeface="Aptos Display"/>
              </a:defRPr>
            </a:pPr>
            <a:r>
              <a:rPr sz="2850" b="1">
                <a:solidFill>
                  <a:srgbClr val="000000"/>
                </a:solidFill>
                <a:latin typeface="Aptos Display"/>
                <a:ea typeface="Aptos Display"/>
                <a:cs typeface="Aptos Display"/>
              </a:rPr>
              <a:t>Fra én råfil til en beslutning</a:t>
            </a:r>
          </a:p>
        </p:txBody>
      </p:sp>
      <p:sp>
        <p:nvSpPr>
          <p:cNvPr id="3" name="Rett linje 2">
            <a:extLst>
              <a:ext uri="{FF2B5EF4-FFF2-40B4-BE49-F238E27FC236}">
                <a16:creationId xmlns:a16="http://schemas.microsoft.com/office/drawing/2014/main" id="{F31AB81F-59CF-42F1-B23D-4430A316BBE8}"/>
              </a:ext>
            </a:extLst>
          </p:cNvPr>
          <p:cNvSpPr>
            <a:spLocks noGrp="1"/>
          </p:cNvSpPr>
          <p:nvPr/>
        </p:nvSpPr>
        <p:spPr>
          <a:xfrm>
            <a:off x="400050" y="1152525"/>
            <a:ext cx="1171575" cy="1"/>
          </a:xfrm>
          <a:prstGeom prst="line">
            <a:avLst/>
          </a:prstGeom>
          <a:noFill/>
          <a:ln w="19050">
            <a:solidFill>
              <a:srgbClr val="FF3D47"/>
            </a:solidFill>
          </a:ln>
        </p:spPr>
        <p:txBody>
          <a:bodyPr/>
          <a:lstStyle/>
          <a:p>
            <a:endParaRPr lang="nb-NO"/>
          </a:p>
        </p:txBody>
      </p:sp>
      <p:sp>
        <p:nvSpPr>
          <p:cNvPr id="4" name="Rektangel 3">
            <a:extLst>
              <a:ext uri="{FF2B5EF4-FFF2-40B4-BE49-F238E27FC236}">
                <a16:creationId xmlns:a16="http://schemas.microsoft.com/office/drawing/2014/main" id="{411536ED-EDDD-4ECF-B499-2DAB3BEA15C6}"/>
              </a:ext>
            </a:extLst>
          </p:cNvPr>
          <p:cNvSpPr>
            <a:spLocks noGrp="1"/>
          </p:cNvSpPr>
          <p:nvPr/>
        </p:nvSpPr>
        <p:spPr>
          <a:xfrm>
            <a:off x="552450" y="1571625"/>
            <a:ext cx="685800" cy="476250"/>
          </a:xfrm>
          <a:prstGeom prst="rect">
            <a:avLst/>
          </a:prstGeom>
          <a:noFill/>
          <a:ln w="0">
            <a:noFill/>
          </a:ln>
        </p:spPr>
        <p:txBody>
          <a:bodyPr anchor="ctr">
            <a:noAutofit/>
          </a:bodyPr>
          <a:lstStyle/>
          <a:p>
            <a:pPr algn="l">
              <a:lnSpc>
                <a:spcPct val="100000"/>
              </a:lnSpc>
              <a:buNone/>
              <a:defRPr sz="2250" b="1">
                <a:solidFill>
                  <a:srgbClr val="FF3D47"/>
                </a:solidFill>
                <a:latin typeface="Aptos"/>
                <a:ea typeface="Aptos"/>
                <a:cs typeface="Aptos"/>
              </a:defRPr>
            </a:pPr>
            <a:r>
              <a:rPr sz="2250" b="1">
                <a:solidFill>
                  <a:srgbClr val="FF3D47"/>
                </a:solidFill>
                <a:latin typeface="Aptos"/>
                <a:ea typeface="Aptos"/>
                <a:cs typeface="Aptos"/>
              </a:rPr>
              <a:t>01</a:t>
            </a:r>
          </a:p>
        </p:txBody>
      </p:sp>
      <p:sp>
        <p:nvSpPr>
          <p:cNvPr id="5" name="Rektangel 4">
            <a:extLst>
              <a:ext uri="{FF2B5EF4-FFF2-40B4-BE49-F238E27FC236}">
                <a16:creationId xmlns:a16="http://schemas.microsoft.com/office/drawing/2014/main" id="{3DF2E840-91F4-47BC-98CF-27A36967FF29}"/>
              </a:ext>
            </a:extLst>
          </p:cNvPr>
          <p:cNvSpPr>
            <a:spLocks noGrp="1"/>
          </p:cNvSpPr>
          <p:nvPr/>
        </p:nvSpPr>
        <p:spPr>
          <a:xfrm>
            <a:off x="1390650" y="1571625"/>
            <a:ext cx="2095500" cy="476250"/>
          </a:xfrm>
          <a:prstGeom prst="rect">
            <a:avLst/>
          </a:prstGeom>
          <a:noFill/>
          <a:ln w="0">
            <a:noFill/>
          </a:ln>
        </p:spPr>
        <p:txBody>
          <a:bodyPr anchor="ctr">
            <a:noAutofit/>
          </a:bodyPr>
          <a:lstStyle/>
          <a:p>
            <a:pPr algn="l">
              <a:lnSpc>
                <a:spcPct val="100000"/>
              </a:lnSpc>
              <a:buNone/>
              <a:defRPr sz="1875" b="1">
                <a:solidFill>
                  <a:srgbClr val="000000"/>
                </a:solidFill>
                <a:latin typeface="Aptos Display"/>
                <a:ea typeface="Aptos Display"/>
                <a:cs typeface="Aptos Display"/>
              </a:defRPr>
            </a:pPr>
            <a:r>
              <a:rPr sz="1875" b="1">
                <a:solidFill>
                  <a:srgbClr val="000000"/>
                </a:solidFill>
                <a:latin typeface="Aptos Display"/>
                <a:ea typeface="Aptos Display"/>
                <a:cs typeface="Aptos Display"/>
              </a:rPr>
              <a:t>Bronze</a:t>
            </a:r>
          </a:p>
        </p:txBody>
      </p:sp>
      <p:sp>
        <p:nvSpPr>
          <p:cNvPr id="6" name="Rektangel 5">
            <a:extLst>
              <a:ext uri="{FF2B5EF4-FFF2-40B4-BE49-F238E27FC236}">
                <a16:creationId xmlns:a16="http://schemas.microsoft.com/office/drawing/2014/main" id="{3CC5AEF2-390A-4674-95C2-3F8E7A0FCE9E}"/>
              </a:ext>
            </a:extLst>
          </p:cNvPr>
          <p:cNvSpPr>
            <a:spLocks noGrp="1"/>
          </p:cNvSpPr>
          <p:nvPr/>
        </p:nvSpPr>
        <p:spPr>
          <a:xfrm>
            <a:off x="3943350" y="1571625"/>
            <a:ext cx="2000250" cy="476250"/>
          </a:xfrm>
          <a:prstGeom prst="rect">
            <a:avLst/>
          </a:prstGeom>
          <a:noFill/>
          <a:ln w="0">
            <a:noFill/>
          </a:ln>
        </p:spPr>
        <p:txBody>
          <a:bodyPr anchor="ctr">
            <a:noAutofit/>
          </a:bodyPr>
          <a:lstStyle/>
          <a:p>
            <a:pPr algn="l">
              <a:lnSpc>
                <a:spcPct val="100000"/>
              </a:lnSpc>
              <a:buNone/>
              <a:defRPr sz="1575" b="1">
                <a:solidFill>
                  <a:srgbClr val="E55158"/>
                </a:solidFill>
                <a:latin typeface="Aptos"/>
                <a:ea typeface="Aptos"/>
                <a:cs typeface="Aptos"/>
              </a:defRPr>
            </a:pPr>
            <a:r>
              <a:rPr sz="1575" b="1">
                <a:solidFill>
                  <a:srgbClr val="E55158"/>
                </a:solidFill>
                <a:latin typeface="Aptos"/>
                <a:ea typeface="Aptos"/>
                <a:cs typeface="Aptos"/>
              </a:rPr>
              <a:t>Bevarer</a:t>
            </a:r>
          </a:p>
        </p:txBody>
      </p:sp>
      <p:sp>
        <p:nvSpPr>
          <p:cNvPr id="7" name="Rektangel 6">
            <a:extLst>
              <a:ext uri="{FF2B5EF4-FFF2-40B4-BE49-F238E27FC236}">
                <a16:creationId xmlns:a16="http://schemas.microsoft.com/office/drawing/2014/main" id="{0C609EA3-20E0-42F5-881B-A8C5472250D7}"/>
              </a:ext>
            </a:extLst>
          </p:cNvPr>
          <p:cNvSpPr>
            <a:spLocks noGrp="1"/>
          </p:cNvSpPr>
          <p:nvPr/>
        </p:nvSpPr>
        <p:spPr>
          <a:xfrm>
            <a:off x="6191250" y="1571625"/>
            <a:ext cx="4953000" cy="476250"/>
          </a:xfrm>
          <a:prstGeom prst="rect">
            <a:avLst/>
          </a:prstGeom>
          <a:noFill/>
          <a:ln w="0">
            <a:noFill/>
          </a:ln>
        </p:spPr>
        <p:txBody>
          <a:bodyPr anchor="ctr">
            <a:noAutofit/>
          </a:bodyPr>
          <a:lstStyle/>
          <a:p>
            <a:pPr algn="l">
              <a:lnSpc>
                <a:spcPct val="100000"/>
              </a:lnSpc>
              <a:buNone/>
              <a:defRPr sz="1575" b="0">
                <a:solidFill>
                  <a:srgbClr val="000000"/>
                </a:solidFill>
                <a:latin typeface="Aptos"/>
                <a:ea typeface="Aptos"/>
                <a:cs typeface="Aptos"/>
              </a:defRPr>
            </a:pPr>
            <a:r>
              <a:rPr sz="1575" b="0">
                <a:solidFill>
                  <a:srgbClr val="000000"/>
                </a:solidFill>
                <a:latin typeface="Aptos"/>
                <a:ea typeface="Aptos"/>
                <a:cs typeface="Aptos"/>
              </a:rPr>
              <a:t>Rå payload og metadata</a:t>
            </a:r>
          </a:p>
        </p:txBody>
      </p:sp>
      <p:sp>
        <p:nvSpPr>
          <p:cNvPr id="8" name="Rett linje 7">
            <a:extLst>
              <a:ext uri="{FF2B5EF4-FFF2-40B4-BE49-F238E27FC236}">
                <a16:creationId xmlns:a16="http://schemas.microsoft.com/office/drawing/2014/main" id="{BFFBC3A6-1D56-4518-9952-0DAB8330E8AB}"/>
              </a:ext>
            </a:extLst>
          </p:cNvPr>
          <p:cNvSpPr>
            <a:spLocks noGrp="1"/>
          </p:cNvSpPr>
          <p:nvPr/>
        </p:nvSpPr>
        <p:spPr>
          <a:xfrm>
            <a:off x="1390650" y="2200275"/>
            <a:ext cx="9753600" cy="1"/>
          </a:xfrm>
          <a:prstGeom prst="line">
            <a:avLst/>
          </a:prstGeom>
          <a:noFill/>
          <a:ln w="9525">
            <a:solidFill>
              <a:srgbClr val="CCC1BC"/>
            </a:solidFill>
          </a:ln>
        </p:spPr>
        <p:txBody>
          <a:bodyPr/>
          <a:lstStyle/>
          <a:p>
            <a:endParaRPr lang="nb-NO"/>
          </a:p>
        </p:txBody>
      </p:sp>
      <p:sp>
        <p:nvSpPr>
          <p:cNvPr id="9" name="Rektangel 8">
            <a:extLst>
              <a:ext uri="{FF2B5EF4-FFF2-40B4-BE49-F238E27FC236}">
                <a16:creationId xmlns:a16="http://schemas.microsoft.com/office/drawing/2014/main" id="{CDFEB0DF-A354-4349-8EAA-ECD485E9EA6F}"/>
              </a:ext>
            </a:extLst>
          </p:cNvPr>
          <p:cNvSpPr>
            <a:spLocks noGrp="1"/>
          </p:cNvSpPr>
          <p:nvPr/>
        </p:nvSpPr>
        <p:spPr>
          <a:xfrm>
            <a:off x="552450" y="2409825"/>
            <a:ext cx="685800" cy="476250"/>
          </a:xfrm>
          <a:prstGeom prst="rect">
            <a:avLst/>
          </a:prstGeom>
          <a:noFill/>
          <a:ln w="0">
            <a:noFill/>
          </a:ln>
        </p:spPr>
        <p:txBody>
          <a:bodyPr anchor="ctr">
            <a:noAutofit/>
          </a:bodyPr>
          <a:lstStyle/>
          <a:p>
            <a:pPr algn="l">
              <a:lnSpc>
                <a:spcPct val="100000"/>
              </a:lnSpc>
              <a:buNone/>
              <a:defRPr sz="2250" b="1">
                <a:solidFill>
                  <a:srgbClr val="FF3D47"/>
                </a:solidFill>
                <a:latin typeface="Aptos"/>
                <a:ea typeface="Aptos"/>
                <a:cs typeface="Aptos"/>
              </a:defRPr>
            </a:pPr>
            <a:r>
              <a:rPr sz="2250" b="1">
                <a:solidFill>
                  <a:srgbClr val="FF3D47"/>
                </a:solidFill>
                <a:latin typeface="Aptos"/>
                <a:ea typeface="Aptos"/>
                <a:cs typeface="Aptos"/>
              </a:rPr>
              <a:t>02</a:t>
            </a:r>
          </a:p>
        </p:txBody>
      </p:sp>
      <p:sp>
        <p:nvSpPr>
          <p:cNvPr id="10" name="Rektangel 9">
            <a:extLst>
              <a:ext uri="{FF2B5EF4-FFF2-40B4-BE49-F238E27FC236}">
                <a16:creationId xmlns:a16="http://schemas.microsoft.com/office/drawing/2014/main" id="{8376446A-5331-4CD8-9AEF-749F13C4C00C}"/>
              </a:ext>
            </a:extLst>
          </p:cNvPr>
          <p:cNvSpPr>
            <a:spLocks noGrp="1"/>
          </p:cNvSpPr>
          <p:nvPr/>
        </p:nvSpPr>
        <p:spPr>
          <a:xfrm>
            <a:off x="1390650" y="2409825"/>
            <a:ext cx="2095500" cy="476250"/>
          </a:xfrm>
          <a:prstGeom prst="rect">
            <a:avLst/>
          </a:prstGeom>
          <a:noFill/>
          <a:ln w="0">
            <a:noFill/>
          </a:ln>
        </p:spPr>
        <p:txBody>
          <a:bodyPr anchor="ctr">
            <a:noAutofit/>
          </a:bodyPr>
          <a:lstStyle/>
          <a:p>
            <a:pPr algn="l">
              <a:lnSpc>
                <a:spcPct val="100000"/>
              </a:lnSpc>
              <a:buNone/>
              <a:defRPr sz="1875" b="1">
                <a:solidFill>
                  <a:srgbClr val="000000"/>
                </a:solidFill>
                <a:latin typeface="Aptos Display"/>
                <a:ea typeface="Aptos Display"/>
                <a:cs typeface="Aptos Display"/>
              </a:defRPr>
            </a:pPr>
            <a:r>
              <a:rPr sz="1875" b="1">
                <a:solidFill>
                  <a:srgbClr val="000000"/>
                </a:solidFill>
                <a:latin typeface="Aptos Display"/>
                <a:ea typeface="Aptos Display"/>
                <a:cs typeface="Aptos Display"/>
              </a:rPr>
              <a:t>Silver</a:t>
            </a:r>
          </a:p>
        </p:txBody>
      </p:sp>
      <p:sp>
        <p:nvSpPr>
          <p:cNvPr id="11" name="Rektangel 10">
            <a:extLst>
              <a:ext uri="{FF2B5EF4-FFF2-40B4-BE49-F238E27FC236}">
                <a16:creationId xmlns:a16="http://schemas.microsoft.com/office/drawing/2014/main" id="{3BCBBD6A-3AC2-4CB0-BE03-74AC899D1401}"/>
              </a:ext>
            </a:extLst>
          </p:cNvPr>
          <p:cNvSpPr>
            <a:spLocks noGrp="1"/>
          </p:cNvSpPr>
          <p:nvPr/>
        </p:nvSpPr>
        <p:spPr>
          <a:xfrm>
            <a:off x="3943350" y="2409825"/>
            <a:ext cx="2000250" cy="476250"/>
          </a:xfrm>
          <a:prstGeom prst="rect">
            <a:avLst/>
          </a:prstGeom>
          <a:noFill/>
          <a:ln w="0">
            <a:noFill/>
          </a:ln>
        </p:spPr>
        <p:txBody>
          <a:bodyPr anchor="ctr">
            <a:noAutofit/>
          </a:bodyPr>
          <a:lstStyle/>
          <a:p>
            <a:pPr algn="l">
              <a:lnSpc>
                <a:spcPct val="100000"/>
              </a:lnSpc>
              <a:buNone/>
              <a:defRPr sz="1575" b="1">
                <a:solidFill>
                  <a:srgbClr val="E55158"/>
                </a:solidFill>
                <a:latin typeface="Aptos"/>
                <a:ea typeface="Aptos"/>
                <a:cs typeface="Aptos"/>
              </a:defRPr>
            </a:pPr>
            <a:r>
              <a:rPr sz="1575" b="1">
                <a:solidFill>
                  <a:srgbClr val="E55158"/>
                </a:solidFill>
                <a:latin typeface="Aptos"/>
                <a:ea typeface="Aptos"/>
                <a:cs typeface="Aptos"/>
              </a:rPr>
              <a:t>Standardiserer</a:t>
            </a:r>
          </a:p>
        </p:txBody>
      </p:sp>
      <p:sp>
        <p:nvSpPr>
          <p:cNvPr id="12" name="Rektangel 11">
            <a:extLst>
              <a:ext uri="{FF2B5EF4-FFF2-40B4-BE49-F238E27FC236}">
                <a16:creationId xmlns:a16="http://schemas.microsoft.com/office/drawing/2014/main" id="{D321216C-6B02-4C22-B123-2B6C398AC019}"/>
              </a:ext>
            </a:extLst>
          </p:cNvPr>
          <p:cNvSpPr>
            <a:spLocks noGrp="1"/>
          </p:cNvSpPr>
          <p:nvPr/>
        </p:nvSpPr>
        <p:spPr>
          <a:xfrm>
            <a:off x="6191250" y="2409825"/>
            <a:ext cx="4953000" cy="476250"/>
          </a:xfrm>
          <a:prstGeom prst="rect">
            <a:avLst/>
          </a:prstGeom>
          <a:noFill/>
          <a:ln w="0">
            <a:noFill/>
          </a:ln>
        </p:spPr>
        <p:txBody>
          <a:bodyPr anchor="ctr">
            <a:noAutofit/>
          </a:bodyPr>
          <a:lstStyle/>
          <a:p>
            <a:pPr algn="l">
              <a:lnSpc>
                <a:spcPct val="100000"/>
              </a:lnSpc>
              <a:buNone/>
              <a:defRPr sz="1575" b="0">
                <a:solidFill>
                  <a:srgbClr val="000000"/>
                </a:solidFill>
                <a:latin typeface="Aptos"/>
                <a:ea typeface="Aptos"/>
                <a:cs typeface="Aptos"/>
              </a:defRPr>
            </a:pPr>
            <a:r>
              <a:rPr sz="1575" b="0">
                <a:solidFill>
                  <a:srgbClr val="000000"/>
                </a:solidFill>
                <a:latin typeface="Aptos"/>
                <a:ea typeface="Aptos"/>
                <a:cs typeface="Aptos"/>
              </a:rPr>
              <a:t>Skjema, typer og kvalitet</a:t>
            </a:r>
          </a:p>
        </p:txBody>
      </p:sp>
      <p:sp>
        <p:nvSpPr>
          <p:cNvPr id="13" name="Rett linje 12">
            <a:extLst>
              <a:ext uri="{FF2B5EF4-FFF2-40B4-BE49-F238E27FC236}">
                <a16:creationId xmlns:a16="http://schemas.microsoft.com/office/drawing/2014/main" id="{D28B78ED-FDB4-4B44-B9B3-6455F72CE835}"/>
              </a:ext>
            </a:extLst>
          </p:cNvPr>
          <p:cNvSpPr>
            <a:spLocks noGrp="1"/>
          </p:cNvSpPr>
          <p:nvPr/>
        </p:nvSpPr>
        <p:spPr>
          <a:xfrm>
            <a:off x="1390650" y="3038475"/>
            <a:ext cx="9753600" cy="1"/>
          </a:xfrm>
          <a:prstGeom prst="line">
            <a:avLst/>
          </a:prstGeom>
          <a:noFill/>
          <a:ln w="9525">
            <a:solidFill>
              <a:srgbClr val="CCC1BC"/>
            </a:solidFill>
          </a:ln>
        </p:spPr>
        <p:txBody>
          <a:bodyPr/>
          <a:lstStyle/>
          <a:p>
            <a:endParaRPr lang="nb-NO"/>
          </a:p>
        </p:txBody>
      </p:sp>
      <p:sp>
        <p:nvSpPr>
          <p:cNvPr id="14" name="Rektangel 13">
            <a:extLst>
              <a:ext uri="{FF2B5EF4-FFF2-40B4-BE49-F238E27FC236}">
                <a16:creationId xmlns:a16="http://schemas.microsoft.com/office/drawing/2014/main" id="{8FDE2397-FADA-4568-8579-809FE72BB5E8}"/>
              </a:ext>
            </a:extLst>
          </p:cNvPr>
          <p:cNvSpPr>
            <a:spLocks noGrp="1"/>
          </p:cNvSpPr>
          <p:nvPr/>
        </p:nvSpPr>
        <p:spPr>
          <a:xfrm>
            <a:off x="552450" y="3248025"/>
            <a:ext cx="685800" cy="476250"/>
          </a:xfrm>
          <a:prstGeom prst="rect">
            <a:avLst/>
          </a:prstGeom>
          <a:noFill/>
          <a:ln w="0">
            <a:noFill/>
          </a:ln>
        </p:spPr>
        <p:txBody>
          <a:bodyPr anchor="ctr">
            <a:noAutofit/>
          </a:bodyPr>
          <a:lstStyle/>
          <a:p>
            <a:pPr algn="l">
              <a:lnSpc>
                <a:spcPct val="100000"/>
              </a:lnSpc>
              <a:buNone/>
              <a:defRPr sz="2250" b="1">
                <a:solidFill>
                  <a:srgbClr val="FF3D47"/>
                </a:solidFill>
                <a:latin typeface="Aptos"/>
                <a:ea typeface="Aptos"/>
                <a:cs typeface="Aptos"/>
              </a:defRPr>
            </a:pPr>
            <a:r>
              <a:rPr sz="2250" b="1">
                <a:solidFill>
                  <a:srgbClr val="FF3D47"/>
                </a:solidFill>
                <a:latin typeface="Aptos"/>
                <a:ea typeface="Aptos"/>
                <a:cs typeface="Aptos"/>
              </a:rPr>
              <a:t>03</a:t>
            </a:r>
          </a:p>
        </p:txBody>
      </p:sp>
      <p:sp>
        <p:nvSpPr>
          <p:cNvPr id="15" name="Rektangel 14">
            <a:extLst>
              <a:ext uri="{FF2B5EF4-FFF2-40B4-BE49-F238E27FC236}">
                <a16:creationId xmlns:a16="http://schemas.microsoft.com/office/drawing/2014/main" id="{F753E458-E7F0-4DFF-A379-93F39EC89698}"/>
              </a:ext>
            </a:extLst>
          </p:cNvPr>
          <p:cNvSpPr>
            <a:spLocks noGrp="1"/>
          </p:cNvSpPr>
          <p:nvPr/>
        </p:nvSpPr>
        <p:spPr>
          <a:xfrm>
            <a:off x="1390650" y="3248025"/>
            <a:ext cx="2095500" cy="476250"/>
          </a:xfrm>
          <a:prstGeom prst="rect">
            <a:avLst/>
          </a:prstGeom>
          <a:noFill/>
          <a:ln w="0">
            <a:noFill/>
          </a:ln>
        </p:spPr>
        <p:txBody>
          <a:bodyPr anchor="ctr">
            <a:noAutofit/>
          </a:bodyPr>
          <a:lstStyle/>
          <a:p>
            <a:pPr algn="l">
              <a:lnSpc>
                <a:spcPct val="100000"/>
              </a:lnSpc>
              <a:buNone/>
              <a:defRPr sz="1875" b="1">
                <a:solidFill>
                  <a:srgbClr val="000000"/>
                </a:solidFill>
                <a:latin typeface="Aptos Display"/>
                <a:ea typeface="Aptos Display"/>
                <a:cs typeface="Aptos Display"/>
              </a:defRPr>
            </a:pPr>
            <a:r>
              <a:rPr sz="1875" b="1">
                <a:solidFill>
                  <a:srgbClr val="000000"/>
                </a:solidFill>
                <a:latin typeface="Aptos Display"/>
                <a:ea typeface="Aptos Display"/>
                <a:cs typeface="Aptos Display"/>
              </a:rPr>
              <a:t>Gold</a:t>
            </a:r>
          </a:p>
        </p:txBody>
      </p:sp>
      <p:sp>
        <p:nvSpPr>
          <p:cNvPr id="16" name="Rektangel 15">
            <a:extLst>
              <a:ext uri="{FF2B5EF4-FFF2-40B4-BE49-F238E27FC236}">
                <a16:creationId xmlns:a16="http://schemas.microsoft.com/office/drawing/2014/main" id="{323FCBDE-8AE8-46BF-8D65-123A239A0CC6}"/>
              </a:ext>
            </a:extLst>
          </p:cNvPr>
          <p:cNvSpPr>
            <a:spLocks noGrp="1"/>
          </p:cNvSpPr>
          <p:nvPr/>
        </p:nvSpPr>
        <p:spPr>
          <a:xfrm>
            <a:off x="3943350" y="3248025"/>
            <a:ext cx="2000250" cy="476250"/>
          </a:xfrm>
          <a:prstGeom prst="rect">
            <a:avLst/>
          </a:prstGeom>
          <a:noFill/>
          <a:ln w="0">
            <a:noFill/>
          </a:ln>
        </p:spPr>
        <p:txBody>
          <a:bodyPr anchor="ctr">
            <a:noAutofit/>
          </a:bodyPr>
          <a:lstStyle/>
          <a:p>
            <a:pPr algn="l">
              <a:lnSpc>
                <a:spcPct val="100000"/>
              </a:lnSpc>
              <a:buNone/>
              <a:defRPr sz="1575" b="1">
                <a:solidFill>
                  <a:srgbClr val="E55158"/>
                </a:solidFill>
                <a:latin typeface="Aptos"/>
                <a:ea typeface="Aptos"/>
                <a:cs typeface="Aptos"/>
              </a:defRPr>
            </a:pPr>
            <a:r>
              <a:rPr sz="1575" b="1">
                <a:solidFill>
                  <a:srgbClr val="E55158"/>
                </a:solidFill>
                <a:latin typeface="Aptos"/>
                <a:ea typeface="Aptos"/>
                <a:cs typeface="Aptos"/>
              </a:rPr>
              <a:t>Modellerer</a:t>
            </a:r>
          </a:p>
        </p:txBody>
      </p:sp>
      <p:sp>
        <p:nvSpPr>
          <p:cNvPr id="17" name="Rektangel 16">
            <a:extLst>
              <a:ext uri="{FF2B5EF4-FFF2-40B4-BE49-F238E27FC236}">
                <a16:creationId xmlns:a16="http://schemas.microsoft.com/office/drawing/2014/main" id="{9B97E07F-9573-4C9F-8075-AB151C902F83}"/>
              </a:ext>
            </a:extLst>
          </p:cNvPr>
          <p:cNvSpPr>
            <a:spLocks noGrp="1"/>
          </p:cNvSpPr>
          <p:nvPr/>
        </p:nvSpPr>
        <p:spPr>
          <a:xfrm>
            <a:off x="6191250" y="3248025"/>
            <a:ext cx="4953000" cy="476250"/>
          </a:xfrm>
          <a:prstGeom prst="rect">
            <a:avLst/>
          </a:prstGeom>
          <a:noFill/>
          <a:ln w="0">
            <a:noFill/>
          </a:ln>
        </p:spPr>
        <p:txBody>
          <a:bodyPr anchor="ctr">
            <a:noAutofit/>
          </a:bodyPr>
          <a:lstStyle/>
          <a:p>
            <a:pPr algn="l">
              <a:lnSpc>
                <a:spcPct val="100000"/>
              </a:lnSpc>
              <a:buNone/>
              <a:defRPr sz="1575" b="0">
                <a:solidFill>
                  <a:srgbClr val="000000"/>
                </a:solidFill>
                <a:latin typeface="Aptos"/>
                <a:ea typeface="Aptos"/>
                <a:cs typeface="Aptos"/>
              </a:defRPr>
            </a:pPr>
            <a:r>
              <a:rPr sz="1575" b="0">
                <a:solidFill>
                  <a:srgbClr val="000000"/>
                </a:solidFill>
                <a:latin typeface="Aptos"/>
                <a:ea typeface="Aptos"/>
                <a:cs typeface="Aptos"/>
              </a:rPr>
              <a:t>Fakta, dimensjoner og marts</a:t>
            </a:r>
          </a:p>
        </p:txBody>
      </p:sp>
      <p:sp>
        <p:nvSpPr>
          <p:cNvPr id="18" name="Rett linje 17">
            <a:extLst>
              <a:ext uri="{FF2B5EF4-FFF2-40B4-BE49-F238E27FC236}">
                <a16:creationId xmlns:a16="http://schemas.microsoft.com/office/drawing/2014/main" id="{890B3A39-D7FB-4297-A115-1BF7F1264FAF}"/>
              </a:ext>
            </a:extLst>
          </p:cNvPr>
          <p:cNvSpPr>
            <a:spLocks noGrp="1"/>
          </p:cNvSpPr>
          <p:nvPr/>
        </p:nvSpPr>
        <p:spPr>
          <a:xfrm>
            <a:off x="1390650" y="3876675"/>
            <a:ext cx="9753600" cy="1"/>
          </a:xfrm>
          <a:prstGeom prst="line">
            <a:avLst/>
          </a:prstGeom>
          <a:noFill/>
          <a:ln w="9525">
            <a:solidFill>
              <a:srgbClr val="CCC1BC"/>
            </a:solidFill>
          </a:ln>
        </p:spPr>
        <p:txBody>
          <a:bodyPr/>
          <a:lstStyle/>
          <a:p>
            <a:endParaRPr lang="nb-NO"/>
          </a:p>
        </p:txBody>
      </p:sp>
      <p:sp>
        <p:nvSpPr>
          <p:cNvPr id="19" name="Rektangel 18">
            <a:extLst>
              <a:ext uri="{FF2B5EF4-FFF2-40B4-BE49-F238E27FC236}">
                <a16:creationId xmlns:a16="http://schemas.microsoft.com/office/drawing/2014/main" id="{CC4E2A0B-9424-4F0A-9B3E-5B53D2F9F597}"/>
              </a:ext>
            </a:extLst>
          </p:cNvPr>
          <p:cNvSpPr>
            <a:spLocks noGrp="1"/>
          </p:cNvSpPr>
          <p:nvPr/>
        </p:nvSpPr>
        <p:spPr>
          <a:xfrm>
            <a:off x="552450" y="4086225"/>
            <a:ext cx="685800" cy="476250"/>
          </a:xfrm>
          <a:prstGeom prst="rect">
            <a:avLst/>
          </a:prstGeom>
          <a:noFill/>
          <a:ln w="0">
            <a:noFill/>
          </a:ln>
        </p:spPr>
        <p:txBody>
          <a:bodyPr anchor="ctr">
            <a:noAutofit/>
          </a:bodyPr>
          <a:lstStyle/>
          <a:p>
            <a:pPr algn="l">
              <a:lnSpc>
                <a:spcPct val="100000"/>
              </a:lnSpc>
              <a:buNone/>
              <a:defRPr sz="2250" b="1">
                <a:solidFill>
                  <a:srgbClr val="FF3D47"/>
                </a:solidFill>
                <a:latin typeface="Aptos"/>
                <a:ea typeface="Aptos"/>
                <a:cs typeface="Aptos"/>
              </a:defRPr>
            </a:pPr>
            <a:r>
              <a:rPr sz="2250" b="1">
                <a:solidFill>
                  <a:srgbClr val="FF3D47"/>
                </a:solidFill>
                <a:latin typeface="Aptos"/>
                <a:ea typeface="Aptos"/>
                <a:cs typeface="Aptos"/>
              </a:rPr>
              <a:t>04</a:t>
            </a:r>
          </a:p>
        </p:txBody>
      </p:sp>
      <p:sp>
        <p:nvSpPr>
          <p:cNvPr id="20" name="Rektangel 19">
            <a:extLst>
              <a:ext uri="{FF2B5EF4-FFF2-40B4-BE49-F238E27FC236}">
                <a16:creationId xmlns:a16="http://schemas.microsoft.com/office/drawing/2014/main" id="{BD10F688-9A6C-4E19-938E-9CC66CC35704}"/>
              </a:ext>
            </a:extLst>
          </p:cNvPr>
          <p:cNvSpPr>
            <a:spLocks noGrp="1"/>
          </p:cNvSpPr>
          <p:nvPr/>
        </p:nvSpPr>
        <p:spPr>
          <a:xfrm>
            <a:off x="1390650" y="4086225"/>
            <a:ext cx="2095500" cy="476250"/>
          </a:xfrm>
          <a:prstGeom prst="rect">
            <a:avLst/>
          </a:prstGeom>
          <a:noFill/>
          <a:ln w="0">
            <a:noFill/>
          </a:ln>
        </p:spPr>
        <p:txBody>
          <a:bodyPr anchor="ctr">
            <a:noAutofit/>
          </a:bodyPr>
          <a:lstStyle/>
          <a:p>
            <a:pPr algn="l">
              <a:lnSpc>
                <a:spcPct val="100000"/>
              </a:lnSpc>
              <a:buNone/>
              <a:defRPr sz="1875" b="1">
                <a:solidFill>
                  <a:srgbClr val="000000"/>
                </a:solidFill>
                <a:latin typeface="Aptos Display"/>
                <a:ea typeface="Aptos Display"/>
                <a:cs typeface="Aptos Display"/>
              </a:defRPr>
            </a:pPr>
            <a:r>
              <a:rPr sz="1875" b="1">
                <a:solidFill>
                  <a:srgbClr val="000000"/>
                </a:solidFill>
                <a:latin typeface="Aptos Display"/>
                <a:ea typeface="Aptos Display"/>
                <a:cs typeface="Aptos Display"/>
              </a:rPr>
              <a:t>Maskinlæring</a:t>
            </a:r>
          </a:p>
        </p:txBody>
      </p:sp>
      <p:sp>
        <p:nvSpPr>
          <p:cNvPr id="21" name="Rektangel 20">
            <a:extLst>
              <a:ext uri="{FF2B5EF4-FFF2-40B4-BE49-F238E27FC236}">
                <a16:creationId xmlns:a16="http://schemas.microsoft.com/office/drawing/2014/main" id="{D955D1FB-51F6-43D9-A863-595EF6C5530E}"/>
              </a:ext>
            </a:extLst>
          </p:cNvPr>
          <p:cNvSpPr>
            <a:spLocks noGrp="1"/>
          </p:cNvSpPr>
          <p:nvPr/>
        </p:nvSpPr>
        <p:spPr>
          <a:xfrm>
            <a:off x="3943350" y="4086225"/>
            <a:ext cx="2000250" cy="476250"/>
          </a:xfrm>
          <a:prstGeom prst="rect">
            <a:avLst/>
          </a:prstGeom>
          <a:noFill/>
          <a:ln w="0">
            <a:noFill/>
          </a:ln>
        </p:spPr>
        <p:txBody>
          <a:bodyPr anchor="ctr">
            <a:noAutofit/>
          </a:bodyPr>
          <a:lstStyle/>
          <a:p>
            <a:pPr algn="l">
              <a:lnSpc>
                <a:spcPct val="100000"/>
              </a:lnSpc>
              <a:buNone/>
              <a:defRPr sz="1575" b="1">
                <a:solidFill>
                  <a:srgbClr val="E55158"/>
                </a:solidFill>
                <a:latin typeface="Aptos"/>
                <a:ea typeface="Aptos"/>
                <a:cs typeface="Aptos"/>
              </a:defRPr>
            </a:pPr>
            <a:r>
              <a:rPr sz="1575" b="1">
                <a:solidFill>
                  <a:srgbClr val="E55158"/>
                </a:solidFill>
                <a:latin typeface="Aptos"/>
                <a:ea typeface="Aptos"/>
                <a:cs typeface="Aptos"/>
              </a:rPr>
              <a:t>Predikerer</a:t>
            </a:r>
          </a:p>
        </p:txBody>
      </p:sp>
      <p:sp>
        <p:nvSpPr>
          <p:cNvPr id="22" name="Rektangel 21">
            <a:extLst>
              <a:ext uri="{FF2B5EF4-FFF2-40B4-BE49-F238E27FC236}">
                <a16:creationId xmlns:a16="http://schemas.microsoft.com/office/drawing/2014/main" id="{7D2AE2BE-8980-4C3A-ACD6-B86CDF1D3C1C}"/>
              </a:ext>
            </a:extLst>
          </p:cNvPr>
          <p:cNvSpPr>
            <a:spLocks noGrp="1"/>
          </p:cNvSpPr>
          <p:nvPr/>
        </p:nvSpPr>
        <p:spPr>
          <a:xfrm>
            <a:off x="6191250" y="4086225"/>
            <a:ext cx="4953000" cy="476250"/>
          </a:xfrm>
          <a:prstGeom prst="rect">
            <a:avLst/>
          </a:prstGeom>
          <a:noFill/>
          <a:ln w="0">
            <a:noFill/>
          </a:ln>
        </p:spPr>
        <p:txBody>
          <a:bodyPr anchor="ctr">
            <a:noAutofit/>
          </a:bodyPr>
          <a:lstStyle/>
          <a:p>
            <a:pPr algn="l">
              <a:lnSpc>
                <a:spcPct val="100000"/>
              </a:lnSpc>
              <a:buNone/>
              <a:defRPr sz="1575" b="0">
                <a:solidFill>
                  <a:srgbClr val="000000"/>
                </a:solidFill>
                <a:latin typeface="Aptos"/>
                <a:ea typeface="Aptos"/>
                <a:cs typeface="Aptos"/>
              </a:defRPr>
            </a:pPr>
            <a:r>
              <a:rPr sz="1575" b="0">
                <a:solidFill>
                  <a:srgbClr val="000000"/>
                </a:solidFill>
                <a:latin typeface="Aptos"/>
                <a:ea typeface="Aptos"/>
                <a:cs typeface="Aptos"/>
              </a:rPr>
              <a:t>Neste ukes landingsmengde</a:t>
            </a:r>
          </a:p>
        </p:txBody>
      </p:sp>
      <p:sp>
        <p:nvSpPr>
          <p:cNvPr id="23" name="Rett linje 22">
            <a:extLst>
              <a:ext uri="{FF2B5EF4-FFF2-40B4-BE49-F238E27FC236}">
                <a16:creationId xmlns:a16="http://schemas.microsoft.com/office/drawing/2014/main" id="{19076210-11E0-4BEB-BF6B-9C37D5B33E41}"/>
              </a:ext>
            </a:extLst>
          </p:cNvPr>
          <p:cNvSpPr>
            <a:spLocks noGrp="1"/>
          </p:cNvSpPr>
          <p:nvPr/>
        </p:nvSpPr>
        <p:spPr>
          <a:xfrm>
            <a:off x="1390650" y="4714875"/>
            <a:ext cx="9753600" cy="1"/>
          </a:xfrm>
          <a:prstGeom prst="line">
            <a:avLst/>
          </a:prstGeom>
          <a:noFill/>
          <a:ln w="9525">
            <a:solidFill>
              <a:srgbClr val="CCC1BC"/>
            </a:solidFill>
          </a:ln>
        </p:spPr>
        <p:txBody>
          <a:bodyPr/>
          <a:lstStyle/>
          <a:p>
            <a:endParaRPr lang="nb-NO"/>
          </a:p>
        </p:txBody>
      </p:sp>
      <p:sp>
        <p:nvSpPr>
          <p:cNvPr id="24" name="Rektangel 23">
            <a:extLst>
              <a:ext uri="{FF2B5EF4-FFF2-40B4-BE49-F238E27FC236}">
                <a16:creationId xmlns:a16="http://schemas.microsoft.com/office/drawing/2014/main" id="{F20081BB-37C6-4DC7-916F-2B3A6ABC703F}"/>
              </a:ext>
            </a:extLst>
          </p:cNvPr>
          <p:cNvSpPr>
            <a:spLocks noGrp="1"/>
          </p:cNvSpPr>
          <p:nvPr/>
        </p:nvSpPr>
        <p:spPr>
          <a:xfrm>
            <a:off x="552450" y="4924425"/>
            <a:ext cx="685800" cy="476250"/>
          </a:xfrm>
          <a:prstGeom prst="rect">
            <a:avLst/>
          </a:prstGeom>
          <a:noFill/>
          <a:ln w="0">
            <a:noFill/>
          </a:ln>
        </p:spPr>
        <p:txBody>
          <a:bodyPr anchor="ctr">
            <a:noAutofit/>
          </a:bodyPr>
          <a:lstStyle/>
          <a:p>
            <a:pPr algn="l">
              <a:lnSpc>
                <a:spcPct val="100000"/>
              </a:lnSpc>
              <a:buNone/>
              <a:defRPr sz="2250" b="1">
                <a:solidFill>
                  <a:srgbClr val="FF3D47"/>
                </a:solidFill>
                <a:latin typeface="Aptos"/>
                <a:ea typeface="Aptos"/>
                <a:cs typeface="Aptos"/>
              </a:defRPr>
            </a:pPr>
            <a:r>
              <a:rPr sz="2250" b="1">
                <a:solidFill>
                  <a:srgbClr val="FF3D47"/>
                </a:solidFill>
                <a:latin typeface="Aptos"/>
                <a:ea typeface="Aptos"/>
                <a:cs typeface="Aptos"/>
              </a:rPr>
              <a:t>05</a:t>
            </a:r>
          </a:p>
        </p:txBody>
      </p:sp>
      <p:sp>
        <p:nvSpPr>
          <p:cNvPr id="25" name="Rektangel 24">
            <a:extLst>
              <a:ext uri="{FF2B5EF4-FFF2-40B4-BE49-F238E27FC236}">
                <a16:creationId xmlns:a16="http://schemas.microsoft.com/office/drawing/2014/main" id="{4103AD78-4C30-4F69-9F76-FE9F43F03BCD}"/>
              </a:ext>
            </a:extLst>
          </p:cNvPr>
          <p:cNvSpPr>
            <a:spLocks noGrp="1"/>
          </p:cNvSpPr>
          <p:nvPr/>
        </p:nvSpPr>
        <p:spPr>
          <a:xfrm>
            <a:off x="1390650" y="4924425"/>
            <a:ext cx="2095500" cy="476250"/>
          </a:xfrm>
          <a:prstGeom prst="rect">
            <a:avLst/>
          </a:prstGeom>
          <a:noFill/>
          <a:ln w="0">
            <a:noFill/>
          </a:ln>
        </p:spPr>
        <p:txBody>
          <a:bodyPr anchor="ctr">
            <a:noAutofit/>
          </a:bodyPr>
          <a:lstStyle/>
          <a:p>
            <a:pPr algn="l">
              <a:lnSpc>
                <a:spcPct val="100000"/>
              </a:lnSpc>
              <a:buNone/>
              <a:defRPr sz="1875" b="1">
                <a:solidFill>
                  <a:srgbClr val="000000"/>
                </a:solidFill>
                <a:latin typeface="Aptos Display"/>
                <a:ea typeface="Aptos Display"/>
                <a:cs typeface="Aptos Display"/>
              </a:defRPr>
            </a:pPr>
            <a:r>
              <a:rPr sz="1875" b="1">
                <a:solidFill>
                  <a:srgbClr val="000000"/>
                </a:solidFill>
                <a:latin typeface="Aptos Display"/>
                <a:ea typeface="Aptos Display"/>
                <a:cs typeface="Aptos Display"/>
              </a:rPr>
              <a:t>Dashboard</a:t>
            </a:r>
          </a:p>
        </p:txBody>
      </p:sp>
      <p:sp>
        <p:nvSpPr>
          <p:cNvPr id="26" name="Rektangel 25">
            <a:extLst>
              <a:ext uri="{FF2B5EF4-FFF2-40B4-BE49-F238E27FC236}">
                <a16:creationId xmlns:a16="http://schemas.microsoft.com/office/drawing/2014/main" id="{556EAFE6-B9F6-420D-AA01-930A1D5DC932}"/>
              </a:ext>
            </a:extLst>
          </p:cNvPr>
          <p:cNvSpPr>
            <a:spLocks noGrp="1"/>
          </p:cNvSpPr>
          <p:nvPr/>
        </p:nvSpPr>
        <p:spPr>
          <a:xfrm>
            <a:off x="3943350" y="4924425"/>
            <a:ext cx="2000250" cy="476250"/>
          </a:xfrm>
          <a:prstGeom prst="rect">
            <a:avLst/>
          </a:prstGeom>
          <a:noFill/>
          <a:ln w="0">
            <a:noFill/>
          </a:ln>
        </p:spPr>
        <p:txBody>
          <a:bodyPr anchor="ctr">
            <a:noAutofit/>
          </a:bodyPr>
          <a:lstStyle/>
          <a:p>
            <a:pPr algn="l">
              <a:lnSpc>
                <a:spcPct val="100000"/>
              </a:lnSpc>
              <a:buNone/>
              <a:defRPr sz="1575" b="1">
                <a:solidFill>
                  <a:srgbClr val="E55158"/>
                </a:solidFill>
                <a:latin typeface="Aptos"/>
                <a:ea typeface="Aptos"/>
                <a:cs typeface="Aptos"/>
              </a:defRPr>
            </a:pPr>
            <a:r>
              <a:rPr sz="1575" b="1">
                <a:solidFill>
                  <a:srgbClr val="E55158"/>
                </a:solidFill>
                <a:latin typeface="Aptos"/>
                <a:ea typeface="Aptos"/>
                <a:cs typeface="Aptos"/>
              </a:rPr>
              <a:t>Formidler</a:t>
            </a:r>
          </a:p>
        </p:txBody>
      </p:sp>
      <p:sp>
        <p:nvSpPr>
          <p:cNvPr id="27" name="Rektangel 26">
            <a:extLst>
              <a:ext uri="{FF2B5EF4-FFF2-40B4-BE49-F238E27FC236}">
                <a16:creationId xmlns:a16="http://schemas.microsoft.com/office/drawing/2014/main" id="{A5E3D699-5CF1-4101-A385-43F1492FE59A}"/>
              </a:ext>
            </a:extLst>
          </p:cNvPr>
          <p:cNvSpPr>
            <a:spLocks noGrp="1"/>
          </p:cNvSpPr>
          <p:nvPr/>
        </p:nvSpPr>
        <p:spPr>
          <a:xfrm>
            <a:off x="6191250" y="4924425"/>
            <a:ext cx="4953000" cy="476250"/>
          </a:xfrm>
          <a:prstGeom prst="rect">
            <a:avLst/>
          </a:prstGeom>
          <a:noFill/>
          <a:ln w="0">
            <a:noFill/>
          </a:ln>
        </p:spPr>
        <p:txBody>
          <a:bodyPr anchor="ctr">
            <a:noAutofit/>
          </a:bodyPr>
          <a:lstStyle/>
          <a:p>
            <a:pPr algn="l">
              <a:lnSpc>
                <a:spcPct val="100000"/>
              </a:lnSpc>
              <a:buNone/>
              <a:defRPr sz="1575" b="0">
                <a:solidFill>
                  <a:srgbClr val="000000"/>
                </a:solidFill>
                <a:latin typeface="Aptos"/>
                <a:ea typeface="Aptos"/>
                <a:cs typeface="Aptos"/>
              </a:defRPr>
            </a:pPr>
            <a:r>
              <a:rPr sz="1575" b="0">
                <a:solidFill>
                  <a:srgbClr val="000000"/>
                </a:solidFill>
                <a:latin typeface="Aptos"/>
                <a:ea typeface="Aptos"/>
                <a:cs typeface="Aptos"/>
              </a:rPr>
              <a:t>KPI-er, filtre og modellresultat</a:t>
            </a:r>
          </a:p>
        </p:txBody>
      </p:sp>
    </p:spTree>
    <p:extLst>
      <p:ext uri="{BB962C8B-B14F-4D97-AF65-F5344CB8AC3E}">
        <p14:creationId xmlns:p14="http://schemas.microsoft.com/office/powerpoint/2010/main" val="15677569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16" name="eyebrow">
            <a:extLst>
              <a:ext uri="{FF2B5EF4-FFF2-40B4-BE49-F238E27FC236}">
                <a16:creationId xmlns:a16="http://schemas.microsoft.com/office/drawing/2014/main" id="{826B86AF-1312-4533-997F-069A33A1FC7A}"/>
              </a:ext>
            </a:extLst>
          </p:cNvPr>
          <p:cNvSpPr>
            <a:spLocks noGrp="1"/>
          </p:cNvSpPr>
          <p:nvPr/>
        </p:nvSpPr>
        <p:spPr>
          <a:xfrm>
            <a:off x="400050" y="228600"/>
            <a:ext cx="3143250" cy="209550"/>
          </a:xfrm>
          <a:prstGeom prst="rect">
            <a:avLst/>
          </a:prstGeom>
          <a:noFill/>
          <a:ln w="0">
            <a:noFill/>
          </a:ln>
        </p:spPr>
        <p:txBody>
          <a:bodyPr anchor="t">
            <a:noAutofit/>
          </a:bodyPr>
          <a:lstStyle/>
          <a:p>
            <a:pPr algn="l">
              <a:lnSpc>
                <a:spcPct val="100000"/>
              </a:lnSpc>
              <a:buNone/>
              <a:defRPr sz="975" b="1">
                <a:solidFill>
                  <a:srgbClr val="E55158"/>
                </a:solidFill>
                <a:latin typeface="Aptos"/>
                <a:ea typeface="Aptos"/>
                <a:cs typeface="Aptos"/>
              </a:defRPr>
            </a:pPr>
            <a:r>
              <a:rPr sz="975" b="1">
                <a:solidFill>
                  <a:srgbClr val="E55158"/>
                </a:solidFill>
                <a:latin typeface="Aptos"/>
                <a:ea typeface="Aptos"/>
                <a:cs typeface="Aptos"/>
              </a:rPr>
              <a:t>OPPSUMMERING</a:t>
            </a:r>
          </a:p>
        </p:txBody>
      </p:sp>
      <p:sp>
        <p:nvSpPr>
          <p:cNvPr id="2" name="slide-title">
            <a:extLst>
              <a:ext uri="{FF2B5EF4-FFF2-40B4-BE49-F238E27FC236}">
                <a16:creationId xmlns:a16="http://schemas.microsoft.com/office/drawing/2014/main" id="{CAD04B32-EFDA-450F-8323-2C38528A027E}"/>
              </a:ext>
            </a:extLst>
          </p:cNvPr>
          <p:cNvSpPr>
            <a:spLocks noGrp="1"/>
          </p:cNvSpPr>
          <p:nvPr/>
        </p:nvSpPr>
        <p:spPr>
          <a:xfrm>
            <a:off x="400050" y="476250"/>
            <a:ext cx="10668000" cy="609600"/>
          </a:xfrm>
          <a:prstGeom prst="rect">
            <a:avLst/>
          </a:prstGeom>
          <a:noFill/>
          <a:ln w="0">
            <a:noFill/>
          </a:ln>
        </p:spPr>
        <p:txBody>
          <a:bodyPr anchor="t">
            <a:noAutofit/>
          </a:bodyPr>
          <a:lstStyle/>
          <a:p>
            <a:pPr algn="l">
              <a:lnSpc>
                <a:spcPct val="100000"/>
              </a:lnSpc>
              <a:buNone/>
              <a:defRPr sz="2850" b="1">
                <a:solidFill>
                  <a:srgbClr val="000000"/>
                </a:solidFill>
                <a:latin typeface="Aptos Display"/>
                <a:ea typeface="Aptos Display"/>
                <a:cs typeface="Aptos Display"/>
              </a:defRPr>
            </a:pPr>
            <a:r>
              <a:rPr sz="2850" b="1">
                <a:solidFill>
                  <a:srgbClr val="000000"/>
                </a:solidFill>
                <a:latin typeface="Aptos Display"/>
                <a:ea typeface="Aptos Display"/>
                <a:cs typeface="Aptos Display"/>
              </a:rPr>
              <a:t>Det viktigste å ta med videre</a:t>
            </a:r>
          </a:p>
        </p:txBody>
      </p:sp>
      <p:sp>
        <p:nvSpPr>
          <p:cNvPr id="3" name="Rett linje 2">
            <a:extLst>
              <a:ext uri="{FF2B5EF4-FFF2-40B4-BE49-F238E27FC236}">
                <a16:creationId xmlns:a16="http://schemas.microsoft.com/office/drawing/2014/main" id="{57E9F0A4-934F-4B8A-900E-964BB29CADCC}"/>
              </a:ext>
            </a:extLst>
          </p:cNvPr>
          <p:cNvSpPr>
            <a:spLocks noGrp="1"/>
          </p:cNvSpPr>
          <p:nvPr/>
        </p:nvSpPr>
        <p:spPr>
          <a:xfrm>
            <a:off x="400050" y="1152525"/>
            <a:ext cx="1171575" cy="1"/>
          </a:xfrm>
          <a:prstGeom prst="line">
            <a:avLst/>
          </a:prstGeom>
          <a:noFill/>
          <a:ln w="19050">
            <a:solidFill>
              <a:srgbClr val="FF3D47"/>
            </a:solidFill>
          </a:ln>
        </p:spPr>
        <p:txBody>
          <a:bodyPr/>
          <a:lstStyle/>
          <a:p>
            <a:endParaRPr lang="nb-NO"/>
          </a:p>
        </p:txBody>
      </p:sp>
      <p:sp>
        <p:nvSpPr>
          <p:cNvPr id="4" name="Rektangel 3">
            <a:extLst>
              <a:ext uri="{FF2B5EF4-FFF2-40B4-BE49-F238E27FC236}">
                <a16:creationId xmlns:a16="http://schemas.microsoft.com/office/drawing/2014/main" id="{B15F6B46-2B56-47F8-A745-E35AE06807C2}"/>
              </a:ext>
            </a:extLst>
          </p:cNvPr>
          <p:cNvSpPr>
            <a:spLocks noGrp="1"/>
          </p:cNvSpPr>
          <p:nvPr/>
        </p:nvSpPr>
        <p:spPr>
          <a:xfrm>
            <a:off x="552450" y="1524000"/>
            <a:ext cx="114300" cy="704850"/>
          </a:xfrm>
          <a:prstGeom prst="rect">
            <a:avLst/>
          </a:prstGeom>
          <a:solidFill>
            <a:srgbClr val="FF3D47"/>
          </a:solidFill>
          <a:ln w="0">
            <a:noFill/>
          </a:ln>
        </p:spPr>
        <p:txBody>
          <a:bodyPr/>
          <a:lstStyle/>
          <a:p>
            <a:endParaRPr lang="nb-NO"/>
          </a:p>
        </p:txBody>
      </p:sp>
      <p:sp>
        <p:nvSpPr>
          <p:cNvPr id="5" name="Rektangel 4">
            <a:extLst>
              <a:ext uri="{FF2B5EF4-FFF2-40B4-BE49-F238E27FC236}">
                <a16:creationId xmlns:a16="http://schemas.microsoft.com/office/drawing/2014/main" id="{93961AA2-B658-4376-BCB5-3031F4BC1F22}"/>
              </a:ext>
            </a:extLst>
          </p:cNvPr>
          <p:cNvSpPr>
            <a:spLocks noGrp="1"/>
          </p:cNvSpPr>
          <p:nvPr/>
        </p:nvSpPr>
        <p:spPr>
          <a:xfrm>
            <a:off x="895350" y="1514475"/>
            <a:ext cx="4476750" cy="361950"/>
          </a:xfrm>
          <a:prstGeom prst="rect">
            <a:avLst/>
          </a:prstGeom>
          <a:noFill/>
          <a:ln w="0">
            <a:noFill/>
          </a:ln>
        </p:spPr>
        <p:txBody>
          <a:bodyPr anchor="t">
            <a:noAutofit/>
          </a:bodyPr>
          <a:lstStyle/>
          <a:p>
            <a:pPr algn="l">
              <a:lnSpc>
                <a:spcPct val="100000"/>
              </a:lnSpc>
              <a:buNone/>
              <a:defRPr sz="1875" b="1">
                <a:solidFill>
                  <a:srgbClr val="000000"/>
                </a:solidFill>
                <a:latin typeface="Aptos Display"/>
                <a:ea typeface="Aptos Display"/>
                <a:cs typeface="Aptos Display"/>
              </a:defRPr>
            </a:pPr>
            <a:r>
              <a:rPr sz="1875" b="1">
                <a:solidFill>
                  <a:srgbClr val="000000"/>
                </a:solidFill>
                <a:latin typeface="Aptos Display"/>
                <a:ea typeface="Aptos Display"/>
                <a:cs typeface="Aptos Display"/>
              </a:rPr>
              <a:t>Data modnes i lag</a:t>
            </a:r>
          </a:p>
        </p:txBody>
      </p:sp>
      <p:sp>
        <p:nvSpPr>
          <p:cNvPr id="6" name="Rektangel 5">
            <a:extLst>
              <a:ext uri="{FF2B5EF4-FFF2-40B4-BE49-F238E27FC236}">
                <a16:creationId xmlns:a16="http://schemas.microsoft.com/office/drawing/2014/main" id="{D239E243-F46E-4821-830D-77E99967A3E6}"/>
              </a:ext>
            </a:extLst>
          </p:cNvPr>
          <p:cNvSpPr>
            <a:spLocks noGrp="1"/>
          </p:cNvSpPr>
          <p:nvPr/>
        </p:nvSpPr>
        <p:spPr>
          <a:xfrm>
            <a:off x="5562600" y="1514475"/>
            <a:ext cx="5715000" cy="628650"/>
          </a:xfrm>
          <a:prstGeom prst="rect">
            <a:avLst/>
          </a:prstGeom>
          <a:noFill/>
          <a:ln w="0">
            <a:noFill/>
          </a:ln>
        </p:spPr>
        <p:txBody>
          <a:bodyPr anchor="t">
            <a:noAutofit/>
          </a:bodyPr>
          <a:lstStyle/>
          <a:p>
            <a:pPr algn="l">
              <a:lnSpc>
                <a:spcPct val="100000"/>
              </a:lnSpc>
              <a:buNone/>
              <a:defRPr sz="1500" b="0">
                <a:solidFill>
                  <a:srgbClr val="000000"/>
                </a:solidFill>
                <a:latin typeface="Aptos"/>
                <a:ea typeface="Aptos"/>
                <a:cs typeface="Aptos"/>
              </a:defRPr>
            </a:pPr>
            <a:r>
              <a:rPr sz="1500" b="0">
                <a:solidFill>
                  <a:srgbClr val="000000"/>
                </a:solidFill>
                <a:latin typeface="Aptos"/>
                <a:ea typeface="Aptos"/>
                <a:cs typeface="Aptos"/>
              </a:rPr>
              <a:t>Hvert lag har et tydelig ansvar og en tydelig forbruker.</a:t>
            </a:r>
          </a:p>
        </p:txBody>
      </p:sp>
      <p:sp>
        <p:nvSpPr>
          <p:cNvPr id="7" name="Rektangel 6">
            <a:extLst>
              <a:ext uri="{FF2B5EF4-FFF2-40B4-BE49-F238E27FC236}">
                <a16:creationId xmlns:a16="http://schemas.microsoft.com/office/drawing/2014/main" id="{B7154DA5-13B4-4556-9D5F-B00C9131EA9E}"/>
              </a:ext>
            </a:extLst>
          </p:cNvPr>
          <p:cNvSpPr>
            <a:spLocks noGrp="1"/>
          </p:cNvSpPr>
          <p:nvPr/>
        </p:nvSpPr>
        <p:spPr>
          <a:xfrm>
            <a:off x="552450" y="2590800"/>
            <a:ext cx="114300" cy="704850"/>
          </a:xfrm>
          <a:prstGeom prst="rect">
            <a:avLst/>
          </a:prstGeom>
          <a:solidFill>
            <a:srgbClr val="E55158"/>
          </a:solidFill>
          <a:ln w="0">
            <a:noFill/>
          </a:ln>
        </p:spPr>
        <p:txBody>
          <a:bodyPr/>
          <a:lstStyle/>
          <a:p>
            <a:endParaRPr lang="nb-NO"/>
          </a:p>
        </p:txBody>
      </p:sp>
      <p:sp>
        <p:nvSpPr>
          <p:cNvPr id="8" name="Rektangel 7">
            <a:extLst>
              <a:ext uri="{FF2B5EF4-FFF2-40B4-BE49-F238E27FC236}">
                <a16:creationId xmlns:a16="http://schemas.microsoft.com/office/drawing/2014/main" id="{77E17262-9DCC-47DD-ABAF-5E17CD6E63F4}"/>
              </a:ext>
            </a:extLst>
          </p:cNvPr>
          <p:cNvSpPr>
            <a:spLocks noGrp="1"/>
          </p:cNvSpPr>
          <p:nvPr/>
        </p:nvSpPr>
        <p:spPr>
          <a:xfrm>
            <a:off x="895350" y="2581275"/>
            <a:ext cx="4476750" cy="361950"/>
          </a:xfrm>
          <a:prstGeom prst="rect">
            <a:avLst/>
          </a:prstGeom>
          <a:noFill/>
          <a:ln w="0">
            <a:noFill/>
          </a:ln>
        </p:spPr>
        <p:txBody>
          <a:bodyPr anchor="t">
            <a:noAutofit/>
          </a:bodyPr>
          <a:lstStyle/>
          <a:p>
            <a:pPr algn="l">
              <a:lnSpc>
                <a:spcPct val="100000"/>
              </a:lnSpc>
              <a:buNone/>
              <a:defRPr sz="1875" b="1">
                <a:solidFill>
                  <a:srgbClr val="000000"/>
                </a:solidFill>
                <a:latin typeface="Aptos Display"/>
                <a:ea typeface="Aptos Display"/>
                <a:cs typeface="Aptos Display"/>
              </a:defRPr>
            </a:pPr>
            <a:r>
              <a:rPr sz="1875" b="1">
                <a:solidFill>
                  <a:srgbClr val="000000"/>
                </a:solidFill>
                <a:latin typeface="Aptos Display"/>
                <a:ea typeface="Aptos Display"/>
                <a:cs typeface="Aptos Display"/>
              </a:rPr>
              <a:t>Automatisering gjør oppsettet repeterbart</a:t>
            </a:r>
          </a:p>
        </p:txBody>
      </p:sp>
      <p:sp>
        <p:nvSpPr>
          <p:cNvPr id="9" name="Rektangel 8">
            <a:extLst>
              <a:ext uri="{FF2B5EF4-FFF2-40B4-BE49-F238E27FC236}">
                <a16:creationId xmlns:a16="http://schemas.microsoft.com/office/drawing/2014/main" id="{B905FC9A-7E70-4E32-9803-AC0E7E53B6DD}"/>
              </a:ext>
            </a:extLst>
          </p:cNvPr>
          <p:cNvSpPr>
            <a:spLocks noGrp="1"/>
          </p:cNvSpPr>
          <p:nvPr/>
        </p:nvSpPr>
        <p:spPr>
          <a:xfrm>
            <a:off x="5562600" y="2581275"/>
            <a:ext cx="5715000" cy="628650"/>
          </a:xfrm>
          <a:prstGeom prst="rect">
            <a:avLst/>
          </a:prstGeom>
          <a:noFill/>
          <a:ln w="0">
            <a:noFill/>
          </a:ln>
        </p:spPr>
        <p:txBody>
          <a:bodyPr anchor="t">
            <a:noAutofit/>
          </a:bodyPr>
          <a:lstStyle/>
          <a:p>
            <a:pPr algn="l">
              <a:lnSpc>
                <a:spcPct val="100000"/>
              </a:lnSpc>
              <a:buNone/>
              <a:defRPr sz="1500" b="0">
                <a:solidFill>
                  <a:srgbClr val="000000"/>
                </a:solidFill>
                <a:latin typeface="Aptos"/>
                <a:ea typeface="Aptos"/>
                <a:cs typeface="Aptos"/>
              </a:defRPr>
            </a:pPr>
            <a:r>
              <a:rPr lang="nb-NO" sz="1500" b="0">
                <a:solidFill>
                  <a:srgbClr val="000000"/>
                </a:solidFill>
                <a:latin typeface="Aptos"/>
                <a:ea typeface="Aptos"/>
                <a:cs typeface="Aptos"/>
              </a:rPr>
              <a:t>Plattformen henter inn data kontinuerlig, og gjør den klar for å brukes til forretningsinnsikt daglig</a:t>
            </a:r>
            <a:endParaRPr sz="1500" b="0">
              <a:solidFill>
                <a:srgbClr val="000000"/>
              </a:solidFill>
              <a:latin typeface="Aptos"/>
              <a:ea typeface="Aptos"/>
              <a:cs typeface="Aptos"/>
            </a:endParaRPr>
          </a:p>
        </p:txBody>
      </p:sp>
      <p:sp>
        <p:nvSpPr>
          <p:cNvPr id="10" name="Rektangel 9">
            <a:extLst>
              <a:ext uri="{FF2B5EF4-FFF2-40B4-BE49-F238E27FC236}">
                <a16:creationId xmlns:a16="http://schemas.microsoft.com/office/drawing/2014/main" id="{C7C562A0-AB52-4D6F-AB18-DE8214F39C7B}"/>
              </a:ext>
            </a:extLst>
          </p:cNvPr>
          <p:cNvSpPr>
            <a:spLocks noGrp="1"/>
          </p:cNvSpPr>
          <p:nvPr/>
        </p:nvSpPr>
        <p:spPr>
          <a:xfrm>
            <a:off x="552450" y="3657600"/>
            <a:ext cx="114300" cy="704850"/>
          </a:xfrm>
          <a:prstGeom prst="rect">
            <a:avLst/>
          </a:prstGeom>
          <a:solidFill>
            <a:srgbClr val="FF3D47"/>
          </a:solidFill>
          <a:ln w="0">
            <a:noFill/>
          </a:ln>
        </p:spPr>
        <p:txBody>
          <a:bodyPr/>
          <a:lstStyle/>
          <a:p>
            <a:endParaRPr lang="nb-NO"/>
          </a:p>
        </p:txBody>
      </p:sp>
      <p:sp>
        <p:nvSpPr>
          <p:cNvPr id="11" name="Rektangel 10">
            <a:extLst>
              <a:ext uri="{FF2B5EF4-FFF2-40B4-BE49-F238E27FC236}">
                <a16:creationId xmlns:a16="http://schemas.microsoft.com/office/drawing/2014/main" id="{86D1A1AE-9FA0-4DCD-8239-A3EB375AEE1F}"/>
              </a:ext>
            </a:extLst>
          </p:cNvPr>
          <p:cNvSpPr>
            <a:spLocks noGrp="1"/>
          </p:cNvSpPr>
          <p:nvPr/>
        </p:nvSpPr>
        <p:spPr>
          <a:xfrm>
            <a:off x="895350" y="3648075"/>
            <a:ext cx="4476750" cy="361950"/>
          </a:xfrm>
          <a:prstGeom prst="rect">
            <a:avLst/>
          </a:prstGeom>
          <a:noFill/>
          <a:ln w="0">
            <a:noFill/>
          </a:ln>
        </p:spPr>
        <p:txBody>
          <a:bodyPr anchor="t">
            <a:noAutofit/>
          </a:bodyPr>
          <a:lstStyle/>
          <a:p>
            <a:pPr algn="l">
              <a:lnSpc>
                <a:spcPct val="100000"/>
              </a:lnSpc>
              <a:buNone/>
              <a:defRPr sz="1875" b="1">
                <a:solidFill>
                  <a:srgbClr val="000000"/>
                </a:solidFill>
                <a:latin typeface="Aptos Display"/>
                <a:ea typeface="Aptos Display"/>
                <a:cs typeface="Aptos Display"/>
              </a:defRPr>
            </a:pPr>
            <a:r>
              <a:rPr sz="1875" b="1">
                <a:solidFill>
                  <a:srgbClr val="000000"/>
                </a:solidFill>
                <a:latin typeface="Aptos Display"/>
                <a:ea typeface="Aptos Display"/>
                <a:cs typeface="Aptos Display"/>
              </a:rPr>
              <a:t>Modellen er en del av dataflyten</a:t>
            </a:r>
          </a:p>
        </p:txBody>
      </p:sp>
      <p:sp>
        <p:nvSpPr>
          <p:cNvPr id="12" name="Rektangel 11">
            <a:extLst>
              <a:ext uri="{FF2B5EF4-FFF2-40B4-BE49-F238E27FC236}">
                <a16:creationId xmlns:a16="http://schemas.microsoft.com/office/drawing/2014/main" id="{83D6DD91-54BF-4734-B2F3-27684B8F63FC}"/>
              </a:ext>
            </a:extLst>
          </p:cNvPr>
          <p:cNvSpPr>
            <a:spLocks noGrp="1"/>
          </p:cNvSpPr>
          <p:nvPr/>
        </p:nvSpPr>
        <p:spPr>
          <a:xfrm>
            <a:off x="5562600" y="3648075"/>
            <a:ext cx="5715000" cy="628650"/>
          </a:xfrm>
          <a:prstGeom prst="rect">
            <a:avLst/>
          </a:prstGeom>
          <a:noFill/>
          <a:ln w="0">
            <a:noFill/>
          </a:ln>
        </p:spPr>
        <p:txBody>
          <a:bodyPr anchor="t">
            <a:noAutofit/>
          </a:bodyPr>
          <a:lstStyle/>
          <a:p>
            <a:pPr algn="l">
              <a:lnSpc>
                <a:spcPct val="100000"/>
              </a:lnSpc>
              <a:buNone/>
              <a:defRPr sz="1500" b="0">
                <a:solidFill>
                  <a:srgbClr val="000000"/>
                </a:solidFill>
                <a:latin typeface="Aptos"/>
                <a:ea typeface="Aptos"/>
                <a:cs typeface="Aptos"/>
              </a:defRPr>
            </a:pPr>
            <a:r>
              <a:rPr sz="1500" b="0">
                <a:solidFill>
                  <a:srgbClr val="000000"/>
                </a:solidFill>
                <a:latin typeface="Aptos"/>
                <a:ea typeface="Aptos"/>
                <a:cs typeface="Aptos"/>
              </a:rPr>
              <a:t>Features, target, </a:t>
            </a:r>
            <a:r>
              <a:rPr sz="1500" b="0" err="1">
                <a:solidFill>
                  <a:srgbClr val="000000"/>
                </a:solidFill>
                <a:latin typeface="Aptos"/>
                <a:ea typeface="Aptos"/>
                <a:cs typeface="Aptos"/>
              </a:rPr>
              <a:t>evaluering</a:t>
            </a:r>
            <a:r>
              <a:rPr sz="1500" b="0">
                <a:solidFill>
                  <a:srgbClr val="000000"/>
                </a:solidFill>
                <a:latin typeface="Aptos"/>
                <a:ea typeface="Aptos"/>
                <a:cs typeface="Aptos"/>
              </a:rPr>
              <a:t> </a:t>
            </a:r>
            <a:r>
              <a:rPr sz="1500" b="0" err="1">
                <a:solidFill>
                  <a:srgbClr val="000000"/>
                </a:solidFill>
                <a:latin typeface="Aptos"/>
                <a:ea typeface="Aptos"/>
                <a:cs typeface="Aptos"/>
              </a:rPr>
              <a:t>og</a:t>
            </a:r>
            <a:r>
              <a:rPr sz="1500" b="0">
                <a:solidFill>
                  <a:srgbClr val="000000"/>
                </a:solidFill>
                <a:latin typeface="Aptos"/>
                <a:ea typeface="Aptos"/>
                <a:cs typeface="Aptos"/>
              </a:rPr>
              <a:t> </a:t>
            </a:r>
            <a:r>
              <a:rPr sz="1500" b="0" err="1">
                <a:solidFill>
                  <a:srgbClr val="000000"/>
                </a:solidFill>
                <a:latin typeface="Aptos"/>
                <a:ea typeface="Aptos"/>
                <a:cs typeface="Aptos"/>
              </a:rPr>
              <a:t>publisering</a:t>
            </a:r>
            <a:r>
              <a:rPr sz="1500" b="0">
                <a:solidFill>
                  <a:srgbClr val="000000"/>
                </a:solidFill>
                <a:latin typeface="Aptos"/>
                <a:ea typeface="Aptos"/>
                <a:cs typeface="Aptos"/>
              </a:rPr>
              <a:t> </a:t>
            </a:r>
            <a:r>
              <a:rPr sz="1500" b="0" err="1">
                <a:solidFill>
                  <a:srgbClr val="000000"/>
                </a:solidFill>
                <a:latin typeface="Aptos"/>
                <a:ea typeface="Aptos"/>
                <a:cs typeface="Aptos"/>
              </a:rPr>
              <a:t>må</a:t>
            </a:r>
            <a:r>
              <a:rPr sz="1500" b="0">
                <a:solidFill>
                  <a:srgbClr val="000000"/>
                </a:solidFill>
                <a:latin typeface="Aptos"/>
                <a:ea typeface="Aptos"/>
                <a:cs typeface="Aptos"/>
              </a:rPr>
              <a:t> henge </a:t>
            </a:r>
            <a:r>
              <a:rPr sz="1500" b="0" err="1">
                <a:solidFill>
                  <a:srgbClr val="000000"/>
                </a:solidFill>
                <a:latin typeface="Aptos"/>
                <a:ea typeface="Aptos"/>
                <a:cs typeface="Aptos"/>
              </a:rPr>
              <a:t>sammen</a:t>
            </a:r>
            <a:r>
              <a:rPr sz="1500" b="0">
                <a:solidFill>
                  <a:srgbClr val="000000"/>
                </a:solidFill>
                <a:latin typeface="Aptos"/>
                <a:ea typeface="Aptos"/>
                <a:cs typeface="Aptos"/>
              </a:rPr>
              <a:t>.</a:t>
            </a:r>
          </a:p>
        </p:txBody>
      </p:sp>
      <p:sp>
        <p:nvSpPr>
          <p:cNvPr id="13" name="Rektangel 12">
            <a:extLst>
              <a:ext uri="{FF2B5EF4-FFF2-40B4-BE49-F238E27FC236}">
                <a16:creationId xmlns:a16="http://schemas.microsoft.com/office/drawing/2014/main" id="{39B5F233-FFC9-4005-96B7-917EE9483EF7}"/>
              </a:ext>
            </a:extLst>
          </p:cNvPr>
          <p:cNvSpPr>
            <a:spLocks noGrp="1"/>
          </p:cNvSpPr>
          <p:nvPr/>
        </p:nvSpPr>
        <p:spPr>
          <a:xfrm>
            <a:off x="552450" y="4724400"/>
            <a:ext cx="114300" cy="704850"/>
          </a:xfrm>
          <a:prstGeom prst="rect">
            <a:avLst/>
          </a:prstGeom>
          <a:solidFill>
            <a:srgbClr val="E55158"/>
          </a:solidFill>
          <a:ln w="0">
            <a:noFill/>
          </a:ln>
        </p:spPr>
        <p:txBody>
          <a:bodyPr/>
          <a:lstStyle/>
          <a:p>
            <a:endParaRPr lang="nb-NO"/>
          </a:p>
        </p:txBody>
      </p:sp>
      <p:sp>
        <p:nvSpPr>
          <p:cNvPr id="14" name="Rektangel 13">
            <a:extLst>
              <a:ext uri="{FF2B5EF4-FFF2-40B4-BE49-F238E27FC236}">
                <a16:creationId xmlns:a16="http://schemas.microsoft.com/office/drawing/2014/main" id="{5A44793D-6B35-4B1E-BF55-CAE684B4CE06}"/>
              </a:ext>
            </a:extLst>
          </p:cNvPr>
          <p:cNvSpPr>
            <a:spLocks noGrp="1"/>
          </p:cNvSpPr>
          <p:nvPr/>
        </p:nvSpPr>
        <p:spPr>
          <a:xfrm>
            <a:off x="895350" y="4714875"/>
            <a:ext cx="4476750" cy="361950"/>
          </a:xfrm>
          <a:prstGeom prst="rect">
            <a:avLst/>
          </a:prstGeom>
          <a:noFill/>
          <a:ln w="0">
            <a:noFill/>
          </a:ln>
        </p:spPr>
        <p:txBody>
          <a:bodyPr anchor="t">
            <a:noAutofit/>
          </a:bodyPr>
          <a:lstStyle/>
          <a:p>
            <a:pPr algn="l">
              <a:lnSpc>
                <a:spcPct val="100000"/>
              </a:lnSpc>
              <a:buNone/>
              <a:defRPr sz="1875" b="1">
                <a:solidFill>
                  <a:srgbClr val="000000"/>
                </a:solidFill>
                <a:latin typeface="Aptos Display"/>
                <a:ea typeface="Aptos Display"/>
                <a:cs typeface="Aptos Display"/>
              </a:defRPr>
            </a:pPr>
            <a:r>
              <a:rPr sz="1875" b="1">
                <a:solidFill>
                  <a:srgbClr val="000000"/>
                </a:solidFill>
                <a:latin typeface="Aptos Display"/>
                <a:ea typeface="Aptos Display"/>
                <a:cs typeface="Aptos Display"/>
              </a:rPr>
              <a:t>Innsikt krever et stabilt fundament</a:t>
            </a:r>
          </a:p>
        </p:txBody>
      </p:sp>
      <p:sp>
        <p:nvSpPr>
          <p:cNvPr id="15" name="Rektangel 14">
            <a:extLst>
              <a:ext uri="{FF2B5EF4-FFF2-40B4-BE49-F238E27FC236}">
                <a16:creationId xmlns:a16="http://schemas.microsoft.com/office/drawing/2014/main" id="{25833472-969D-49B1-A508-7DCF494FD8A2}"/>
              </a:ext>
            </a:extLst>
          </p:cNvPr>
          <p:cNvSpPr>
            <a:spLocks noGrp="1"/>
          </p:cNvSpPr>
          <p:nvPr/>
        </p:nvSpPr>
        <p:spPr>
          <a:xfrm>
            <a:off x="5562600" y="4714875"/>
            <a:ext cx="5715000" cy="628650"/>
          </a:xfrm>
          <a:prstGeom prst="rect">
            <a:avLst/>
          </a:prstGeom>
          <a:noFill/>
          <a:ln w="0">
            <a:noFill/>
          </a:ln>
        </p:spPr>
        <p:txBody>
          <a:bodyPr anchor="t">
            <a:noAutofit/>
          </a:bodyPr>
          <a:lstStyle/>
          <a:p>
            <a:pPr algn="l">
              <a:lnSpc>
                <a:spcPct val="100000"/>
              </a:lnSpc>
              <a:buNone/>
              <a:defRPr sz="1500" b="0">
                <a:solidFill>
                  <a:srgbClr val="000000"/>
                </a:solidFill>
                <a:latin typeface="Aptos"/>
                <a:ea typeface="Aptos"/>
                <a:cs typeface="Aptos"/>
              </a:defRPr>
            </a:pPr>
            <a:r>
              <a:rPr sz="1500" b="0">
                <a:solidFill>
                  <a:srgbClr val="000000"/>
                </a:solidFill>
                <a:latin typeface="Aptos"/>
                <a:ea typeface="Aptos"/>
                <a:cs typeface="Aptos"/>
              </a:rPr>
              <a:t>Dashboardet skal lese fra Gold, ikke fra tilfeldige mellomresultater.</a:t>
            </a:r>
          </a:p>
        </p:txBody>
      </p:sp>
    </p:spTree>
    <p:extLst>
      <p:ext uri="{BB962C8B-B14F-4D97-AF65-F5344CB8AC3E}">
        <p14:creationId xmlns:p14="http://schemas.microsoft.com/office/powerpoint/2010/main" val="4158059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4" name="Text Placeholder 6">
            <a:extLst>
              <a:ext uri="{FF2B5EF4-FFF2-40B4-BE49-F238E27FC236}">
                <a16:creationId xmlns:a16="http://schemas.microsoft.com/office/drawing/2014/main" id="{CEC21A32-3B29-FB79-375A-AFF484FAE380}"/>
              </a:ext>
            </a:extLst>
          </p:cNvPr>
          <p:cNvSpPr>
            <a:spLocks noGrp="1"/>
          </p:cNvSpPr>
          <p:nvPr>
            <p:ph type="body" idx="10"/>
          </p:nvPr>
        </p:nvSpPr>
        <p:spPr/>
        <p:txBody>
          <a:bodyPr anchor="b"/>
          <a:lstStyle>
            <a:lvl1pPr marL="0" indent="0">
              <a:buNone/>
              <a:defRPr/>
            </a:lvl1pPr>
            <a:lvl2pPr marL="180975" indent="0">
              <a:buNone/>
              <a:defRPr/>
            </a:lvl2pPr>
            <a:lvl3pPr marL="361950" indent="0">
              <a:buNone/>
              <a:defRPr/>
            </a:lvl3pPr>
            <a:lvl4pPr marL="542925" indent="0">
              <a:buNone/>
              <a:defRPr/>
            </a:lvl4pPr>
            <a:lvl5pPr marL="714375" indent="0">
              <a:buNone/>
              <a:defRPr/>
            </a:lvl5pPr>
          </a:lstStyle>
          <a:p>
            <a:pPr lvl="0">
              <a:buNone/>
            </a:pPr>
            <a:endParaRPr/>
          </a:p>
        </p:txBody>
      </p:sp>
      <p:sp>
        <p:nvSpPr>
          <p:cNvPr id="2" name="Rektangel 1">
            <a:extLst>
              <a:ext uri="{FF2B5EF4-FFF2-40B4-BE49-F238E27FC236}">
                <a16:creationId xmlns:a16="http://schemas.microsoft.com/office/drawing/2014/main" id="{9CC7ACC0-A7F2-40BE-A68D-4AF649FE2948}"/>
              </a:ext>
            </a:extLst>
          </p:cNvPr>
          <p:cNvSpPr>
            <a:spLocks noGrp="1"/>
          </p:cNvSpPr>
          <p:nvPr/>
        </p:nvSpPr>
        <p:spPr>
          <a:xfrm>
            <a:off x="552450" y="2381250"/>
            <a:ext cx="7429500" cy="800100"/>
          </a:xfrm>
          <a:prstGeom prst="rect">
            <a:avLst/>
          </a:prstGeom>
          <a:noFill/>
          <a:ln w="0">
            <a:noFill/>
          </a:ln>
        </p:spPr>
        <p:txBody>
          <a:bodyPr anchor="t">
            <a:noAutofit/>
          </a:bodyPr>
          <a:lstStyle/>
          <a:p>
            <a:pPr algn="l">
              <a:lnSpc>
                <a:spcPct val="100000"/>
              </a:lnSpc>
              <a:buNone/>
              <a:defRPr sz="3900" b="1">
                <a:solidFill>
                  <a:srgbClr val="000000"/>
                </a:solidFill>
                <a:latin typeface="Aptos Display"/>
                <a:ea typeface="Aptos Display"/>
                <a:cs typeface="Aptos Display"/>
              </a:defRPr>
            </a:pPr>
            <a:r>
              <a:rPr sz="3900" b="1">
                <a:solidFill>
                  <a:srgbClr val="000000"/>
                </a:solidFill>
                <a:latin typeface="Aptos Display"/>
                <a:ea typeface="Aptos Display"/>
                <a:cs typeface="Aptos Display"/>
              </a:rPr>
              <a:t>Takk for i dag</a:t>
            </a:r>
          </a:p>
        </p:txBody>
      </p:sp>
      <p:sp>
        <p:nvSpPr>
          <p:cNvPr id="3" name="Rektangel 2">
            <a:extLst>
              <a:ext uri="{FF2B5EF4-FFF2-40B4-BE49-F238E27FC236}">
                <a16:creationId xmlns:a16="http://schemas.microsoft.com/office/drawing/2014/main" id="{D2945D5B-55DF-4A79-A092-2134E3093501}"/>
              </a:ext>
            </a:extLst>
          </p:cNvPr>
          <p:cNvSpPr>
            <a:spLocks noGrp="1"/>
          </p:cNvSpPr>
          <p:nvPr/>
        </p:nvSpPr>
        <p:spPr>
          <a:xfrm>
            <a:off x="552450" y="3390900"/>
            <a:ext cx="4762500" cy="514350"/>
          </a:xfrm>
          <a:prstGeom prst="rect">
            <a:avLst/>
          </a:prstGeom>
          <a:noFill/>
          <a:ln w="0">
            <a:noFill/>
          </a:ln>
        </p:spPr>
        <p:txBody>
          <a:bodyPr anchor="t">
            <a:noAutofit/>
          </a:bodyPr>
          <a:lstStyle/>
          <a:p>
            <a:pPr algn="l">
              <a:lnSpc>
                <a:spcPct val="100000"/>
              </a:lnSpc>
              <a:buNone/>
              <a:defRPr sz="2250" b="1">
                <a:solidFill>
                  <a:srgbClr val="000000"/>
                </a:solidFill>
                <a:latin typeface="Aptos Display"/>
                <a:ea typeface="Aptos Display"/>
                <a:cs typeface="Aptos Display"/>
              </a:defRPr>
            </a:pPr>
            <a:r>
              <a:rPr sz="2250" b="1">
                <a:solidFill>
                  <a:srgbClr val="000000"/>
                </a:solidFill>
                <a:latin typeface="Aptos Display"/>
                <a:ea typeface="Aptos Display"/>
                <a:cs typeface="Aptos Display"/>
              </a:rPr>
              <a:t>Spørsmål?</a:t>
            </a:r>
          </a:p>
        </p:txBody>
      </p:sp>
    </p:spTree>
    <p:extLst>
      <p:ext uri="{BB962C8B-B14F-4D97-AF65-F5344CB8AC3E}">
        <p14:creationId xmlns:p14="http://schemas.microsoft.com/office/powerpoint/2010/main" val="15071196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HAPE" val="OLD"/>
</p:tagLst>
</file>

<file path=ppt/tags/tag2.xml><?xml version="1.0" encoding="utf-8"?>
<p:tagLst xmlns:a="http://schemas.openxmlformats.org/drawingml/2006/main" xmlns:r="http://schemas.openxmlformats.org/officeDocument/2006/relationships" xmlns:p="http://schemas.openxmlformats.org/presentationml/2006/main">
  <p:tag name="SHAPE" val="OLD"/>
</p:tagLst>
</file>

<file path=ppt/tags/tag3.xml><?xml version="1.0" encoding="utf-8"?>
<p:tagLst xmlns:a="http://schemas.openxmlformats.org/drawingml/2006/main" xmlns:r="http://schemas.openxmlformats.org/officeDocument/2006/relationships" xmlns:p="http://schemas.openxmlformats.org/presentationml/2006/main">
  <p:tag name="SHAPE" val="OLD"/>
</p:tagLst>
</file>

<file path=ppt/tags/tag4.xml><?xml version="1.0" encoding="utf-8"?>
<p:tagLst xmlns:a="http://schemas.openxmlformats.org/drawingml/2006/main" xmlns:r="http://schemas.openxmlformats.org/officeDocument/2006/relationships" xmlns:p="http://schemas.openxmlformats.org/presentationml/2006/main">
  <p:tag name="SHAPE" val="OLD"/>
</p:tagLst>
</file>

<file path=ppt/tags/tag5.xml><?xml version="1.0" encoding="utf-8"?>
<p:tagLst xmlns:a="http://schemas.openxmlformats.org/drawingml/2006/main" xmlns:r="http://schemas.openxmlformats.org/officeDocument/2006/relationships" xmlns:p="http://schemas.openxmlformats.org/presentationml/2006/main">
  <p:tag name="SHAPE" val="OLD"/>
</p:tagLst>
</file>

<file path=ppt/tags/tag6.xml><?xml version="1.0" encoding="utf-8"?>
<p:tagLst xmlns:a="http://schemas.openxmlformats.org/drawingml/2006/main" xmlns:r="http://schemas.openxmlformats.org/officeDocument/2006/relationships" xmlns:p="http://schemas.openxmlformats.org/presentationml/2006/main">
  <p:tag name="SHAPE" val="OLD"/>
</p:tagLst>
</file>

<file path=ppt/tags/tag7.xml><?xml version="1.0" encoding="utf-8"?>
<p:tagLst xmlns:a="http://schemas.openxmlformats.org/drawingml/2006/main" xmlns:r="http://schemas.openxmlformats.org/officeDocument/2006/relationships" xmlns:p="http://schemas.openxmlformats.org/presentationml/2006/main">
  <p:tag name="SHAPE" val="OLD"/>
</p:tagLst>
</file>

<file path=ppt/tags/tag8.xml><?xml version="1.0" encoding="utf-8"?>
<p:tagLst xmlns:a="http://schemas.openxmlformats.org/drawingml/2006/main" xmlns:r="http://schemas.openxmlformats.org/officeDocument/2006/relationships" xmlns:p="http://schemas.openxmlformats.org/presentationml/2006/main">
  <p:tag name="SHAPE" val="OLD"/>
</p:tagLst>
</file>

<file path=ppt/tags/tag9.xml><?xml version="1.0" encoding="utf-8"?>
<p:tagLst xmlns:a="http://schemas.openxmlformats.org/drawingml/2006/main" xmlns:r="http://schemas.openxmlformats.org/officeDocument/2006/relationships" xmlns:p="http://schemas.openxmlformats.org/presentationml/2006/main">
  <p:tag name="SHAPE" val="OLD"/>
</p:tagLst>
</file>

<file path=ppt/tags/tag10.xml><?xml version="1.0" encoding="utf-8"?>
<p:tagLst xmlns:a="http://schemas.openxmlformats.org/drawingml/2006/main" xmlns:r="http://schemas.openxmlformats.org/officeDocument/2006/relationships" xmlns:p="http://schemas.openxmlformats.org/presentationml/2006/main">
  <p:tag name="SHAPE" val="OLD"/>
</p:tagLst>
</file>

<file path=ppt/tags/tag11.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MAAAAAAAAAAwAAAAMAAAAA/////wUAFgwAAAAAAAAAAAAAIAD///////////////8AAAD///////////////8DAAAAAgD///////////////////////////////////////////////////////////////////////////////////////////////////////////////////////////////////////////////////////////////////////////////////////////////////////////////////////////////////////////////////////////////////////////////////////////////////////////////////////////////////////////////////////////////////////////////////////////////////////////////////////////////////////////////////////////////////////////////////////////////////////////////8BACAA////////////////AAAO////////AwAAAAQA////////////////////////////////////////////////////////////////////////////////////////////////////////////////////////////////////////////////////////////////////////////////////////////////////////////////////////////////////////////////////////////////////////////////////////////////////////////////////////////////////////////////////////////////////////////////////////////////////////////////////////////////////////////////////////////////////////////////////////////////////////////////////////AgABAP///////wUAAAACABAAC/YfEBfh4w5LhHg3FIpX/S8EAAAAAAADAAAAAAADAAAAAwADAAEA////////BQAAAAMAEAALwH4wgjrGT06gK8Xs37qLZwQAAAABAAMAAAACAAMAAAAEAAQAAQD///////8FAAAABAAQAAu5nObnhDsVQpmx+OowVb/6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9h8QF+HjDkuEeDcUilf9LwREYXRhAAUAAAAAAk5hbWUADQAAAExpbmtEYXRhTGlzdAAQVmVyc2lvbgAAAAAACUxhc3RXcml0ZQAK6ZUymwEAAAABAP////9hAGEAAAAFX2lkABAAAAAEwH4wgjrGT06gK8Xs37qLZwREYXRhAAUAAAAAAk5hbWUADQAAAExpbmtEYXRhTGlzdAAQVmVyc2lvbgABAAAACUxhc3RXcml0ZQAf6ZUymwEAAAACAP////9wAHAAAAAFX2lkABAAAAAEuZzm54Q7FUKZsfjqMFW/+gNEYXRhABYAAAACUGVyc29uYWxJZAABAAAAAAACTmFtZQALAAAAUGVyc29uYWxJZAAQVmVyc2lvbgAAAAAACUxhc3RXcml0ZQBG6ZUymw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eDAAAAAAAAAAAAAAgAf///////////////wAAAP///////////////wUAAAACAP///////////////////////////////////////////////////////////////////////////////////////////////////////////////////////////////////////////////////////////////////////////////////////////////////////////////////////////////////////////////////////////////////////////////////////////////////////////////////////////////////////////////////////////////////////////////////////////////////////////////////////////////////////////////////////////////////////////////////////////////////////////////wEAIAH///////////////8AAA7///////8FAAAABAD///////////////////////////////////////////////////////////////////////////////////////////////////////////////////////////////////////////////////////////////////////////////////////////////////////////////////////////////////////////////////////////////////////////////////////////////////////////////////////////////////////////////////////////////////////////////////////////////////////////////////////////////////////////////////////////////////////////////////////////////////////////////////////8CAAEBAwAAAAIA////////DgAGTGlua0RhdGFMaXN0XzAEAAAAAAAFAAAAAAAFAAAAAwADAAEBAwAAAAMA////////DgAGTGlua0RhdGFMaXN0XzEEAAAAAQAFAAAAAgAFAAAABAA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9016770440723638"/>
  <p:tag name="EMPOWERCHARTSPROPERTIES_B_LENGTH" val="24576"/>
  <p:tag name="DOWN_MIGRATION_INITIAL_LAYOUT_REQUIRED" val="9.2.99"/>
  <p:tag name="RUNTIME_ID" val="be95d31d-735a-4efb-ab3e-ef92cb481686"/>
</p:tagLst>
</file>

<file path=ppt/tags/tag12.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MAAAAAAAAAAwAAAAMAAAAA/////wUAFgwAAAAAAAAAAAAAIAD///////////////8AAAD///////////////8DAAAABAD///////////////////////////////////////////////////////////////////////////////////////////////////////////////////////////////////////////////////////////////////////////////////////////////////////////////////////////////////////////////////////////////////////////////////////////////////////////////////////////////////////////////////////////////////////////////////////////////////////////////////////////////////////////////////////////////////////////////////////////////////////////////8BACAA////////////////AAAO////////AwAAAAMA////////////////////////////////////////////////////////////////////////////////////////////////////////////////////////////////////////////////////////////////////////////////////////////////////////////////////////////////////////////////////////////////////////////////////////////////////////////////////////////////////////////////////////////////////////////////////////////////////////////////////////////////////////////////////////////////////////////////////////////////////////////////////////AgABAP///////wUAAAACABAAC8iPAoR9R2VHn9glvCTga2YEAAAAAAADAAAABAADAAAAAwADAAEA////////BQAAAAMAEAALDnacnXSJHUyLQd6oBoSrCQQAAAABAAMAAAACAAMAAAABAAQAAQD///////8FAAAABAAQAAuHWUtzgot7Trssgkd5Oulo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yI8ChH1HZUef2CW8JOBrZgREYXRhAAUAAAAAAk5hbWUADQAAAExpbmtEYXRhTGlzdAAQVmVyc2lvbgAAAAAACUxhc3RXcml0ZQB96ZUymwEAAAABAP////9hAGEAAAAFX2lkABAAAAAEDnacnXSJHUyLQd6oBoSrCQREYXRhAAUAAAAAAk5hbWUADQAAAExpbmtEYXRhTGlzdAAQVmVyc2lvbgABAAAACUxhc3RXcml0ZQCb6ZUymwEAAAACAP////9wAHAAAAAFX2lkABAAAAAEh1lLc4KLe067LIJHeTrpaANEYXRhABYAAAACUGVyc29uYWxJZAABAAAAAAACTmFtZQALAAAAUGVyc29uYWxJZAAQVmVyc2lvbgAAAAAACUxhc3RXcml0ZQDC6ZUymw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eDAAAAAAAAAAAAAAgAf///////////////wAAAP///////////////wUAAAACAP///////////////////////////////////////////////////////////////////////////////////////////////////////////////////////////////////////////////////////////////////////////////////////////////////////////////////////////////////////////////////////////////////////////////////////////////////////////////////////////////////////////////////////////////////////////////////////////////////////////////////////////////////////////////////////////////////////////////////////////////////////////////wEAIAH///////////////8AAA7///////8FAAAABAD///////////////////////////////////////////////////////////////////////////////////////////////////////////////////////////////////////////////////////////////////////////////////////////////////////////////////////////////////////////////////////////////////////////////////////////////////////////////////////////////////////////////////////////////////////////////////////////////////////////////////////////////////////////////////////////////////////////////////////////////////////////////////////8CAAEBAwAAAAIA////////DgAGTGlua0RhdGFMaXN0XzAEAAAAAAAFAAAAAAAFAAAAAwADAAEBAwAAAAMA////////DgAGTGlua0RhdGFMaXN0XzEEAAAAAQAFAAAAAgAFAAAABAA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9016770441942364"/>
  <p:tag name="EMPOWERCHARTSPROPERTIES_B_LENGTH" val="24576"/>
  <p:tag name="DOWN_MIGRATION_INITIAL_LAYOUT_REQUIRED" val="9.2.99"/>
  <p:tag name="RUNTIME_ID" val="ed2b5b82-c209-467a-96a4-e2f1e9ea64a9"/>
</p:tagLst>
</file>

<file path=ppt/tags/tag13.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IBAQEBAQEBAQEBAQEBAQMAAAAAAAAAAwAAAAMAAAAA/////wUAFgwAAAAAAAAAAAAAIAD///////////////8AAAD///////////////8DAAAABAD///////////////////////////////////////////////////////////////////////////////////////////////////////////////////////////////////////////////////////////////////////////////////////////////////////////////////////////////////////////////////////////////////////////////////////////////////////////////////////////////////////////////////////////////////////////////////////////////////////////////////////////////////////////////////////////////////////////////////////////////////////////////8BACAA////////////////AAAO////////AwAAAAMA////////////////////////////////////////////////////////////////////////////////////////////////////////////////////////////////////////////////////////////////////////////////////////////////////////////////////////////////////////////////////////////////////////////////////////////////////////////////////////////////////////////////////////////////////////////////////////////////////////////////////////////////////////////////////////////////////////////////////////////////////////////////////////AgABAP///////wUAAAACABAAC2jt6Dj+7ohJlMUGRMOhsw0EAAAAAAADAAAABAADAAAAAwADAAEA////////BQAAAAMAEAALuRfm+NZAYkCdGQCHyFBQbQQAAAABAAMAAAACAAMAAAABAAQAAQD///////8FAAAABAAQAAspQWg08GISTb1BXt8EQKJ3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aO3oOP7uiEmUxQZEw6GzDQREYXRhAAUAAAAAAk5hbWUADQAAAExpbmtEYXRhTGlzdAAQVmVyc2lvbgAAAAAACUxhc3RXcml0ZQDx6ZUymwEAAAABAP////9hAGEAAAAFX2lkABAAAAAEuRfm+NZAYkCdGQCHyFBQbQREYXRhAAUAAAAAAk5hbWUADQAAAExpbmtEYXRhTGlzdAAQVmVyc2lvbgABAAAACUxhc3RXcml0ZQD06ZUymwEAAAACAP////9wAHAAAAAFX2lkABAAAAAEKUFoNPBiEk29QV7fBECidwNEYXRhABYAAAACUGVyc29uYWxJZAABAAAAAAACTmFtZQALAAAAUGVyc29uYWxJZAAQVmVyc2lvbgAAAAAACUxhc3RXcml0ZQAU6pUymw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SDAAAAAAAAAAAAAAgAf///////////////wAAAP///////////////wUAAAACAP///////wUAAAAEAP///////////////////////////////////////////////////////////////////////////////////////////////////////////////////////////////////////////////////////////////////////////////////////////////////////////////////////////////////////////////////////////////////////////////////////////////////////////////////////////////////////////////////////////////////////////////////////////////////////////////////////////////////////////////////////////////////////////////////////////////wEAIAH///////////////8AAA7///////8FAAAABAD///////////////////////////////////////////////////////////////////////////////////////////////////////////////////////////////////////////////////////////////////////////////////////////////////////////////////////////////////////////////////////////////////////////////////////////////////////////////////////////////////////////////////////////////////////////////////////////////////////////////////////////////////////////////////////////////////////////////////////////////////////////////////////8CAAEBAwAAAAIA////////DgAGTGlua0RhdGFMaXN0XzAEAAAAAAAFAAAAAAAFAAAAAwADAAEBAwAAAAMA////////DgAGTGlua0RhdGFMaXN0XzEEAAAAAQAFAAAAAgAFAAAABAAEAAIBAwAAAAQA////////DAAGUGVyc29uYWxJZF8wBAAAAAIABQAAAAMABQAAAAE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9016770442768709"/>
  <p:tag name="EMPOWERCHARTSPROPERTIES_B_LENGTH" val="24576"/>
  <p:tag name="DOWN_MIGRATION_INITIAL_LAYOUT_REQUIRED" val="9.2.99"/>
  <p:tag name="RUNTIME_ID" val="a536d9df-4fa3-41c4-a031-5e25af83feb9"/>
</p:tagLst>
</file>

<file path=ppt/tags/tag14.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QBAQEBAQEBAQEBAQEBAQMAAAAAAAAAAwAAAAMAAAAA/////wUACgwAAAAAAAAAAAAAIAD///////////////8AAAD///////////////8DAAAAAgD///////8DAAAAAgD///////////////////////////////////////////////////////////////////////////////////////////////////////////////////////////////////////////////////////////////////////////////////////////////////////////////////////////////////////////////////////////////////////////////////////////////////////////////////////////////////////////////////////////////////////////////////////////////////////////////////////////////////////////////////////////////////////////////////////////////8BACAA////////////////AAAO////////AwAAAAQA////////////////////////////////////////////////////////////////////////////////////////////////////////////////////////////////////////////////////////////////////////////////////////////////////////////////////////////////////////////////////////////////////////////////////////////////////////////////////////////////////////////////////////////////////////////////////////////////////////////////////////////////////////////////////////////////////////////////////////////////////////////////////////AgACAP///////wUAAAACABAAC4S37F/5Gq9PhpzZv2P2NwcEAAAAAAADAAAAAAADAAAAAwADAAAAAAD///////8DAAEA////////BQAAAAMAEAAL1CLIbpjCPUOZRletjPfdwwQAAAABAAMAAAACAAMAAAAEAAQAAQD///////8FAAAABAAQAAuirNPzmGC1R5ilf74X5L0o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hLfsX/kar0+GnNm/Y/Y3BwREYXRhAAUAAAAAAk5hbWUADQAAAExpbmtEYXRhTGlzdAAQVmVyc2lvbgABAAAACUxhc3RXcml0ZQBQ6pUymwEAAAABAP////9hAGEAAAAFX2lkABAAAAAE1CLIbpjCPUOZRletjPfdwwREYXRhAAUAAAAAAk5hbWUADQAAAExpbmtEYXRhTGlzdAAQVmVyc2lvbgAAAAAACUxhc3RXcml0ZQBF6pUymwEAAAACAP////9wAHAAAAAFX2lkABAAAAAEoqzT85hgtUeYpX++F+S9KANEYXRhABYAAAACUGVyc29uYWxJZAABAAAAAAACTmFtZQALAAAAUGVyc29uYWxJZAAQVmVyc2lvbgAAAAAACUxhc3RXcml0ZQBt6pUymw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uCwAAAAAAAAAAAAAgAf///////////////wAAAP///////////////wUAAAADAP///////wUAAAACAP///////wUAAAAEAP///////wUAAAAEAP///////////////////////////////////////////////////////////////////////////////////////////////////////////////////////////////////////////////////////////////////////////////////////////////////////////////////////////////////////////////////////////////////////////////////////////////////////////////////////////////////////////////////////////////////////////////////////////////////////////////////////////////////////////////////////////////wEAIAH///////////////8AAA7///////8FAAAABAD///////////////////////////////////////////////////////////////////////////////////////////////////////////////////////////////////////////////////////////////////////////////////////////////////////////////////////////////////////////////////////////////////////////////////////////////////////////////////////////////////////////////////////////////////////////////////////////////////////////////////////////////////////////////////////////////////////////////////////////////////////////////////////8CAAIBAwAAAAIA////////DgAGTGlua0RhdGFMaXN0XzEEAAAAAAAFAAAAAwAFAAAABAAFAAAAAAAFAAAABAADAAEBAwAAAAMA////////DgAGTGlua0RhdGFMaXN0XzAEAAAAAQAFAAAAAAAFAAAAAgAEAAQBAwAAAAQA////////DAAGUGVyc29uYWxJZF8wBAAAAAIABQAAAAIABQAAAAEABQAAAAIA////////BQAAAAA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9016770443623759"/>
  <p:tag name="EMPOWERCHARTSPROPERTIES_B_LENGTH" val="24576"/>
  <p:tag name="DOWN_MIGRATION_INITIAL_LAYOUT_REQUIRED" val="9.2.99"/>
  <p:tag name="RUNTIME_ID" val="d120e813-b1a8-461f-941b-a13ff9bb927a"/>
</p:tagLst>
</file>

<file path=ppt/tags/tag15.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MBAQEBAQEBAQEBAQEBAQMAAAAAAAAAAwAAAAMAAAAA/////wUA/gsAAAAAAAAAAAAAIAD///////////////8AAAD///////////////8DAAAAAgD///////8DAAAAAwD///////8DAAAAAwD///////////////////////////////////////////////////////////////////////////////////////////////////////////////////////////////////////////////////////////////////////////////////////////////////////////////////////////////////////////////////////////////////////////////////////////////////////////////////////////////////////////////////////////////////////////////////////////////////////////////////////////////////////////////////////////////////////////////8BACAA////////////////AAAO////////AwAAAAQA////////////////////////////////////////////////////////////////////////////////////////////////////////////////////////////////////////////////////////////////////////////////////////////////////////////////////////////////////////////////////////////////////////////////////////////////////////////////////////////////////////////////////////////////////////////////////////////////////////////////////////////////////////////////////////////////////////////////////////////////////////////////////////AgABAP///////wUAAAACABAAC98mjhk4UAxIgI3PVSGbZqEEAAAAAAADAAAAAAADAAAAAwADAAMA////////BQAAAAMAEAALiTYHkapNJUmZXq9VIgdzQwQAAAABAAMAAAACAAMAAAAEAAMAAAAAAP///////wMAAAAAAP///////wQAAQD///////8FAAAABAAQAAsflUKlG975QJZBUBihYRWT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3yaOGThQDEiAjc9VIZtmoQREYXRhAAUAAAAAAk5hbWUADQAAAExpbmtEYXRhTGlzdAAQVmVyc2lvbgABAAAACUxhc3RXcml0ZQCb6pUymwEAAAABAP////9hAGEAAAAFX2lkABAAAAAEiTYHkapNJUmZXq9VIgdzQwREYXRhAAUAAAAAAk5hbWUADQAAAExpbmtEYXRhTGlzdAAQVmVyc2lvbgAAAAAACUxhc3RXcml0ZQCa6pUymwEAAAACAP////9wAHAAAAAFX2lkABAAAAAEH5VCpRve+UCWQVAYoWEVkwNEYXRhABYAAAACUGVyc29uYWxJZAABAAAAAAACTmFtZQALAAAAUGVyc29uYWxJZAAQVmVyc2lvbgAAAAAACUxhc3RXcml0ZQDS6pUymw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6CwAAAAAAAAAAAAAgAf///////////////wAAAP///////////////wUAAAADAP///////wUAAAADAP///////wUAAAADAP///////////////////////////////////////////////////////////////////////////////////////////////////////////////////////////////////////////////////////////////////////////////////////////////////////////////////////////////////////////////////////////////////////////////////////////////////////////////////////////////////////////////////////////////////////////////////////////////////////////////////////////////////////////////////////////////////////////////wEAIAH///////////////8AAA7///////8FAAAABAD///////////////////////////////////////////////////////////////////////////////////////////////////////////////////////////////////////////////////////////////////////////////////////////////////////////////////////////////////////////////////////////////////////////////////////////////////////////////////////////////////////////////////////////////////////////////////////////////////////////////////////////////////////////////////////////////////////////////////////////////////////////////////////8CAAEBAwAAAAIA////////DgAGTGlua0RhdGFMaXN0XzEEAAAAAAAFAAAAAwAFAAAABAADAAMBAwAAAAMA////////DgAGTGlua0RhdGFMaXN0XzAEAAAAAQAFAAAAAAAFAAAAAgAFAAAAAAAFAAAABAAFAAAAAAD///////8EAAIBAwAAAAQA////////DAAGUGVyc29uYWxJZF8wBAAAAAIABQAAAAIABQAAAAEABQ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9016770444639386"/>
  <p:tag name="EMPOWERCHARTSPROPERTIES_B_LENGTH" val="24576"/>
  <p:tag name="DOWN_MIGRATION_INITIAL_LAYOUT_REQUIRED" val="9.2.99"/>
  <p:tag name="RUNTIME_ID" val="ad8af753-fa52-42bf-8f8c-db8f03ddd2ad"/>
</p:tagLst>
</file>

<file path=ppt/tags/tag16.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IBAQEBAQEBAQEBAQEBAQMAAAAAAAAAAwAAAAMAAAAA/////wUA8gsAAAAAAAAAAAAAIAD///////////////8AAAD///////////////8DAAAAAgD///////8DAAAAAgD///////8DAAAABAD///////////////////////////////////////////////////////////////////////////////////////////////////////////////////////////////////////////////////////////////////////////////////////////////////////////////////////////////////////////////////////////////////////////////////////////////////////////////////////////////////////////////////////////////////////////////////////////////////////////////////////////////////////////////////////////////////////////////8BACAA////////////////AAAO////////AwAAAAQA////////////////////////////////////////////////////////////////////////////////////////////////////////////////////////////////////////////////////////////////////////////////////////////////////////////////////////////////////////////////////////////////////////////////////////////////////////////////////////////////////////////////////////////////////////////////////////////////////////////////////////////////////////////////////////////////////////////////////////////////////////////////////////AgACAP///////wUAAAACABAAC/xsgH8Gh61EvrMMhZX7JEYEAAAAAAADAAAAAAADAAAAAwADAAAAAAADAAAABAADAAEA////////BQAAAAMAEAALxQSwhUr3/EG2CvZtKFVsxAQAAAABAAMAAAACAAMAAAAEAAQAAwD///////8FAAAABAAQAAuhX4v4ZaTZRJ4i9IaTete3BAAAAAIAAwAAAAMAAwAAAAEAAwAAAAI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GyAfwaHrUS+swyFlfskRgREYXRhAAUAAAAAAk5hbWUADQAAAExpbmtEYXRhTGlzdAAQVmVyc2lvbgAAAAAACUxhc3RXcml0ZQB9wqiRmgEAAAABAP////9hAGEAAAAFX2lkABAAAAAExQSwhUr3/EG2CvZtKFVsxAREYXRhAAUAAAAAAk5hbWUADQAAAExpbmtEYXRhTGlzdAAQVmVyc2lvbgABAAAACUxhc3RXcml0ZQB+wqiRmgEAAAACAP////9wAHAAAAAFX2lkABAAAAAEoV+L+GWk2USeIvSGk3rXtwNEYXRhABYAAAACUGVyc29uYWxJZAABAAAAAAACTmFtZQALAAAAUGVyc29uYWxJZAAQVmVyc2lvbgAAAAAACUxhc3RXcml0ZQCOwqiRm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SDAAAAAAAAAAAAAAgAf///////////////wAAAP///////////////wUAAAACAP///////wUAAAACAP///////////////////////////////////////////////////////////////////////////////////////////////////////////////////////////////////////////////////////////////////////////////////////////////////////////////////////////////////////////////////////////////////////////////////////////////////////////////////////////////////////////////////////////////////////////////////////////////////////////////////////////////////////////////////////////////////////////////////////////////wEAIAH///////////////8AAA7///////8FAAAABAD///////////////////////////////////////////////////////////////////////////////////////////////////////////////////////////////////////////////////////////////////////////////////////////////////////////////////////////////////////////////////////////////////////////////////////////////////////////////////////////////////////////////////////////////////////////////////////////////////////////////////////////////////////////////////////////////////////////////////////////////////////////////////////8CAAIBAwAAAAIA////////DgAGTGlua0RhdGFMaXN0XzAEAAAAAAAFAAAAAAAFAAAAAwAFAAAAAAD///////8DAAEBAwAAAAMA////////DgAGTGlua0RhdGFMaXN0XzEEAAAAAQAFAAAAAgAFAAAABAA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989771475488808"/>
  <p:tag name="EMPOWERCHARTSPROPERTIES_B_LENGTH" val="24576"/>
  <p:tag name="DOWN_MIGRATION_INITIAL_LAYOUT_REQUIRED" val="9.2.99"/>
  <p:tag name="RUNTIME_ID" val="9d02e7f0-8d7d-4a65-b447-d21cb87b74a1"/>
</p:tagLst>
</file>

<file path=ppt/tags/tag17.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wUA/gsAAAAAAAAAAAAAIAD///////////////8AAAD///////////////8DAAAAAgD///////8DAAAAAgD///////////////////////////////////////////////////////////////////////////////////////////////////////////////////////////////////////////////////////////////////////////////////////////////////////////////////////////////////////////////////////////////////////////////////////////////////////////////////////////////////////////////////////////////////////////////////////////////////////////////////////////////////////////////////////////////////////////////////////////////8BACAA////////////////AAAO////////AwAAAAMA////////////////////////////////////////////////////////////////////////////////////////////////////////////////////////////////////////////////////////////////////////////////////////////////////////////////////////////////////////////////////////////////////////////////////////////////////////////////////////////////////////////////////////////////////////////////////////////////////////////////////////////////////////////////////////////////////////////////////////////////////////////////////////AgACAP///////wUAAAACABAAC+3IL1E2eQNMq567bpOBqlEEAAAAAAADAAAAAAADAAAABAADAAAAAAADAAAABAADAAEA////////BQAAAAMAEAAL8vVy0PqvdkSEnarutNDaEAQAAAABAAMAAAAEAAMAAAABAAQAAgD///////8FAAAABAAQAAstNG1/eOVVTojDz3uEXTmfBAAAAAIAAwAAAAIAAwAAAAM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7cgvUTZ5A0yrnrtuk4GqUQREYXRhAAUAAAAAAk5hbWUADQAAAExpbmtEYXRhTGlzdAAQVmVyc2lvbgABAAAACUxhc3RXcml0ZQAyv6iRmgEAAAABAP////9hAGEAAAAFX2lkABAAAAAE8vVy0PqvdkSEnarutNDaEAREYXRhAAUAAAAAAk5hbWUADQAAAExpbmtEYXRhTGlzdAAQVmVyc2lvbgAAAAAACUxhc3RXcml0ZQAxv6iRmgEAAAACAP////9wAHAAAAAFX2lkABAAAAAELTRtf3jlVU6Iw897hF05nwNEYXRhABYAAAACUGVyc29uYWxJZAABAAAAAAACTmFtZQALAAAAUGVyc29uYWxJZAAQVmVyc2lvbgAAAAAACUxhc3RXcml0ZQBHv6iRm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SDAAAAAAAAAAAAAAgAf///////////////wAAAP///////////////wUAAAADAP///////wUAAAACAP///////////////////////////////////////////////////////////////////////////////////////////////////////////////////////////////////////////////////////////////////////////////////////////////////////////////////////////////////////////////////////////////////////////////////////////////////////////////////////////////////////////////////////////////////////////////////////////////////////////////////////////////////////////////////////////////////////////////////////////////wEAIAH///////////////8AAA7///////8FAAAABAD///////////////////////////////////////////////////////////////////////////////////////////////////////////////////////////////////////////////////////////////////////////////////////////////////////////////////////////////////////////////////////////////////////////////////////////////////////////////////////////////////////////////////////////////////////////////////////////////////////////////////////////////////////////////////////////////////////////////////////////////////////////////////////8CAAIBAwAAAAIA////////DgAGTGlua0RhdGFMaXN0XzEEAAAAAAAFAAAAAwAFAAAABAAFAAAAAAD///////8DAAEBAwAAAAMA////////DgAGTGlua0RhdGFMaXN0XzAEAAAAAQAFAAAAAAAFAAAAAgAEAAEBAwAAAAQA////////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989771467113310"/>
  <p:tag name="EMPOWERCHARTSPROPERTIES_B_LENGTH" val="24576"/>
  <p:tag name="DOWN_MIGRATION_INITIAL_LAYOUT_REQUIRED" val="9.2.99"/>
  <p:tag name="RUNTIME_ID" val="f98ec94b-17bc-4fd1-87b8-25eeb7d40325"/>
</p:tagLst>
</file>

<file path=ppt/tags/tag18.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IBAQEBAQEBAQEBAQEBAQMAAAAAAAAAAwAAAAMAAAAA/////wUAFgwAAAAAAAAAAAAAIAD///////////////8AAAD///////////////8DAAAABAD///////////////////////////////////////////////////////////////////////////////////////////////////////////////////////////////////////////////////////////////////////////////////////////////////////////////////////////////////////////////////////////////////////////////////////////////////////////////////////////////////////////////////////////////////////////////////////////////////////////////////////////////////////////////////////////////////////////////////////////////////////////////8BACAA////////////////AAAO////////AwAAAAMA////////////////////////////////////////////////////////////////////////////////////////////////////////////////////////////////////////////////////////////////////////////////////////////////////////////////////////////////////////////////////////////////////////////////////////////////////////////////////////////////////////////////////////////////////////////////////////////////////////////////////////////////////////////////////////////////////////////////////////////////////////////////////////AgABAP///////wUAAAACABAAC97Olzs0idRPjxJwDR5qzhYEAAAAAAADAAAABAADAAAAAwADAAEA////////BQAAAAMAEAALpYOCXp1Dd0OJEBDLqJJxQAQAAAABAAMAAAACAAMAAAABAAQAAQD///////8FAAAABAAQAAt1Gmg7VyatQqk/U5ftoVxO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3s6XOzSJ1E+PEnANHmrOFgREYXRhAAUAAAAAAk5hbWUADQAAAExpbmtEYXRhTGlzdAAQVmVyc2lvbgAAAAAACUxhc3RXcml0ZQD3vqiRmgEAAAABAP////9hAGEAAAAFX2lkABAAAAAEpYOCXp1Dd0OJEBDLqJJxQAREYXRhAAUAAAAAAk5hbWUADQAAAExpbmtEYXRhTGlzdAAQVmVyc2lvbgABAAAACUxhc3RXcml0ZQD4vqiRmgEAAAACAP////9wAHAAAAAFX2lkABAAAAAEdRpoO1cmrUKpP1OX7aFcTgNEYXRhABYAAAACUGVyc29uYWxJZAABAAAAAAACTmFtZQALAAAAUGVyc29uYWxJZAAQVmVyc2lvbgAAAAAACUxhc3RXcml0ZQAIv6iRm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SDAAAAAAAAAAAAAAgAf///////////////wAAAP///////////////wUAAAACAP///////wUAAAAEAP///////////////////////////////////////////////////////////////////////////////////////////////////////////////////////////////////////////////////////////////////////////////////////////////////////////////////////////////////////////////////////////////////////////////////////////////////////////////////////////////////////////////////////////////////////////////////////////////////////////////////////////////////////////////////////////////////////////////////////////////wEAIAH///////////////8AAA7///////8FAAAABAD///////////////////////////////////////////////////////////////////////////////////////////////////////////////////////////////////////////////////////////////////////////////////////////////////////////////////////////////////////////////////////////////////////////////////////////////////////////////////////////////////////////////////////////////////////////////////////////////////////////////////////////////////////////////////////////////////////////////////////////////////////////////////////8CAAEBAwAAAAIA////////DgAGTGlua0RhdGFMaXN0XzAEAAAAAAAFAAAAAAAFAAAAAwADAAEBAwAAAAMA////////DgAGTGlua0RhdGFMaXN0XzEEAAAAAQAFAAAAAgAFAAAABAAEAAIBAwAAAAQA////////DAAGUGVyc29uYWxJZF8wBAAAAAIABQAAAAMABQAAAAE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989771466473043"/>
  <p:tag name="EMPOWERCHARTSPROPERTIES_B_LENGTH" val="24576"/>
  <p:tag name="DOWN_MIGRATION_INITIAL_LAYOUT_REQUIRED" val="9.2.99"/>
  <p:tag name="RUNTIME_ID" val="8d399ea8-b377-4b2a-a9e8-1b0323f757f9"/>
</p:tagLst>
</file>

<file path=ppt/tags/tag19.xml><?xml version="1.0" encoding="utf-8"?>
<p:tagLst xmlns:a="http://schemas.openxmlformats.org/drawingml/2006/main" xmlns:r="http://schemas.openxmlformats.org/officeDocument/2006/relationships" xmlns:p="http://schemas.openxmlformats.org/presentationml/2006/main">
  <p:tag name="SHAPE" val="OLD"/>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MBAQEBAQEBAQEBAQEBAQMAAAAAAAAAAwAAAAMAAAAA/////wUA8gsAAAAAAAAAAAAAIAD///////////////8AAAD///////////////8DAAAABAD///////8DAAAABAD///////8DAAAABAD///////8DAAAABAD///////////////////////////////////////////////////////////////////////////////////////////////////////////////////////////////////////////////////////////////////////////////////////////////////////////////////////////////////////////////////////////////////////////////////////////////////////////////////////////////////////////////////////////////////////////////////////////////////////////////////////////////////////////////////////////////8BACAA////////////////AAAO////////AwAAAAMA////////////////////////////////////////////////////////////////////////////////////////////////////////////////////////////////////////////////////////////////////////////////////////////////////////////////////////////////////////////////////////////////////////////////////////////////////////////////////////////////////////////////////////////////////////////////////////////////////////////////////////////////////////////////////////////////////////////////////////////////////////////////////////AgABAP///////wUAAAACABAAC40ykXM/AKhAgVPfnysNa30EAAAAAAADAAAABAADAAAAAwADAAEA////////BQAAAAMAEAALrG56sqnxwUurnzLa60vFZwQAAAABAAMAAAACAAMAAAABAAQABAD///////8FAAAABAAQAAtiqXURAn5dQIQgfsUt+lK+BAAAAAIAAwAAAAAAAwAAAAIAAwAAAAAA////////AwAAAAA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jTKRcz8AqECBU9+fKw1rfQREYXRhAAUAAAAAAk5hbWUADQAAAExpbmtEYXRhTGlzdAAQVmVyc2lvbgAAAAAACUxhc3RXcml0ZQDp7JUymwEAAAABAP////9hAGEAAAAFX2lkABAAAAAErG56sqnxwUurnzLa60vFZwREYXRhAAUAAAAAAk5hbWUADQAAAExpbmtEYXRhTGlzdAAQVmVyc2lvbgABAAAACUxhc3RXcml0ZQDp7JUymwEAAAACAP////9wAHAAAAAFX2lkABAAAAAEYql1EQJ+XUCEIH7FLfpSvgNEYXRhABYAAAACUGVyc29uYWxJZAABAAAAAAACTmFtZQALAAAAUGVyc29uYWxJZAAQVmVyc2lvbgAAAAAACUxhc3RXcml0ZQAJ7ZUymw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GDAAAAAAAAAAAAAAgAf///////////////wAAAP///////////////wUAAAACAP///////wUAAAAEAP///////wUAAAAEAP///////////////////////////////////////////////////////////////////////////////////////////////////////////////////////////////////////////////////////////////////////////////////////////////////////////////////////////////////////////////////////////////////////////////////////////////////////////////////////////////////////////////////////////////////////////////////////////////////////////////////////////////////////////////////////////////////////////////wEAIAH///////////////8AAA7///////8FAAAABAD///////////////////////////////////////////////////////////////////////////////////////////////////////////////////////////////////////////////////////////////////////////////////////////////////////////////////////////////////////////////////////////////////////////////////////////////////////////////////////////////////////////////////////////////////////////////////////////////////////////////////////////////////////////////////////////////////////////////////////////////////////////////////////8CAAEBAwAAAAIA////////DgAGTGlua0RhdGFMaXN0XzAEAAAAAAAFAAAAAAAFAAAAAwADAAEBAwAAAAMA////////DgAGTGlua0RhdGFMaXN0XzEEAAAAAQAFAAAAAgAFAAAABAAEAAMBAwAAAAQA////////DAAGUGVyc29uYWxJZF8wBAAAAAIABQAAAAMABQAAAAEABQAAAAA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9016770450312427"/>
  <p:tag name="EMPOWERCHARTSPROPERTIES_B_LENGTH" val="24576"/>
  <p:tag name="DOWN_MIGRATION_INITIAL_LAYOUT_REQUIRED" val="9.2.99"/>
  <p:tag name="RUNTIME_ID" val="e5fa30d5-4820-4dcc-b70e-2819ad00b857"/>
</p:tagLst>
</file>

<file path=ppt/tags/tag20.xml><?xml version="1.0" encoding="utf-8"?>
<p:tagLst xmlns:a="http://schemas.openxmlformats.org/drawingml/2006/main" xmlns:r="http://schemas.openxmlformats.org/officeDocument/2006/relationships" xmlns:p="http://schemas.openxmlformats.org/presentationml/2006/main">
  <p:tag name="SHAPE" val="OLD"/>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MBAQEBAQEBAQEBAQEBAQMAAAAAAAAAAwAAAAMAAAAA/////wUA/gsAAAAAAAAAAAAAIAD///////////////8AAAD///////////////8DAAAABAD///////8DAAAAAwD///////8DAAAAAwD///////////////////////////////////////////////////////////////////////////////////////////////////////////////////////////////////////////////////////////////////////////////////////////////////////////////////////////////////////////////////////////////////////////////////////////////////////////////////////////////////////////////////////////////////////////////////////////////////////////////////////////////////////////////////////////////////////////////8BACAA////////////////AAAO////////AwAAAAMA////////////////////////////////////////////////////////////////////////////////////////////////////////////////////////////////////////////////////////////////////////////////////////////////////////////////////////////////////////////////////////////////////////////////////////////////////////////////////////////////////////////////////////////////////////////////////////////////////////////////////////////////////////////////////////////////////////////////////////////////////////////////////////AgABAP///////wUAAAACABAAC0aolZ4y1rlFl3o2Q9yfDaEEAAAAAAADAAAABAADAAAAAwADAAMA////////BQAAAAMAEAALrNwC36I5LEmB5VlE5U9+LgQAAAABAAMAAAACAAMAAAABAAMAAAAAAP///////wMAAAAAAP///////wQAAQD///////8FAAAABAAQAAs3iQYKrg5IRIHjrT4IHVUO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RqiVnjLWuUWXejZD3J8NoQREYXRhAAUAAAAAAk5hbWUADQAAAExpbmtEYXRhTGlzdAAQVmVyc2lvbgAAAAAACUxhc3RXcml0ZQCdUKiRmgEAAAABAP////9hAGEAAAAFX2lkABAAAAAErNwC36I5LEmB5VlE5U9+LgREYXRhAAUAAAAAAk5hbWUADQAAAExpbmtEYXRhTGlzdAAQVmVyc2lvbgABAAAACUxhc3RXcml0ZQCdUKiRmgEAAAACAP////9wAHAAAAAFX2lkABAAAAAEN4kGCq4OSESB460+CB1VDgNEYXRhABYAAAACUGVyc29uYWxJZAABAAAAAAACTmFtZQALAAAAUGVyc29uYWxJZAAQVmVyc2lvbgAAAAAACUxhc3RXcml0ZQCvUKiRm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6CwAAAAAAAAAAAAAgAf///////////////wAAAP///////////////wUAAAACAP///////wUAAAADAP///////wUAAAADAP///////////////////////////////////////////////////////////////////////////////////////////////////////////////////////////////////////////////////////////////////////////////////////////////////////////////////////////////////////////////////////////////////////////////////////////////////////////////////////////////////////////////////////////////////////////////////////////////////////////////////////////////////////////////////////////////////////////////wEAIAH///////////////8AAA7///////8FAAAABAD///////////////////////////////////////////////////////////////////////////////////////////////////////////////////////////////////////////////////////////////////////////////////////////////////////////////////////////////////////////////////////////////////////////////////////////////////////////////////////////////////////////////////////////////////////////////////////////////////////////////////////////////////////////////////////////////////////////////////////////////////////////////////////8CAAEBAwAAAAIA////////DgAGTGlua0RhdGFMaXN0XzAEAAAAAAAFAAAAAAAFAAAAAwADAAMBAwAAAAMA////////DgAGTGlua0RhdGFMaXN0XzEEAAAAAQAFAAAAAgAFAAAABAAFAAAAAAAFAAAABAAFAAAAAAD///////8EAAIBAwAAAAQA////////DAAGUGVyc29uYWxJZF8wBAAAAAIABQAAAAMABQAAAAEABQ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989771183980055"/>
  <p:tag name="EMPOWERCHARTSPROPERTIES_B_LENGTH" val="24576"/>
  <p:tag name="DOWN_MIGRATION_INITIAL_LAYOUT_REQUIRED" val="9.2.99"/>
  <p:tag name="RUNTIME_ID" val="044f0256-07fe-4742-b26f-fe2fd999e95a"/>
</p:tagLst>
</file>

<file path=ppt/tags/tag21.xml><?xml version="1.0" encoding="utf-8"?>
<p:tagLst xmlns:a="http://schemas.openxmlformats.org/drawingml/2006/main" xmlns:r="http://schemas.openxmlformats.org/officeDocument/2006/relationships" xmlns:p="http://schemas.openxmlformats.org/presentationml/2006/main">
  <p:tag name="SHAPE" val="OLD"/>
</p:tagLst>
</file>

<file path=ppt/tags/tag22.xml><?xml version="1.0" encoding="utf-8"?>
<p:tagLst xmlns:a="http://schemas.openxmlformats.org/drawingml/2006/main" xmlns:r="http://schemas.openxmlformats.org/officeDocument/2006/relationships" xmlns:p="http://schemas.openxmlformats.org/presentationml/2006/main">
  <p:tag name="SHAPE" val="OLD"/>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IBAQEBAQEBAQEBAQEBAQMAAAAAAAAAAwAAAAMAAAAA/////wUA8gsAAAAAAAAAAAAAIAD///////////////8AAAD///////////////8DAAAAAgD///////8DAAAAAwD///////8DAAAABAD///////////////////////////////////////////////////////////////////////////////////////////////////////////////////////////////////////////////////////////////////////////////////////////////////////////////////////////////////////////////////////////////////////////////////////////////////////////////////////////////////////////////////////////////////////////////////////////////////////////////////////////////////////////////////////////////////////////////8BACAA////////////////AAAO////////AwAAAAQA////////////////////////////////////////////////////////////////////////////////////////////////////////////////////////////////////////////////////////////////////////////////////////////////////////////////////////////////////////////////////////////////////////////////////////////////////////////////////////////////////////////////////////////////////////////////////////////////////////////////////////////////////////////////////////////////////////////////////////////////////////////////////////AgABAP///////wUAAAACABAACxyWoiHSEANJrpu9B4qwH/gEAAAAAAADAAAAAAADAAAAAwADAAIA////////BQAAAAMAEAALb31OKXZp+0ipJyRwHya9igQAAAABAAMAAAACAAMAAAAEAAMAAAAAAAMAAAAEAAQAAwD///////8FAAAABAAQAAsw+wSFaymbQqsTrpXoDbIRBAAAAAIAAwAAAAMAAwAAAAEAAwAAAAM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HJaiIdIQA0mum70HirAf+AREYXRhAAUAAAAAAk5hbWUADQAAAExpbmtEYXRhTGlzdAAQVmVyc2lvbgAAAAAACUxhc3RXcml0ZQBf7JUymwEAAAABAP////9hAGEAAAAFX2lkABAAAAAEb31OKXZp+0ipJyRwHya9igREYXRhAAUAAAAAAk5hbWUADQAAAExpbmtEYXRhTGlzdAAQVmVyc2lvbgABAAAACUxhc3RXcml0ZQBh7JUymwEAAAACAP////9wAHAAAAAFX2lkABAAAAAEMPsEhWspm0KrE66V6A2yEQNEYXRhABYAAAACUGVyc29uYWxJZAABAAAAAAACTmFtZQALAAAAUGVyc29uYWxJZAAQVmVyc2lvbgAAAAAACUxhc3RXcml0ZQCC7JUymw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GDAAAAAAAAAAAAAAgAf///////////////wAAAP///////////////wUAAAACAP///////wUAAAADAP///////////////////////////////////////////////////////////////////////////////////////////////////////////////////////////////////////////////////////////////////////////////////////////////////////////////////////////////////////////////////////////////////////////////////////////////////////////////////////////////////////////////////////////////////////////////////////////////////////////////////////////////////////////////////////////////////////////////////////////////wEAIAH///////////////8AAA7///////8FAAAABAD///////////////////////////////////////////////////////////////////////////////////////////////////////////////////////////////////////////////////////////////////////////////////////////////////////////////////////////////////////////////////////////////////////////////////////////////////////////////////////////////////////////////////////////////////////////////////////////////////////////////////////////////////////////////////////////////////////////////////////////////////////////////////////8CAAEBAwAAAAIA////////DgAGTGlua0RhdGFMaXN0XzAEAAAAAAAFAAAAAAAFAAAAAwADAAIBAwAAAAMA////////DgAGTGlua0RhdGFMaXN0XzEEAAAAAQAFAAAAAgAFAAAABAAFAAAAAAAFAAAABAAEAAIBAwAAAAQA////////DAAGUGVyc29uYWxJZF8wBAAAAAIABQAAAAMABQAAAAEABQ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9016770449027695"/>
  <p:tag name="EMPOWERCHARTSPROPERTIES_B_LENGTH" val="24576"/>
  <p:tag name="DOWN_MIGRATION_INITIAL_LAYOUT_REQUIRED" val="9.2.99"/>
  <p:tag name="RUNTIME_ID" val="761e91d1-549c-4f9a-a162-9dfb58a61aa7"/>
</p:tagLst>
</file>

<file path=ppt/tags/tag23.xml><?xml version="1.0" encoding="utf-8"?>
<p:tagLst xmlns:a="http://schemas.openxmlformats.org/drawingml/2006/main" xmlns:r="http://schemas.openxmlformats.org/officeDocument/2006/relationships" xmlns:p="http://schemas.openxmlformats.org/presentationml/2006/main">
  <p:tag name="SHAPE" val="OLD"/>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UBAQEBAQEBAQEBAQEBAQMAAAAAAAAAAwAAAAMAAAAA/////wUA8gsAAAAAAAAAAAAAIAD///////////////8AAAD///////////////8DAAAAAgD///////8DAAAAAgD///////8DAAAABAD///////////////////////////////////////////////////////////////////////////////////////////////////////////////////////////////////////////////////////////////////////////////////////////////////////////////////////////////////////////////////////////////////////////////////////////////////////////////////////////////////////////////////////////////////////////////////////////////////////////////////////////////////////////////////////////////////////////////8BACAA////////////////AAAO////////AwAAAAQA////////////////////////////////////////////////////////////////////////////////////////////////////////////////////////////////////////////////////////////////////////////////////////////////////////////////////////////////////////////////////////////////////////////////////////////////////////////////////////////////////////////////////////////////////////////////////////////////////////////////////////////////////////////////////////////////////////////////////////////////////////////////////////AgACAP///////wUAAAACABAAC3Qj7A2DnIRIqBv5eC/XUM0EAAAAAAADAAAAAAADAAAAAwADAAAAAAADAAAABAADAAEA////////BQAAAAMAEAALjpl8RkMU7E2/ruVBwM9ixgQAAAABAAMAAAACAAMAAAAEAAQAAwD///////8FAAAABAAQAAudLIegU6HNQYYWTx/B1kfLBAAAAAIAAwAAAAMAAwAAAAEAAwAAAAI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dCPsDYOchEioG/l4L9dQzQREYXRhAAUAAAAAAk5hbWUADQAAAExpbmtEYXRhTGlzdAAQVmVyc2lvbgAAAAAACUxhc3RXcml0ZQASS6iRmgEAAAABAP////9hAGEAAAAFX2lkABAAAAAEjpl8RkMU7E2/ruVBwM9ixgREYXRhAAUAAAAAAk5hbWUADQAAAExpbmtEYXRhTGlzdAAQVmVyc2lvbgABAAAACUxhc3RXcml0ZQATS6iRmgEAAAACAP////9wAHAAAAAFX2lkABAAAAAEnSyHoFOhzUGGFk8fwdZHywNEYXRhABYAAAACUGVyc29uYWxJZAABAAAAAAACTmFtZQALAAAAUGVyc29uYWxJZAAQVmVyc2lvbgAAAAAACUxhc3RXcml0ZQBAS6iRm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iCwAAAAAAAAAAAAAgAf///////////////wAAAP///////////////wUAAAACAP///////wUAAAACAP///////wUAAAAEAP///////wUAAAAEAP///////wUAAAAEAP///////////////////////////////////////////////////////////////////////////////////////////////////////////////////////////////////////////////////////////////////////////////////////////////////////////////////////////////////////////////////////////////////////////////////////////////////////////////////////////////////////////////////////////////////////////////////////////////////////////////////////////////////////////////wEAIAH///////////////8AAA7///////8FAAAABAD///////////////////////////////////////////////////////////////////////////////////////////////////////////////////////////////////////////////////////////////////////////////////////////////////////////////////////////////////////////////////////////////////////////////////////////////////////////////////////////////////////////////////////////////////////////////////////////////////////////////////////////////////////////////////////////////////////////////////////////////////////////////////////8CAAIBAwAAAAIA////////DgAGTGlua0RhdGFMaXN0XzAEAAAAAAAFAAAAAAAFAAAAAwAFAAAAAAAFAAAABAADAAEBAwAAAAMA////////DgAGTGlua0RhdGFMaXN0XzEEAAAAAQAFAAAAAgAFAAAABAAEAAUBAwAAAAQA////////DAAGUGVyc29uYWxJZF8wBAAAAAIABQAAAAMABQAAAAEABQAAAAIA////////BQAAAAAA////////BQAAAAA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989771170072722"/>
  <p:tag name="EMPOWERCHARTSPROPERTIES_B_LENGTH" val="24576"/>
  <p:tag name="DOWN_MIGRATION_INITIAL_LAYOUT_REQUIRED" val="9.2.99"/>
  <p:tag name="RUNTIME_ID" val="044d680b-5be6-4b6b-b83a-fd50ab1eb7ac"/>
</p:tagLst>
</file>

<file path=ppt/tags/tag24.xml><?xml version="1.0" encoding="utf-8"?>
<p:tagLst xmlns:a="http://schemas.openxmlformats.org/drawingml/2006/main" xmlns:r="http://schemas.openxmlformats.org/officeDocument/2006/relationships" xmlns:p="http://schemas.openxmlformats.org/presentationml/2006/main">
  <p:tag name="SHAPE" val="OLD"/>
</p:tagLst>
</file>

<file path=ppt/tags/tag25.xml><?xml version="1.0" encoding="utf-8"?>
<p:tagLst xmlns:a="http://schemas.openxmlformats.org/drawingml/2006/main" xmlns:r="http://schemas.openxmlformats.org/officeDocument/2006/relationships" xmlns:p="http://schemas.openxmlformats.org/presentationml/2006/main">
  <p:tag name="SHAPE" val="OLD"/>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QBAQEBAQEBAQEBAQEBAQMAAAAAAAAAAwAAAAMAAAAA/////wUAzgsAAAAAAAAAAAAAIAD///////////////8AAAD///////////////8DAAAAAgD///////8DAAAAAgD///////8DAAAAAgD///////8DAAAAAgD///////////////////////////////////////////////////////////////////////////////////////////////////////////////////////////////////////////////////////////////////////////////////////////////////////////////////////////////////////////////////////////////////////////////////////////////////////////////////////////////////////////////////////////////////////////////////////////////////////////////////////////////////////////////////////////////8BACAA////////////////AAAO////////AwAAAAMA////////////////////////////////////////////////////////////////////////////////////////////////////////////////////////////////////////////////////////////////////////////////////////////////////////////////////////////////////////////////////////////////////////////////////////////////////////////////////////////////////////////////////////////////////////////////////////////////////////////////////////////////////////////////////////////////////////////////////////////////////////////////////////AgAEAP///////wUAAAACABAAC5o/0UQc33tMjDOhJLR55vIEAAAAAAADAAAAAAADAAAABAADAAAAAAADAAAABAADAAAAAAADAAAABAADAAAAAAADAAAABAADAAEA////////BQAAAAMAEAAL35QS3ZX1UEehoIqsb2reqwQAAAABAAMAAAAEAAMAAAABAAQABAD///////8FAAAABAAQAAtVnhSMN8vNSpmg6+Rn+UW2BAAAAAIAAwAAAAIAAwAAAAMAAwAAAAIA////////AwAAAAI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mj/RRBzfe0yMM6EktHnm8gREYXRhAAUAAAAAAk5hbWUADQAAAExpbmtEYXRhTGlzdAAQVmVyc2lvbgABAAAACUxhc3RXcml0ZQD565UymwEAAAABAP////9hAGEAAAAFX2lkABAAAAAE35QS3ZX1UEehoIqsb2reqwREYXRhAAUAAAAAAk5hbWUADQAAAExpbmtEYXRhTGlzdAAQVmVyc2lvbgAAAAAACUxhc3RXcml0ZQD465UymwEAAAACAP////9wAHAAAAAFX2lkABAAAAAEVZ4UjDfLzUqZoOvkZ/lFtgNEYXRhABYAAAACUGVyc29uYWxJZAABAAAAAAACTmFtZQALAAAAUGVyc29uYWxJZAAQVmVyc2lvbgAAAAAACUxhc3RXcml0ZQAY7JUymw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iCwAAAAAAAAAAAAAgAf///////////////wAAAP///////////////wUAAAADAP///////wUAAAACAP///////wUAAAACAP///////wUAAAACAP///////////////////////////////////////////////////////////////////////////////////////////////////////////////////////////////////////////////////////////////////////////////////////////////////////////////////////////////////////////////////////////////////////////////////////////////////////////////////////////////////////////////////////////////////////////////////////////////////////////////////////////////////////////////////////////////wEAIAH///////////////8AAA7///////8FAAAABAD///////////////////////////////////////////////////////////////////////////////////////////////////////////////////////////////////////////////////////////////////////////////////////////////////////////////////////////////////////////////////////////////////////////////////////////////////////////////////////////////////////////////////////////////////////////////////////////////////////////////////////////////////////////////////////////////////////////////////////////////////////////////////////8CAAQBAwAAAAIA////////DgAGTGlua0RhdGFMaXN0XzEEAAAAAAAFAAAAAwAFAAAABAAFAAAAAAAFAAAABAAFAAAAAAAFAAAABAAFAAAAAAD///////8DAAEBAwAAAAMA////////DgAGTGlua0RhdGFMaXN0XzAEAAAAAQAFAAAAAAAFAAAAAgAEAAMBAwAAAAQA////////DAAGUGVyc29uYWxJZF8wBAAAAAIABQAAAAIABQAAAAEABQAAAAIA////////BQ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9016770447943380"/>
  <p:tag name="EMPOWERCHARTSPROPERTIES_B_LENGTH" val="24576"/>
  <p:tag name="DOWN_MIGRATION_INITIAL_LAYOUT_REQUIRED" val="9.2.99"/>
  <p:tag name="RUNTIME_ID" val="0fd5f397-9797-4da3-822f-2f86e870ae38"/>
</p:tagLst>
</file>

<file path=ppt/tags/tag26.xml><?xml version="1.0" encoding="utf-8"?>
<p:tagLst xmlns:a="http://schemas.openxmlformats.org/drawingml/2006/main" xmlns:r="http://schemas.openxmlformats.org/officeDocument/2006/relationships" xmlns:p="http://schemas.openxmlformats.org/presentationml/2006/main">
  <p:tag name="SHAPE" val="OLD"/>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MBAQEBAQEBAQEBAQEBAQMAAAAAAAAAAwAAAAMAAAAA/////wUAFgwAAAAAAAAAAAAAIAD///////////////8AAAD///////////////8DAAAABAD///////////////////////////////////////////////////////////////////////////////////////////////////////////////////////////////////////////////////////////////////////////////////////////////////////////////////////////////////////////////////////////////////////////////////////////////////////////////////////////////////////////////////////////////////////////////////////////////////////////////////////////////////////////////////////////////////////////////////////////////////////////////8BACAA////////////////AAAO////////AwAAAAMA////////////////////////////////////////////////////////////////////////////////////////////////////////////////////////////////////////////////////////////////////////////////////////////////////////////////////////////////////////////////////////////////////////////////////////////////////////////////////////////////////////////////////////////////////////////////////////////////////////////////////////////////////////////////////////////////////////////////////////////////////////////////////////AgABAP///////wUAAAACABAACzdv1JAhaDlKtu0USW+db5QEAAAAAAADAAAABAADAAAAAwADAAEA////////BQAAAAMAEAALRWa1l22L90C+WPmkjmSl/QQAAAABAAMAAAACAAMAAAABAAQAAQD///////8FAAAABAAQAAtoLH8XbrfRR43B5nndl9Kz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N2/UkCFoOUq27RRJb51vlAREYXRhAAUAAAAAAk5hbWUADQAAAExpbmtEYXRhTGlzdAAQVmVyc2lvbgAAAAAACUxhc3RXcml0ZQC8R6iRmgEAAAABAP////9hAGEAAAAFX2lkABAAAAAERWa1l22L90C+WPmkjmSl/QREYXRhAAUAAAAAAk5hbWUADQAAAExpbmtEYXRhTGlzdAAQVmVyc2lvbgABAAAACUxhc3RXcml0ZQDBR6iRmgEAAAACAP////9wAHAAAAAFX2lkABAAAAAEaCx/F2630UeNweZ53ZfSswNEYXRhABYAAAACUGVyc29uYWxJZAABAAAAAAACTmFtZQALAAAAUGVyc29uYWxJZAAQVmVyc2lvbgAAAAAACUxhc3RXcml0ZQDTR6iRm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GDAAAAAAAAAAAAAAgAf///////////////wAAAP///////////////wUAAAACAP///////wUAAAAEAP///////wUAAAAEAP///////////////////////////////////////////////////////////////////////////////////////////////////////////////////////////////////////////////////////////////////////////////////////////////////////////////////////////////////////////////////////////////////////////////////////////////////////////////////////////////////////////////////////////////////////////////////////////////////////////////////////////////////////////////////////////////////////////////wEAIAH///////////////8AAA7///////8FAAAABAD///////////////////////////////////////////////////////////////////////////////////////////////////////////////////////////////////////////////////////////////////////////////////////////////////////////////////////////////////////////////////////////////////////////////////////////////////////////////////////////////////////////////////////////////////////////////////////////////////////////////////////////////////////////////////////////////////////////////////////////////////////////////////////8CAAEBAwAAAAIA////////DgAGTGlua0RhdGFMaXN0XzAEAAAAAAAFAAAAAAAFAAAAAwADAAEBAwAAAAMA////////DgAGTGlua0RhdGFMaXN0XzEEAAAAAQAFAAAAAgAFAAAABAAEAAMBAwAAAAQA////////DAAGUGVyc29uYWxJZF8wBAAAAAIABQAAAAMABQAAAAEABQAAAAA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989771161311625"/>
  <p:tag name="EMPOWERCHARTSPROPERTIES_B_LENGTH" val="24576"/>
  <p:tag name="DOWN_MIGRATION_INITIAL_LAYOUT_REQUIRED" val="9.2.99"/>
  <p:tag name="RUNTIME_ID" val="cf9a7475-68b6-43ec-8a6d-74fbf84631c7"/>
</p:tagLst>
</file>

<file path=ppt/tags/tag27.xml><?xml version="1.0" encoding="utf-8"?>
<p:tagLst xmlns:a="http://schemas.openxmlformats.org/drawingml/2006/main" xmlns:r="http://schemas.openxmlformats.org/officeDocument/2006/relationships" xmlns:p="http://schemas.openxmlformats.org/presentationml/2006/main">
  <p:tag name="SHAPE" val="OLD"/>
</p:tagLst>
</file>

<file path=ppt/tags/tag28.xml><?xml version="1.0" encoding="utf-8"?>
<p:tagLst xmlns:a="http://schemas.openxmlformats.org/drawingml/2006/main" xmlns:r="http://schemas.openxmlformats.org/officeDocument/2006/relationships" xmlns:p="http://schemas.openxmlformats.org/presentationml/2006/main">
  <p:tag name="SHAPE" val="OLD"/>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IBAQEBAQEBAQEBAQEBAQMAAAAAAAAAAwAAAAMAAAAA/////wUAFgwAAAAAAAAAAAAAIAD///////////////8AAAD///////////////8DAAAAAgD///////////////////////////////////////////////////////////////////////////////////////////////////////////////////////////////////////////////////////////////////////////////////////////////////////////////////////////////////////////////////////////////////////////////////////////////////////////////////////////////////////////////////////////////////////////////////////////////////////////////////////////////////////////////////////////////////////////////////////////////////////////////8BACAA////////////////AAAO////////AwAAAAQA////////////////////////////////////////////////////////////////////////////////////////////////////////////////////////////////////////////////////////////////////////////////////////////////////////////////////////////////////////////////////////////////////////////////////////////////////////////////////////////////////////////////////////////////////////////////////////////////////////////////////////////////////////////////////////////////////////////////////////////////////////////////////////AgABAP///////wUAAAACABAAC1SaywhZpiVBiy7qnmKMSSsEAAAAAAADAAAAAAADAAAAAwADAAEA////////BQAAAAMAEAALFTTYFqsm6U2cDOydokf7NQQAAAABAAMAAAACAAMAAAAEAAQAAQD///////8FAAAABAAQAAt9jcykgxpfSLEmgiBRgeKc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VJrLCFmmJUGLLuqeYoxJKwREYXRhAAUAAAAAAk5hbWUADQAAAExpbmtEYXRhTGlzdAAQVmVyc2lvbgABAAAACUxhc3RXcml0ZQBa65UymwEAAAABAP////9hAGEAAAAFX2lkABAAAAAEFTTYFqsm6U2cDOydokf7NQREYXRhAAUAAAAAAk5hbWUADQAAAExpbmtEYXRhTGlzdAAQVmVyc2lvbgAAAAAACUxhc3RXcml0ZQBZ65UymwEAAAACAP////9wAHAAAAAFX2lkABAAAAAEfY3MpIMaX0ixJoIgUYHinANEYXRhABYAAAACUGVyc29uYWxJZAABAAAAAAACTmFtZQALAAAAUGVyc29uYWxJZAAQVmVyc2lvbgAAAAAACUxhc3RXcml0ZQB965Uymw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SDAAAAAAAAAAAAAAgAf///////////////wAAAP///////////////wUAAAADAP///////wUAAAAEAP///////////////////////////////////////////////////////////////////////////////////////////////////////////////////////////////////////////////////////////////////////////////////////////////////////////////////////////////////////////////////////////////////////////////////////////////////////////////////////////////////////////////////////////////////////////////////////////////////////////////////////////////////////////////////////////////////////////////////////////////wEAIAH///////////////8AAA7///////8FAAAABAD///////////////////////////////////////////////////////////////////////////////////////////////////////////////////////////////////////////////////////////////////////////////////////////////////////////////////////////////////////////////////////////////////////////////////////////////////////////////////////////////////////////////////////////////////////////////////////////////////////////////////////////////////////////////////////////////////////////////////////////////////////////////////////8CAAEBAwAAAAIA////////DgAGTGlua0RhdGFMaXN0XzEEAAAAAAAFAAAAAwAFAAAABAADAAEBAwAAAAMA////////DgAGTGlua0RhdGFMaXN0XzAEAAAAAQAFAAAAAAAFAAAAAgAEAAIBAwAAAAQA////////DAAGUGVyc29uYWxJZF8wBAAAAAIABQAAAAIABQAAAAE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9016770446805690"/>
  <p:tag name="EMPOWERCHARTSPROPERTIES_B_LENGTH" val="24576"/>
  <p:tag name="DOWN_MIGRATION_INITIAL_LAYOUT_REQUIRED" val="9.2.99"/>
  <p:tag name="RUNTIME_ID" val="561cc941-5866-455b-8f10-e598aac36612"/>
</p:tagLst>
</file>

<file path=ppt/tags/tag29.xml><?xml version="1.0" encoding="utf-8"?>
<p:tagLst xmlns:a="http://schemas.openxmlformats.org/drawingml/2006/main" xmlns:r="http://schemas.openxmlformats.org/officeDocument/2006/relationships" xmlns:p="http://schemas.openxmlformats.org/presentationml/2006/main">
  <p:tag name="SHAPE" val="OLD"/>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wUACgwAAAAAAAAAAAAAIAD///////////////8AAAD///////////////8DAAAAAgD///////8DAAAAAgD///////////////////////////////////////////////////////////////////////////////////////////////////////////////////////////////////////////////////////////////////////////////////////////////////////////////////////////////////////////////////////////////////////////////////////////////////////////////////////////////////////////////////////////////////////////////////////////////////////////////////////////////////////////////////////////////////////////////////////////////8BACAA////////////////AAAO////////AwAAAAQA////////////////////////////////////////////////////////////////////////////////////////////////////////////////////////////////////////////////////////////////////////////////////////////////////////////////////////////////////////////////////////////////////////////////////////////////////////////////////////////////////////////////////////////////////////////////////////////////////////////////////////////////////////////////////////////////////////////////////////////////////////////////////////AgACAP///////wUAAAACABAAC/YK2zPsqlZGkkPtNd28kvYEAAAAAAADAAAAAAADAAAAAwADAAAAAAD///////8DAAEA////////BQAAAAMAEAALnSVZu6q12US08PmNHS/R5wQAAAABAAMAAAACAAMAAAAEAAQAAQD///////8FAAAABAAQAAua9qjn4BN4To5X7T76ToED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9grbM+yqVkaSQ+013byS9gREYXRhAAUAAAAAAk5hbWUADQAAAExpbmtEYXRhTGlzdAAQVmVyc2lvbgAAAAAACUxhc3RXcml0ZQCER6iRmgEAAAABAP////9hAGEAAAAFX2lkABAAAAAEnSVZu6q12US08PmNHS/R5wREYXRhAAUAAAAAAk5hbWUADQAAAExpbmtEYXRhTGlzdAAQVmVyc2lvbgABAAAACUxhc3RXcml0ZQCFR6iRmgEAAAACAP////9wAHAAAAAFX2lkABAAAAAEmvao5+ATeE6OV+0++k6BAwNEYXRhABYAAAACUGVyc29uYWxJZAABAAAAAAACTmFtZQALAAAAUGVyc29uYWxJZAAQVmVyc2lvbgAAAAAACUxhc3RXcml0ZQCdR6iRm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SDAAAAAAAAAAAAAAgAf///////////////wAAAP///////////////wUAAAACAP///////wUAAAACAP///////////////////////////////////////////////////////////////////////////////////////////////////////////////////////////////////////////////////////////////////////////////////////////////////////////////////////////////////////////////////////////////////////////////////////////////////////////////////////////////////////////////////////////////////////////////////////////////////////////////////////////////////////////////////////////////////////////////////////////////wEAIAH///////////////8AAA7///////8FAAAABAD///////////////////////////////////////////////////////////////////////////////////////////////////////////////////////////////////////////////////////////////////////////////////////////////////////////////////////////////////////////////////////////////////////////////////////////////////////////////////////////////////////////////////////////////////////////////////////////////////////////////////////////////////////////////////////////////////////////////////////////////////////////////////////8CAAIBAwAAAAIA////////DgAGTGlua0RhdGFMaXN0XzAEAAAAAAAFAAAAAAAFAAAAAwAFAAAAAAD///////8DAAEBAwAAAAMA////////DgAGTGlua0RhdGFMaXN0XzEEAAAAAQAFAAAAAgAFAAAABAA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989771160776237"/>
  <p:tag name="EMPOWERCHARTSPROPERTIES_B_LENGTH" val="24576"/>
  <p:tag name="DOWN_MIGRATION_INITIAL_LAYOUT_REQUIRED" val="9.2.99"/>
  <p:tag name="RUNTIME_ID" val="5e2cb1ea-004e-46d4-b519-43ea01612dce"/>
</p:tagLst>
</file>

<file path=ppt/tags/tag30.xml><?xml version="1.0" encoding="utf-8"?>
<p:tagLst xmlns:a="http://schemas.openxmlformats.org/drawingml/2006/main" xmlns:r="http://schemas.openxmlformats.org/officeDocument/2006/relationships" xmlns:p="http://schemas.openxmlformats.org/presentationml/2006/main">
  <p:tag name="SHAPE" val="OLD"/>
</p:tagLst>
</file>

<file path=ppt/tags/tag31.xml><?xml version="1.0" encoding="utf-8"?>
<p:tagLst xmlns:a="http://schemas.openxmlformats.org/drawingml/2006/main" xmlns:r="http://schemas.openxmlformats.org/officeDocument/2006/relationships" xmlns:p="http://schemas.openxmlformats.org/presentationml/2006/main">
  <p:tag name="RUNTIME_ID" val="32ab4512-975b-4688-ba51-0bb9c73fe224"/>
</p:tagLst>
</file>

<file path=ppt/tags/tag32.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EBAQEBAQEBAQEBAQEBAQMAAAAAAAAAAwAAAAMAAAAA/////wUA8gsAAAAAAAAAAAAAIAD///////////////8AAAD///////////////8DAAAAAgD///////8DAAAABAD///////8DAAAABAD///////8DAAAABAD///////////////////////////////////////////////////////////////////////////////////////////////////////////////////////////////////////////////////////////////////////////////////////////////////////////////////////////////////////////////////////////////////////////////////////////////////////////////////////////////////////////////////////////////////////////////////////////////////////////////////////////////////////////////////////////////8BACAA////////////////AAAO////////AwAAAAMA////////////////////////////////////////////////////////////////////////////////////////////////////////////////////////////////////////////////////////////////////////////////////////////////////////////////////////////////////////////////////////////////////////////////////////////////////////////////////////////////////////////////////////////////////////////////////////////////////////////////////////////////////////////////////////////////////////////////////////////////////////////////////////AgABAP///////wUAAAACABAAC/bP1AYUspZJrbZxBdVJpPcEAAAAAAADAAAAAAADAAAABAADAAEA////////BQAAAAMAEAAL7obK4ouzB0O5i3nLFi8ruwQAAAABAAMAAAAEAAMAAAABAAQABAD///////8FAAAABAAQAAv2XQI6jF5eR4BkDNk5Yme1BAAAAAIAAwAAAAIAAwAAAAMAAwAAAAAA////////AwAAAAA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9s/UBhSylkmttnEF1Umk9wREYXRhAAUAAAAAAk5hbWUADQAAAExpbmtEYXRhTGlzdAAQVmVyc2lvbgAAAAAACUxhc3RXcml0ZQC8ZogymwEAAAABAP////9hAGEAAAAFX2lkABAAAAAE7obK4ouzB0O5i3nLFi8ruwREYXRhAAUAAAAAAk5hbWUADQAAAExpbmtEYXRhTGlzdAAQVmVyc2lvbgABAAAACUxhc3RXcml0ZQC9ZogymwEAAAACAP////9wAHAAAAAFX2lkABAAAAAE9l0COoxeXkeAZAzZOWJntQNEYXRhABYAAAACUGVyc29uYWxJZAABAAAAAAACTmFtZQALAAAAUGVyc29uYWxJZAAQVmVyc2lvbgAAAAAACUxhc3RXcml0ZQDhZogymw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eDAAAAAAAAAAAAAAgAf///////////////wAAAP///////////////wUAAAACAP///////////////////////////////////////////////////////////////////////////////////////////////////////////////////////////////////////////////////////////////////////////////////////////////////////////////////////////////////////////////////////////////////////////////////////////////////////////////////////////////////////////////////////////////////////////////////////////////////////////////////////////////////////////////////////////////////////////////////////////////////////////////wEAIAH///////////////8AAA7///////8FAAAABAD///////////////////////////////////////////////////////////////////////////////////////////////////////////////////////////////////////////////////////////////////////////////////////////////////////////////////////////////////////////////////////////////////////////////////////////////////////////////////////////////////////////////////////////////////////////////////////////////////////////////////////////////////////////////////////////////////////////////////////////////////////////////////////8CAAEBAwAAAAIA////////DgAGTGlua0RhdGFMaXN0XzAEAAAAAAAFAAAAAAAFAAAAAwADAAEBAwAAAAMA////////DgAGTGlua0RhdGFMaXN0XzEEAAAAAQAFAAAAAgAFAAAABAA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9016761587195655"/>
  <p:tag name="EMPOWERCHARTSPROPERTIES_B_LENGTH" val="24576"/>
  <p:tag name="DOWN_MIGRATION_INITIAL_LAYOUT_REQUIRED" val="9.2.99"/>
  <p:tag name="RUNTIME_ID" val="6e87a963-ed1a-4cf6-9a50-67ae139338ab"/>
</p:tagLst>
</file>

<file path=ppt/tags/tag33.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YBAQEBAQEBAQEBAQEBAQMAAAAAAAAAAwAAAAMAAAAA/////wUA2gsAAAAAAAAAAAAAIAD///////////////8AAAD///////////////8DAAAAAgD///////8DAAAAAgD///////8DAAAAAwD///////////////////////////////////////////////////////////////////////////////////////////////////////////////////////////////////////////////////////////////////////////////////////////////////////////////////////////////////////////////////////////////////////////////////////////////////////////////////////////////////////////////////////////////////////////////////////////////////////////////////////////////////////////////////////////////////////////////8BACAA////////////////AAAO////////AwAAAAQA////////////////////////////////////////////////////////////////////////////////////////////////////////////////////////////////////////////////////////////////////////////////////////////////////////////////////////////////////////////////////////////////////////////////////////////////////////////////////////////////////////////////////////////////////////////////////////////////////////////////////////////////////////////////////////////////////////////////////////////////////////////////////////AgACAP///////wUAAAACABAAC75jmyFQJuJEhqtFFvJDaUUEAAAAAAADAAAAAAADAAAAAwADAAAAAAADAAAAAwADAAMA////////BQAAAAMAEAALWk9oWLlHNEmX+UxCkav76QQAAAABAAMAAAACAAMAAAAEAAMAAAACAAMAAAAEAAMAAAAAAAMAAAAEAAQAAwD///////8FAAAABAAQAAtPTSvOUru+Tae1MZWZitSfBAAAAAIAAwAAAAMAAwAAAAEAAwAAAAM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vmObIVAm4kSGq0UW8kNpRQREYXRhAAUAAAAAAk5hbWUADQAAAExpbmtEYXRhTGlzdAAQVmVyc2lvbgABAAAACUxhc3RXcml0ZQA1cogymwEAAAABAP////9hAGEAAAAFX2lkABAAAAAEWk9oWLlHNEmX+UxCkav76QREYXRhAAUAAAAAAk5hbWUADQAAAExpbmtEYXRhTGlzdAAQVmVyc2lvbgAAAAAACUxhc3RXcml0ZQAvcogymwEAAAACAP////9wAHAAAAAFX2lkABAAAAAET00rzlK7vk2ntTGVmYrUnwNEYXRhABYAAAACUGVyc29uYWxJZAABAAAAAAACTmFtZQALAAAAUGVyc29uYWxJZAAQVmVyc2lvbgAAAAAACUxhc3RXcml0ZQBccogymw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C+CwAAAAAAAAAAAAAgAf///////////////wAAAP///////////////wUAAAADAP///////wUAAAADAP///////wUAAAADAP///////wUAAAAEAP///////wUAAAAEAP///////wUAAAAEAP///////////////////////////////////////////////////////////////////////////////////////////////////////////////////////////////////////////////////////////////////////////////////////////////////////////////////////////////////////////////////////////////////////////////////////////////////////////////////////////////////////////////////////////////////////////////////////////////////////////////////////////////wEAIAH///////////////8AAA7///////8FAAAABAD///////////////////////////////////////////////////////////////////////////////////////////////////////////////////////////////////////////////////////////////////////////////////////////////////////////////////////////////////////////////////////////////////////////////////////////////////////////////////////////////////////////////////////////////////////////////////////////////////////////////////////////////////////////////////////////////////////////////////////////////////////////////////////8CAAIBAwAAAAIA////////DgAGTGlua0RhdGFMaXN0XzEEAAAAAAAFAAAAAwAFAAAABAAFAAAAAwAFAAAABAADAAMBAwAAAAMA////////DgAGTGlua0RhdGFMaXN0XzAEAAAAAQAFAAAAAAAFAAAAAgAFAAAAAAAFAAAAAgAFAAAAAAAFAAAABAAEAAYBAwAAAAQA////////DAAGUGVyc29uYWxJZF8wBAAAAAIABQAAAAIABQAAAAEABQAAAAIA////////BQAAAAMA////////BQAAAAAA////////BQAAAAA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9016761616603130"/>
  <p:tag name="EMPOWERCHARTSPROPERTIES_B_LENGTH" val="24576"/>
  <p:tag name="DOWN_MIGRATION_INITIAL_LAYOUT_REQUIRED" val="9.2.99"/>
  <p:tag name="RUNTIME_ID" val="3852cff1-e6a4-4016-b275-21ccd433fad1"/>
</p:tagLst>
</file>

<file path=ppt/tags/tag34.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MBAQEBAQEBAQEBAQEBAQMAAAAAAAAAAwAAAAMAAAAA/////wUA5gsAAAAAAAAAAAAAIAD///////////////8AAAD///////////////8DAAAAAgD///////8DAAAAAgD///////8DAAAAAgD///////////////////////////////////////////////////////////////////////////////////////////////////////////////////////////////////////////////////////////////////////////////////////////////////////////////////////////////////////////////////////////////////////////////////////////////////////////////////////////////////////////////////////////////////////////////////////////////////////////////////////////////////////////////////////////////////////////////8BACAA////////////////AAAO////////AwAAAAMA////////////////////////////////////////////////////////////////////////////////////////////////////////////////////////////////////////////////////////////////////////////////////////////////////////////////////////////////////////////////////////////////////////////////////////////////////////////////////////////////////////////////////////////////////////////////////////////////////////////////////////////////////////////////////////////////////////////////////////////////////////////////////////AgADAP///////wUAAAACABAACzBzEkbgnU9ChQJwV7qRpmAEAAAAAAADAAAAAAADAAAABAADAAAAAAADAAAAAwADAAAAAAADAAAAAwADAAMA////////BQAAAAMAEAALkbY/qUGTyEyz8LhsUmJkFAQAAAABAAMAAAAEAAMAAAABAAMAAAACAP///////wMAAAACAP///////wQAAQD///////8FAAAABAAQAAt3+hCmyBo0Qq5/EVBoK9Q1BAAAAAIAAwAAAAI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MHMSRuCdT0KFAnBXupGmYAREYXRhAAUAAAAAAk5hbWUADQAAAExpbmtEYXRhTGlzdAAQVmVyc2lvbgAAAAAACUxhc3RXcml0ZQAPZ4gymwEAAAABAP////9hAGEAAAAFX2lkABAAAAAEkbY/qUGTyEyz8LhsUmJkFAREYXRhAAUAAAAAAk5hbWUADQAAAExpbmtEYXRhTGlzdAAQVmVyc2lvbgABAAAACUxhc3RXcml0ZQARZ4gymwEAAAACAP////9wAHAAAAAFX2lkABAAAAAEd/oQpsgaNEKufxFQaCvUNQNEYXRhABYAAAACUGVyc29uYWxJZAABAAAAAAACTmFtZQALAAAAUGVyc29uYWxJZAAQVmVyc2lvbgAAAAAACUxhc3RXcml0ZQA5Z4gymw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uCwAAAAAAAAAAAAAgAf///////////////wAAAP///////////////wUAAAACAP///////wUAAAACAP///////wUAAAACAP///////////////////////////////////////////////////////////////////////////////////////////////////////////////////////////////////////////////////////////////////////////////////////////////////////////////////////////////////////////////////////////////////////////////////////////////////////////////////////////////////////////////////////////////////////////////////////////////////////////////////////////////////////////////////////////////////////////////wEAIAH///////////////8AAA7///////8FAAAABAD///////////////////////////////////////////////////////////////////////////////////////////////////////////////////////////////////////////////////////////////////////////////////////////////////////////////////////////////////////////////////////////////////////////////////////////////////////////////////////////////////////////////////////////////////////////////////////////////////////////////////////////////////////////////////////////////////////////////////////////////////////////////////////8CAAMBAwAAAAIA////////DgAGTGlua0RhdGFMaXN0XzAEAAAAAAAFAAAAAAAFAAAAAwAFAAAAAAAFAAAAAwAFAAAAAAAFAAAAAwADAAMBAwAAAAMA////////DgAGTGlua0RhdGFMaXN0XzEEAAAAAQAFAAAAAgAFAAAABAAFAAAAAgD///////8FAAAAAgD///////8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9016761588118039"/>
  <p:tag name="EMPOWERCHARTSPROPERTIES_B_LENGTH" val="24576"/>
  <p:tag name="DOWN_MIGRATION_INITIAL_LAYOUT_REQUIRED" val="9.2.99"/>
  <p:tag name="RUNTIME_ID" val="a7a068f7-e380-40a0-abc9-39f497b592e1"/>
</p:tagLst>
</file>

<file path=ppt/tags/tag35.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UBAQEBAQEBAQEBAQEBAQMAAAAAAAAAAwAAAAMAAAAA/////wUACgwAAAAAAAAAAAAAIAD///////////////8AAAD///////////////8DAAAAAgD///////8DAAAAAgD///////////////////////////////////////////////////////////////////////////////////////////////////////////////////////////////////////////////////////////////////////////////////////////////////////////////////////////////////////////////////////////////////////////////////////////////////////////////////////////////////////////////////////////////////////////////////////////////////////////////////////////////////////////////////////////////////////////////////////////////8BACAA////////////////AAAO////////AwAAAAMA////////////////////////////////////////////////////////////////////////////////////////////////////////////////////////////////////////////////////////////////////////////////////////////////////////////////////////////////////////////////////////////////////////////////////////////////////////////////////////////////////////////////////////////////////////////////////////////////////////////////////////////////////////////////////////////////////////////////////////////////////////////////////////AgACAP///////wUAAAACABAACxmzxWTeTZBLoAGzqrmycksEAAAAAAADAAAAAAADAAAABAADAAAAAAD///////8DAAEA////////BQAAAAMAEAALX8pM5/dAxEGm8KPLIesb/gQAAAABAAMAAAAEAAMAAAABAAQAAQD///////8FAAAABAAQAAs0Z7qTVkhKRr4npAV41f/gBAAAAAIAAwAAAAI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GbPFZN5NkEugAbOqubJySwREYXRhAAUAAAAAAk5hbWUADQAAAExpbmtEYXRhTGlzdAAQVmVyc2lvbgAAAAAACUxhc3RXcml0ZQCCUYgymwEAAAABAP////9hAGEAAAAFX2lkABAAAAAEX8pM5/dAxEGm8KPLIesb/gREYXRhAAUAAAAAAk5hbWUADQAAAExpbmtEYXRhTGlzdAAQVmVyc2lvbgABAAAACUxhc3RXcml0ZQCDUYgymwEAAAACAP////9wAHAAAAAFX2lkABAAAAAENGe6k1ZISka+J6QFeNX/4ANEYXRhABYAAAACUGVyc29uYWxJZAABAAAAAAACTmFtZQALAAAAUGVyc29uYWxJZAAQVmVyc2lvbgAAAAAACUxhc3RXcml0ZQCmUYgymw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iCwAAAAAAAAAAAAAgAf///////////////wAAAP///////////////wUAAAACAP///////wUAAAACAP///////wUAAAAEAP///////wUAAAAEAP///////wUAAAAEAP///////////////////////////////////////////////////////////////////////////////////////////////////////////////////////////////////////////////////////////////////////////////////////////////////////////////////////////////////////////////////////////////////////////////////////////////////////////////////////////////////////////////////////////////////////////////////////////////////////////////////////////////////////////////wEAIAH///////////////8AAA7///////8FAAAABAD///////////////////////////////////////////////////////////////////////////////////////////////////////////////////////////////////////////////////////////////////////////////////////////////////////////////////////////////////////////////////////////////////////////////////////////////////////////////////////////////////////////////////////////////////////////////////////////////////////////////////////////////////////////////////////////////////////////////////////////////////////////////////////8CAAIBAwAAAAIA////////DgAGTGlua0RhdGFMaXN0XzAEAAAAAAAFAAAAAAAFAAAAAwAFAAAAAAAFAAAABAADAAEBAwAAAAMA////////DgAGTGlua0RhdGFMaXN0XzEEAAAAAQAFAAAAAgAFAAAABAAEAAUBAwAAAAQA////////DAAGUGVyc29uYWxJZF8wBAAAAAIABQAAAAMABQAAAAEABQAAAAIA////////BQAAAAAA////////BQAAAAA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9016761532812744"/>
  <p:tag name="EMPOWERCHARTSPROPERTIES_B_LENGTH" val="24576"/>
  <p:tag name="DOWN_MIGRATION_INITIAL_LAYOUT_REQUIRED" val="9.2.99"/>
  <p:tag name="RUNTIME_ID" val="afcf9a8f-cdf5-46e5-9e0d-5664d2373696"/>
</p:tagLst>
</file>

<file path=ppt/tags/tag36.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wUA/gsAAAAAAAAAAAAAIAD///////////////8AAAD///////////////8DAAAABAD///////8DAAAABAD///////////////////////////////////////////////////////////////////////////////////////////////////////////////////////////////////////////////////////////////////////////////////////////////////////////////////////////////////////////////////////////////////////////////////////////////////////////////////////////////////////////////////////////////////////////////////////////////////////////////////////////////////////////////////////////////////////////////////////////////8BACAA////////////////AAAO////////AwAAAAMA////////////////////////////////////////////////////////////////////////////////////////////////////////////////////////////////////////////////////////////////////////////////////////////////////////////////////////////////////////////////////////////////////////////////////////////////////////////////////////////////////////////////////////////////////////////////////////////////////////////////////////////////////////////////////////////////////////////////////////////////////////////////////////AgABAP///////wUAAAACABAACw/hJ+EBPf9Js62ZtiACjkYEAAAAAAADAAAABAADAAAAAwADAAIA////////BQAAAAMAEAALkhxF6y/GbUaTyRFkaJkSYgQAAAABAAMAAAACAAMAAAABAAMAAAAEAP///////wQAAgD///////8FAAAABAAQAAuvktezi7RdSrDR5fzO4Raq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D+En4QE9/0mzrZm2IAKORgREYXRhAAUAAAAAAk5hbWUADQAAAExpbmtEYXRhTGlzdAAQVmVyc2lvbgABAAAACUxhc3RXcml0ZQClVogymwEAAAABAP////9hAGEAAAAFX2lkABAAAAAEkhxF6y/GbUaTyRFkaJkSYgREYXRhAAUAAAAAAk5hbWUADQAAAExpbmtEYXRhTGlzdAAQVmVyc2lvbgAAAAAACUxhc3RXcml0ZQClVogymwEAAAACAP////9wAHAAAAAFX2lkABAAAAAEr5LXs4u0XUqw0eX8zuEWqgNEYXRhABYAAAACUGVyc29uYWxJZAABAAAAAAACTmFtZQALAAAAUGVyc29uYWxJZAAQVmVyc2lvbgAAAAAACUxhc3RXcml0ZQDOVogymw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SDAAAAAAAAAAAAAAgAf///////////////wAAAP///////////////wUAAAADAP///////wUAAAADAP///////////////////////////////////////////////////////////////////////////////////////////////////////////////////////////////////////////////////////////////////////////////////////////////////////////////////////////////////////////////////////////////////////////////////////////////////////////////////////////////////////////////////////////////////////////////////////////////////////////////////////////////////////////////////////////////////////////////////////////////wEAIAH///////////////8AAA7///////8FAAAABAD///////////////////////////////////////////////////////////////////////////////////////////////////////////////////////////////////////////////////////////////////////////////////////////////////////////////////////////////////////////////////////////////////////////////////////////////////////////////////////////////////////////////////////////////////////////////////////////////////////////////////////////////////////////////////////////////////////////////////////////////////////////////////////8CAAEBAwAAAAIA////////DgAGTGlua0RhdGFMaXN0XzEEAAAAAAAFAAAAAwAFAAAABAADAAIBAwAAAAMA////////DgAGTGlua0RhdGFMaXN0XzAEAAAAAQAFAAAAAAAFAAAAAgAFAAAAAAD///////8EAAEBAwAAAAQA////////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9016761546034979"/>
  <p:tag name="EMPOWERCHARTSPROPERTIES_B_LENGTH" val="24576"/>
  <p:tag name="DOWN_MIGRATION_INITIAL_LAYOUT_REQUIRED" val="9.2.99"/>
  <p:tag name="RUNTIME_ID" val="ea5e67fd-980c-4784-814d-cfd6222e4015"/>
</p:tagLst>
</file>

<file path=ppt/tags/tag37.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wUACgwAAAAAAAAAAAAAIAD///////////////8AAAD///////////////8DAAAAAgD///////8DAAAAAwD///////////////////////////////////////////////////////////////////////////////////////////////////////////////////////////////////////////////////////////////////////////////////////////////////////////////////////////////////////////////////////////////////////////////////////////////////////////////////////////////////////////////////////////////////////////////////////////////////////////////////////////////////////////////////////////////////////////////////////////////8BACAA////////////////AAAO////////AwAAAAMA////////////////////////////////////////////////////////////////////////////////////////////////////////////////////////////////////////////////////////////////////////////////////////////////////////////////////////////////////////////////////////////////////////////////////////////////////////////////////////////////////////////////////////////////////////////////////////////////////////////////////////////////////////////////////////////////////////////////////////////////////////////////////////AgABAP///////wUAAAACABAACzNoWgb9OqxInBt5X2kelu8EAAAAAAADAAAAAAADAAAABAADAAIA////////BQAAAAMAEAAL4OT0k8HF7EyAd9fk/A753QQAAAABAAMAAAAEAAMAAAABAAMAAAAAAP///////wQAAQD///////8FAAAABAAQAAsSm/gtmGhTSqLCYHPbq7EvBAAAAAIAAwAAAAI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M2haBv06rEicG3lfaR6W7wREYXRhAAUAAAAAAk5hbWUADQAAAExpbmtEYXRhTGlzdAAQVmVyc2lvbgAAAAAACUxhc3RXcml0ZQDVUYgymwEAAAABAP////9hAGEAAAAFX2lkABAAAAAE4OT0k8HF7EyAd9fk/A753QREYXRhAAUAAAAAAk5hbWUADQAAAExpbmtEYXRhTGlzdAAQVmVyc2lvbgABAAAACUxhc3RXcml0ZQDVUYgymwEAAAACAP////9wAHAAAAAFX2lkABAAAAAEEpv4LZhoU0qiwmBz26uxLwNEYXRhABYAAAACUGVyc29uYWxJZAABAAAAAAACTmFtZQALAAAAUGVyc29uYWxJZAAQVmVyc2lvbgAAAAAACUxhc3RXcml0ZQDxUYgymw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SDAAAAAAAAAAAAAAgAf///////////////wAAAP///////////////wUAAAACAP///////wUAAAADAP///////////////////////////////////////////////////////////////////////////////////////////////////////////////////////////////////////////////////////////////////////////////////////////////////////////////////////////////////////////////////////////////////////////////////////////////////////////////////////////////////////////////////////////////////////////////////////////////////////////////////////////////////////////////////////////////////////////////////////////////wEAIAH///////////////8AAA7///////8FAAAABAD///////////////////////////////////////////////////////////////////////////////////////////////////////////////////////////////////////////////////////////////////////////////////////////////////////////////////////////////////////////////////////////////////////////////////////////////////////////////////////////////////////////////////////////////////////////////////////////////////////////////////////////////////////////////////////////////////////////////////////////////////////////////////////8CAAEBAwAAAAIA////////DgAGTGlua0RhdGFMaXN0XzAEAAAAAAAFAAAAAAAFAAAAAwADAAIBAwAAAAMA////////DgAGTGlua0RhdGFMaXN0XzEEAAAAAQAFAAAAAgAFAAAABAAFAAAAAAD///////8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9016761533643805"/>
  <p:tag name="EMPOWERCHARTSPROPERTIES_B_LENGTH" val="24576"/>
  <p:tag name="DOWN_MIGRATION_INITIAL_LAYOUT_REQUIRED" val="9.2.99"/>
  <p:tag name="RUNTIME_ID" val="a83caa5d-978e-478f-9dfe-12b110bd9f3a"/>
</p:tagLst>
</file>

<file path=ppt/tags/tag38.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IBAQEBAQEBAQEBAQEBAQMAAAAAAAAAAwAAAAMAAAAA/////wUAFgwAAAAAAAAAAAAAIAD///////////////8AAAD///////////////8DAAAAAgD///////////////////////////////////////////////////////////////////////////////////////////////////////////////////////////////////////////////////////////////////////////////////////////////////////////////////////////////////////////////////////////////////////////////////////////////////////////////////////////////////////////////////////////////////////////////////////////////////////////////////////////////////////////////////////////////////////////////////////////////////////////////8BACAA////////////////AAAO////////AwAAAAMA////////////////////////////////////////////////////////////////////////////////////////////////////////////////////////////////////////////////////////////////////////////////////////////////////////////////////////////////////////////////////////////////////////////////////////////////////////////////////////////////////////////////////////////////////////////////////////////////////////////////////////////////////////////////////////////////////////////////////////////////////////////////////////AgABAP///////wUAAAACABAAC0VVzAmjfMhGnegQBP846IQEAAAAAAADAAAAAAADAAAABAADAAEA////////BQAAAAMAEAALLYAW7DLcI0Og6Njy45DS3wQAAAABAAMAAAAEAAMAAAABAAQAAQD///////8FAAAABAAQAAvLNG9BSccFTaOnVSxYY2TWBAAAAAIAAwAAAAI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RVXMCaN8yEad6BAE/zjohAREYXRhAAUAAAAAAk5hbWUADQAAAExpbmtEYXRhTGlzdAAQVmVyc2lvbgAAAAAACUxhc3RXcml0ZQD5OogymwEAAAABAP////9hAGEAAAAFX2lkABAAAAAELYAW7DLcI0Og6Njy45DS3wREYXRhAAUAAAAAAk5hbWUADQAAAExpbmtEYXRhTGlzdAAQVmVyc2lvbgABAAAACUxhc3RXcml0ZQArO4gymwEAAAACAP////9wAHAAAAAFX2lkABAAAAAEyzRvQUnHBU2jp1UsWGNk1gNEYXRhABYAAAACUGVyc29uYWxJZAABAAAAAAACTmFtZQALAAAAUGVyc29uYWxJZAAQVmVyc2lvbgAAAAAACUxhc3RXcml0ZQDXO4gymw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SDAAAAAAAAAAAAAAgAf///////////////wAAAP///////////////wUAAAACAP///////wUAAAADAP///////////////////////////////////////////////////////////////////////////////////////////////////////////////////////////////////////////////////////////////////////////////////////////////////////////////////////////////////////////////////////////////////////////////////////////////////////////////////////////////////////////////////////////////////////////////////////////////////////////////////////////////////////////////////////////////////////////////////////////////wEAIAH///////////////8AAA7///////8FAAAABAD///////////////////////////////////////////////////////////////////////////////////////////////////////////////////////////////////////////////////////////////////////////////////////////////////////////////////////////////////////////////////////////////////////////////////////////////////////////////////////////////////////////////////////////////////////////////////////////////////////////////////////////////////////////////////////////////////////////////////////////////////////////////////////8CAAEBAwAAAAIA////////DgAGTGlua0RhdGFMaXN0XzAEAAAAAAAFAAAAAAAFAAAAAwADAAIBAwAAAAMA////////DgAGTGlua0RhdGFMaXN0XzEEAAAAAQAFAAAAAgAFAAAABAAFAAAAAAD///////8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9016761477107789"/>
  <p:tag name="EMPOWERCHARTSPROPERTIES_B_LENGTH" val="24576"/>
  <p:tag name="DOWN_MIGRATION_INITIAL_LAYOUT_REQUIRED" val="9.2.99"/>
  <p:tag name="RUNTIME_ID" val="7fdf086c-18e4-42cf-93da-826cf76d6901"/>
</p:tagLst>
</file>

<file path=ppt/tags/tag39.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UBAQEBAQEBAQEBAQEBAQMAAAAAAAAAAwAAAAMAAAAA/////wUAzgsAAAAAAAAAAAAAIAD///////////////8AAAD///////////////8DAAAAAgD///////8DAAAAAgD///////8DAAAABAD///////8DAAAABAD///////8DAAAABAD///////////////////////////////////////////////////////////////////////////////////////////////////////////////////////////////////////////////////////////////////////////////////////////////////////////////////////////////////////////////////////////////////////////////////////////////////////////////////////////////////////////////////////////////////////////////////////////////////////////////////////////////////////////////8BACAA////////////////AAAO////////AwAAAAQA////////////////////////////////////////////////////////////////////////////////////////////////////////////////////////////////////////////////////////////////////////////////////////////////////////////////////////////////////////////////////////////////////////////////////////////////////////////////////////////////////////////////////////////////////////////////////////////////////////////////////////////////////////////////////////////////////////////////////////////////////////////////////////AgACAP///////wUAAAACABAAC6uuXaMfMkxOnrEjMboeCK0EAAAAAAADAAAAAAADAAAAAwADAAAAAAADAAAAAwADAAIA////////BQAAAAMAEAAL2ezTp5YGkEiQVdLYOTOfswQAAAABAAMAAAACAAMAAAAEAAMAAAACAAMAAAAEAAQABQD///////8FAAAABAAQAAsEICG1D/MpS7tVI0JYkjcyBAAAAAIAAwAAAAMAAwAAAAEAAwAAAAMA////////AwAAAAAA////////AwAAAAA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q65dox8yTE6esSMxuh4IrQREYXRhAAUAAAAAAk5hbWUADQAAAExpbmtEYXRhTGlzdAAQVmVyc2lvbgAAAAAACUxhc3RXcml0ZQC6QIgymwEAAAABAP////9hAGEAAAAFX2lkABAAAAAE2ezTp5YGkEiQVdLYOTOfswREYXRhAAUAAAAAAk5hbWUADQAAAExpbmtEYXRhTGlzdAAQVmVyc2lvbgABAAAACUxhc3RXcml0ZQC7QIgymwEAAAACAP////9wAHAAAAAFX2lkABAAAAAEBCAhtQ/zKUu7VSNCWJI3MgNEYXRhABYAAAACUGVyc29uYWxJZAABAAAAAAACTmFtZQALAAAAUGVyc29uYWxJZAAQVmVyc2lvbgAAAAAACUxhc3RXcml0ZQDXQIgymw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WCwAAAAAAAAAAAAAgAf///////////////wAAAP///////////////wUAAAACAP///////wUAAAACAP///////wUAAAAEAP///////wUAAAAEAP///////wUAAAAEAP///////////////////////////////////////////////////////////////////////////////////////////////////////////////////////////////////////////////////////////////////////////////////////////////////////////////////////////////////////////////////////////////////////////////////////////////////////////////////////////////////////////////////////////////////////////////////////////////////////////////////////////////////////////////wEAIAH///////////////8AAA7///////8FAAAABAD///////////////////////////////////////////////////////////////////////////////////////////////////////////////////////////////////////////////////////////////////////////////////////////////////////////////////////////////////////////////////////////////////////////////////////////////////////////////////////////////////////////////////////////////////////////////////////////////////////////////////////////////////////////////////////////////////////////////////////////////////////////////////////8CAAIBAwAAAAIA////////DgAGTGlua0RhdGFMaXN0XzAEAAAAAAAFAAAAAAAFAAAAAwAFAAAAAAAFAAAAAwADAAIBAwAAAAMA////////DgAGTGlua0RhdGFMaXN0XzEEAAAAAQAFAAAAAgAFAAAABAAFAAAAAgAFAAAABAAEAAUBAwAAAAQA////////DAAGUGVyc29uYWxJZF8wBAAAAAIABQAAAAMABQAAAAEABQAAAAMA////////BQAAAAAA////////BQAAAAA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9016761489909747"/>
  <p:tag name="EMPOWERCHARTSPROPERTIES_B_LENGTH" val="24576"/>
  <p:tag name="DOWN_MIGRATION_INITIAL_LAYOUT_REQUIRED" val="9.2.99"/>
  <p:tag name="RUNTIME_ID" val="28f252e1-65a1-48e3-980b-bcd9c663b5e1"/>
</p:tagLst>
</file>

<file path=ppt/tags/tag40.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MBAQEBAQEBAQEBAQEBAQMAAAAAAAAAAwAAAAMAAAAA/////wUA/gsAAAAAAAAAAAAAIAD///////////////8AAAD///////////////8DAAAAAgD///////8DAAAAAgD///////8DAAAAAgD///////////////////////////////////////////////////////////////////////////////////////////////////////////////////////////////////////////////////////////////////////////////////////////////////////////////////////////////////////////////////////////////////////////////////////////////////////////////////////////////////////////////////////////////////////////////////////////////////////////////////////////////////////////////////////////////////////////////8BACAA////////////////AAAO////////AwAAAAQA////////////////////////////////////////////////////////////////////////////////////////////////////////////////////////////////////////////////////////////////////////////////////////////////////////////////////////////////////////////////////////////////////////////////////////////////////////////////////////////////////////////////////////////////////////////////////////////////////////////////////////////////////////////////////////////////////////////////////////////////////////////////////////AgADAP///////wUAAAACABAACwKSKz+Z9thIgJqSyp+N27UEAAAAAAADAAAAAAADAAAAAwADAAAAAAD///////8DAAAAAAD///////8DAAEA////////BQAAAAMAEAALnb2/UVDdN0WuPwC8yYJZpgQAAAABAAMAAAACAAMAAAAEAAQAAQD///////8FAAAABAAQAAtIqyzCV3PRQbs2u5hrB1D6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ApIrP5n22EiAmpLKn43btQREYXRhAAUAAAAAAk5hbWUADQAAAExpbmtEYXRhTGlzdAAQVmVyc2lvbgABAAAACUxhc3RXcml0ZQDoPIgymwEAAAABAP////9hAGEAAAAFX2lkABAAAAAEnb2/UVDdN0WuPwC8yYJZpgREYXRhAAUAAAAAAk5hbWUADQAAAExpbmtEYXRhTGlzdAAQVmVyc2lvbgAAAAAACUxhc3RXcml0ZQDmPIgymwEAAAACAP////9wAHAAAAAFX2lkABAAAAAESKsswldz0UG7NruYawdQ+gNEYXRhABYAAAACUGVyc29uYWxJZAABAAAAAAACTmFtZQALAAAAUGVyc29uYWxJZAAQVmVyc2lvbgAAAAAACUxhc3RXcml0ZQANPYgymw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6CwAAAAAAAAAAAAAgAf///////////////wAAAP///////////////wUAAAADAP///////wUAAAACAP///////wUAAAACAP///////////////////////////////////////////////////////////////////////////////////////////////////////////////////////////////////////////////////////////////////////////////////////////////////////////////////////////////////////////////////////////////////////////////////////////////////////////////////////////////////////////////////////////////////////////////////////////////////////////////////////////////////////////////////////////////////////////////wEAIAH///////////////8AAA7///////8FAAAABAD///////////////////////////////////////////////////////////////////////////////////////////////////////////////////////////////////////////////////////////////////////////////////////////////////////////////////////////////////////////////////////////////////////////////////////////////////////////////////////////////////////////////////////////////////////////////////////////////////////////////////////////////////////////////////////////////////////////////////////////////////////////////////////8CAAMBAwAAAAIA////////DgAGTGlua0RhdGFMaXN0XzEEAAAAAAAFAAAAAwAFAAAABAAFAAAAAAAFAAAABAAFAAAAAAD///////8DAAEBAwAAAAMA////////DgAGTGlua0RhdGFMaXN0XzAEAAAAAQAFAAAAAAAFAAAAAgAEAAIBAwAAAAQA////////DAAGUGVyc29uYWxJZF8wBAAAAAIABQAAAAIABQAAAAEABQ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9016761480090861"/>
  <p:tag name="EMPOWERCHARTSPROPERTIES_B_LENGTH" val="24576"/>
  <p:tag name="DOWN_MIGRATION_INITIAL_LAYOUT_REQUIRED" val="9.2.99"/>
  <p:tag name="RUNTIME_ID" val="3f533a30-14a3-49fe-8619-221bc298d531"/>
</p:tagLst>
</file>

<file path=ppt/tags/tag41.xml><?xml version="1.0" encoding="utf-8"?>
<p:tagLst xmlns:a="http://schemas.openxmlformats.org/drawingml/2006/main" xmlns:r="http://schemas.openxmlformats.org/officeDocument/2006/relationships" xmlns:p="http://schemas.openxmlformats.org/presentationml/2006/main">
  <p:tag name="SHAPE" val="OLD"/>
</p:tagLst>
</file>

<file path=ppt/tags/tag42.xml><?xml version="1.0" encoding="utf-8"?>
<p:tagLst xmlns:a="http://schemas.openxmlformats.org/drawingml/2006/main" xmlns:r="http://schemas.openxmlformats.org/officeDocument/2006/relationships" xmlns:p="http://schemas.openxmlformats.org/presentationml/2006/main">
  <p:tag name="SHAPE" val="OLD"/>
</p:tagLst>
</file>

<file path=ppt/tags/tag43.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EBAQEBAQEBAQEBAQEBAQMAAAAAAAAAAwAAAAMAAAAA/////wUACgwAAAAAAAAAAAAAIAD///////////////8AAAD///////////////8DAAAAAgD///////8DAAAABAD///////////////////////////////////////////////////////////////////////////////////////////////////////////////////////////////////////////////////////////////////////////////////////////////////////////////////////////////////////////////////////////////////////////////////////////////////////////////////////////////////////////////////////////////////////////////////////////////////////////////////////////////////////////////////////////////////////////////////////////////8BACAA////////////////AAAO////////AwAAAAMA////////////////////////////////////////////////////////////////////////////////////////////////////////////////////////////////////////////////////////////////////////////////////////////////////////////////////////////////////////////////////////////////////////////////////////////////////////////////////////////////////////////////////////////////////////////////////////////////////////////////////////////////////////////////////////////////////////////////////////////////////////////////////////AgABAP///////wUAAAACABAAC37OQQnStJhHv9ZxKnOhhisEAAAAAAADAAAAAAADAAAABAADAAEA////////BQAAAAMAEAALc13CV4EfX0abPt3jwUo6bAQAAAABAAMAAAAEAAMAAAABAAQAAgD///////8FAAAABAAQAAtzCz4vdtG0Q60AaSuW+WnFBAAAAAIAAwAAAAIAAwAAAAM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fs5BCdK0mEe/1nEqc6GGKwREYXRhAAUAAAAAAk5hbWUADQAAAExpbmtEYXRhTGlzdAAQVmVyc2lvbgAAAAAACUxhc3RXcml0ZQBpKSHxmAEAAAABAP////9hAGEAAAAFX2lkABAAAAAEc13CV4EfX0abPt3jwUo6bAREYXRhAAUAAAAAAk5hbWUADQAAAExpbmtEYXRhTGlzdAAQVmVyc2lvbgABAAAACUxhc3RXcml0ZQBqKSHxmAEAAAACAP////9wAHAAAAAFX2lkABAAAAAEcws+L3bRtEOtAGkrlvlpxQNEYXRhABYAAAACUGVyc29uYWxJZAABAAAAAAACTmFtZQALAAAAUGVyc29uYWxJZAAQVmVyc2lvbgAAAAAACUxhc3RXcml0ZQB9KSHxm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eDAAAAAAAAAAAAAAgAf///////////////wAAAP///////////////wUAAAACAP///////////////////////////////////////////////////////////////////////////////////////////////////////////////////////////////////////////////////////////////////////////////////////////////////////////////////////////////////////////////////////////////////////////////////////////////////////////////////////////////////////////////////////////////////////////////////////////////////////////////////////////////////////////////////////////////////////////////////////////////////////////////wEAIAH///////////////8AAA7///////8FAAAABAD///////////////////////////////////////////////////////////////////////////////////////////////////////////////////////////////////////////////////////////////////////////////////////////////////////////////////////////////////////////////////////////////////////////////////////////////////////////////////////////////////////////////////////////////////////////////////////////////////////////////////////////////////////////////////////////////////////////////////////////////////////////////////////8CAAEBAwAAAAIA////////DgAGTGlua0RhdGFMaXN0XzAEAAAAAAAFAAAAAAAFAAAAAwADAAEBAwAAAAMA////////DgAGTGlua0RhdGFMaXN0XzEEAAAAAQAFAAAAAgAFAAAABAA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919889391511584"/>
  <p:tag name="EMPOWERCHARTSPROPERTIES_B_LENGTH" val="24576"/>
  <p:tag name="DOWN_MIGRATION_INITIAL_LAYOUT_REQUIRED" val="9.2.99"/>
  <p:tag name="RUNTIME_ID" val="bfad813c-515c-46a9-9ef7-9a76cd5d212e"/>
</p:tagLst>
</file>

<file path=ppt/tags/tag44.xml><?xml version="1.0" encoding="utf-8"?>
<p:tagLst xmlns:a="http://schemas.openxmlformats.org/drawingml/2006/main" xmlns:r="http://schemas.openxmlformats.org/officeDocument/2006/relationships" xmlns:p="http://schemas.openxmlformats.org/presentationml/2006/main">
  <p:tag name="SHAPE" val="OLD"/>
</p:tagLst>
</file>

<file path=ppt/tags/tag45.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EBAQEBAQEBAQEBAQEBAQMAAAAAAAAAAwAAAAMAAAAA/////wUACgwAAAAAAAAAAAAAIAD///////////////8AAAD///////////////8DAAAAAgD///////8DAAAABAD///////////////////////////////////////////////////////////////////////////////////////////////////////////////////////////////////////////////////////////////////////////////////////////////////////////////////////////////////////////////////////////////////////////////////////////////////////////////////////////////////////////////////////////////////////////////////////////////////////////////////////////////////////////////////////////////////////////////////////////////8BACAA////////////////AAAO////////AwAAAAMA////////////////////////////////////////////////////////////////////////////////////////////////////////////////////////////////////////////////////////////////////////////////////////////////////////////////////////////////////////////////////////////////////////////////////////////////////////////////////////////////////////////////////////////////////////////////////////////////////////////////////////////////////////////////////////////////////////////////////////////////////////////////////////AgABAP///////wUAAAACABAAC37OQQnStJhHv9ZxKnOhhisEAAAAAAADAAAAAAADAAAABAADAAEA////////BQAAAAMAEAALc13CV4EfX0abPt3jwUo6bAQAAAABAAMAAAAEAAMAAAABAAQAAgD///////8FAAAABAAQAAtzCz4vdtG0Q60AaSuW+WnFBAAAAAIAAwAAAAIAAwAAAAM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fs5BCdK0mEe/1nEqc6GGKwREYXRhAAUAAAAAAk5hbWUADQAAAExpbmtEYXRhTGlzdAAQVmVyc2lvbgAAAAAACUxhc3RXcml0ZQBpKSHxmAEAAAABAP////9hAGEAAAAFX2lkABAAAAAEc13CV4EfX0abPt3jwUo6bAREYXRhAAUAAAAAAk5hbWUADQAAAExpbmtEYXRhTGlzdAAQVmVyc2lvbgABAAAACUxhc3RXcml0ZQBqKSHxmAEAAAACAP////9wAHAAAAAFX2lkABAAAAAEcws+L3bRtEOtAGkrlvlpxQNEYXRhABYAAAACUGVyc29uYWxJZAABAAAAAAACTmFtZQALAAAAUGVyc29uYWxJZAAQVmVyc2lvbgAAAAAACUxhc3RXcml0ZQB9KSHxm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eDAAAAAAAAAAAAAAgAf///////////////wAAAP///////////////wUAAAACAP///////////////////////////////////////////////////////////////////////////////////////////////////////////////////////////////////////////////////////////////////////////////////////////////////////////////////////////////////////////////////////////////////////////////////////////////////////////////////////////////////////////////////////////////////////////////////////////////////////////////////////////////////////////////////////////////////////////////////////////////////////////////wEAIAH///////////////8AAA7///////8FAAAABAD///////////////////////////////////////////////////////////////////////////////////////////////////////////////////////////////////////////////////////////////////////////////////////////////////////////////////////////////////////////////////////////////////////////////////////////////////////////////////////////////////////////////////////////////////////////////////////////////////////////////////////////////////////////////////////////////////////////////////////////////////////////////////////8CAAEBAwAAAAIA////////DgAGTGlua0RhdGFMaXN0XzAEAAAAAAAFAAAAAAAFAAAAAwADAAEBAwAAAAMA////////DgAGTGlua0RhdGFMaXN0XzEEAAAAAQAFAAAAAgAFAAAABAA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919889391511584"/>
  <p:tag name="EMPOWERCHARTSPROPERTIES_B_LENGTH" val="24576"/>
  <p:tag name="DOWN_MIGRATION_INITIAL_LAYOUT_REQUIRED" val="9.2.99"/>
  <p:tag name="RUNTIME_ID" val="bfad813c-515c-46a9-9ef7-9a76cd5d212e"/>
</p:tagLst>
</file>

<file path=ppt/tags/tag46.xml><?xml version="1.0" encoding="utf-8"?>
<p:tagLst xmlns:a="http://schemas.openxmlformats.org/drawingml/2006/main" xmlns:r="http://schemas.openxmlformats.org/officeDocument/2006/relationships" xmlns:p="http://schemas.openxmlformats.org/presentationml/2006/main">
  <p:tag name="SHAPE" val="OLD"/>
</p:tagLst>
</file>

<file path=ppt/tags/tag47.xml><?xml version="1.0" encoding="utf-8"?>
<p:tagLst xmlns:a="http://schemas.openxmlformats.org/drawingml/2006/main" xmlns:r="http://schemas.openxmlformats.org/officeDocument/2006/relationships" xmlns:p="http://schemas.openxmlformats.org/presentationml/2006/main">
  <p:tag name="SHAPE" val="OLD"/>
</p:tagLst>
</file>

<file path=ppt/tags/tag48.xml><?xml version="1.0" encoding="utf-8"?>
<p:tagLst xmlns:a="http://schemas.openxmlformats.org/drawingml/2006/main" xmlns:r="http://schemas.openxmlformats.org/officeDocument/2006/relationships" xmlns:p="http://schemas.openxmlformats.org/presentationml/2006/main">
  <p:tag name="SHAPE" val="OLD"/>
</p:tagLst>
</file>

<file path=ppt/tags/tag49.xml><?xml version="1.0" encoding="utf-8"?>
<p:tagLst xmlns:a="http://schemas.openxmlformats.org/drawingml/2006/main" xmlns:r="http://schemas.openxmlformats.org/officeDocument/2006/relationships" xmlns:p="http://schemas.openxmlformats.org/presentationml/2006/main">
  <p:tag name="SHAPE" val="OLD"/>
</p:tagLst>
</file>

<file path=ppt/tags/tag50.xml><?xml version="1.0" encoding="utf-8"?>
<p:tagLst xmlns:a="http://schemas.openxmlformats.org/drawingml/2006/main" xmlns:r="http://schemas.openxmlformats.org/officeDocument/2006/relationships" xmlns:p="http://schemas.openxmlformats.org/presentationml/2006/main">
  <p:tag name="SHAPE" val="OLD"/>
</p:tagLst>
</file>

<file path=ppt/theme/theme1.xml><?xml version="1.0" encoding="utf-8"?>
<a:theme xmlns:a="http://schemas.openxmlformats.org/drawingml/2006/main" name="BearingPoint PPT - Beta">
  <a:themeElements>
    <a:clrScheme name="BearingPoint">
      <a:dk1>
        <a:srgbClr val="000000"/>
      </a:dk1>
      <a:lt1>
        <a:srgbClr val="FFFFFF"/>
      </a:lt1>
      <a:dk2>
        <a:srgbClr val="421799"/>
      </a:dk2>
      <a:lt2>
        <a:srgbClr val="FAF8F7"/>
      </a:lt2>
      <a:accent1>
        <a:srgbClr val="99171D"/>
      </a:accent1>
      <a:accent2>
        <a:srgbClr val="FF787A"/>
      </a:accent2>
      <a:accent3>
        <a:srgbClr val="FFB1B5"/>
      </a:accent3>
      <a:accent4>
        <a:srgbClr val="806659"/>
      </a:accent4>
      <a:accent5>
        <a:srgbClr val="B2A59F"/>
      </a:accent5>
      <a:accent6>
        <a:srgbClr val="D9D1CD"/>
      </a:accent6>
      <a:hlink>
        <a:srgbClr val="A070FF"/>
      </a:hlink>
      <a:folHlink>
        <a:srgbClr val="421799"/>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BearingPoint">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BearingPoint PPT - Beta">
  <a:themeElements>
    <a:clrScheme name="BearingPoint">
      <a:dk1>
        <a:srgbClr val="000000"/>
      </a:dk1>
      <a:lt1>
        <a:srgbClr val="FFFFFF"/>
      </a:lt1>
      <a:dk2>
        <a:srgbClr val="421799"/>
      </a:dk2>
      <a:lt2>
        <a:srgbClr val="FAF8F7"/>
      </a:lt2>
      <a:accent1>
        <a:srgbClr val="99171D"/>
      </a:accent1>
      <a:accent2>
        <a:srgbClr val="FF787A"/>
      </a:accent2>
      <a:accent3>
        <a:srgbClr val="FFB1B5"/>
      </a:accent3>
      <a:accent4>
        <a:srgbClr val="806659"/>
      </a:accent4>
      <a:accent5>
        <a:srgbClr val="B2A59F"/>
      </a:accent5>
      <a:accent6>
        <a:srgbClr val="D9D1CD"/>
      </a:accent6>
      <a:hlink>
        <a:srgbClr val="A070FF"/>
      </a:hlink>
      <a:folHlink>
        <a:srgbClr val="421799"/>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BearingPoint">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29</Slides>
  <Notes>21</Notes>
  <HiddenSlides>3</HiddenSlide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BearingPoint PPT - Beta</vt:lpstr>
      <vt:lpstr>Data engineering i praksis</vt:lpstr>
      <vt:lpstr>PowerPoint Presentation</vt:lpstr>
      <vt:lpstr>Om BearingPoint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Intro til case</vt:lpstr>
      <vt:lpstr>PowerPoint Presentation</vt:lpstr>
      <vt:lpstr>PowerPoint Presentation</vt:lpstr>
      <vt:lpstr>PowerPoint Presentation</vt:lpstr>
      <vt:lpstr>Let’s GO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Vebjørn Weldingh Nilsen</dc:creator>
  <cp:revision>5</cp:revision>
  <dcterms:created xsi:type="dcterms:W3CDTF">2026-09-23T09:38:16Z</dcterms:created>
  <dcterms:modified xsi:type="dcterms:W3CDTF">2026-09-24T08:43:12Z</dcterms:modified>
</cp:coreProperties>
</file>